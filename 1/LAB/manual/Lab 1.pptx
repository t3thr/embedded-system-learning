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7CEB-4DD4-70A5-5A3B-F6B40B80A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BE395-793E-9465-8A63-990618448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7B8F5-A36B-1A45-DB7E-E3C58184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965E8-E246-2EB6-F23B-EBFFDF1E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952F8-4515-A642-03FA-0541EFE9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8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48AC-714C-8F26-11C6-3766E0B6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523C-2C3C-5139-1656-6180D6FB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3A89E-17E0-CEFB-960A-74E5A252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DBFBC-3455-CACF-0702-B3D9D8F7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84A22-F010-9F78-C248-02F7F20A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D659-40C0-5285-D33D-CE91C19C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CC166-88C9-0F9E-B829-B875D47B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3547C-99EA-BA08-1147-9FB7D2B5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0623-34C5-2A1B-687B-B235DD95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26770-1877-BA04-3C86-A972BB0C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8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6381-A904-7A03-567F-EAD19407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8A05-3DE2-CB84-D2E8-741EF083D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41115-C59F-9852-2AAF-CCF19B089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47E23-6044-A901-7AE4-B5044304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E04C3-F76A-680D-ACEF-5D1DEBB1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8CF0D-2B61-B928-0607-F260AEED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1297-DCD9-7C2A-8520-4206F511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39640-766B-50CD-10E5-5CA307EC0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4BE83-7844-0380-7F01-D11322337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7BC8B-23A4-0E84-620A-0DBD6CF1C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F5D96-AB5F-E24B-5EFC-A24EF0FB9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10DE8-862F-811E-7C2A-FD35D9D7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9A73B-4724-3F4B-4E79-E34DC9A1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6BC6A-4EE5-7631-2365-67F74904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A60B-C1DC-18EF-E15C-FABD9F06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3A139-F5FE-BF8D-4BEA-765A7337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77DC4-BE0E-8B08-CFD7-CB1EFEB4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1BF06-E289-CEB5-B2E2-F7C81572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8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C01F-3C3D-4AF1-690A-924F1813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EE6DC-DBEE-B30D-9D5D-84480720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5684-8C22-95D9-44DD-D96424C2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3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902E-56DB-8245-07E3-48703FD6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030B-345E-26F6-8764-C0E41DC82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0F78B-1C07-00F6-56B2-ACB08EB01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4A503-A355-8992-9203-264CEA73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E4334-29F6-799A-92E0-4473D92F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6B278-CD1A-5F25-F386-2326D54F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5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431F-6429-BAF7-C831-CC1B6727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B3FBF-9E8E-941A-1FAF-71A14FDE8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6A7B6-937F-61C4-2C62-F105E6DE7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7E477-E32D-BD58-8D62-87C7F384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4CCD0-ECA9-0045-C664-44067B85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075B2-9948-BA8C-3821-9A1EFECA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2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748A-743D-AC20-2378-5618E9B4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A8F25-571C-C425-0732-5710295BA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A10B-7B96-28DE-37D8-983C969D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7A3C-0D43-1899-3C43-2E17AD58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2B82E-BED6-AE63-1D2A-F676BCDF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8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F9CFC-F56A-21B4-91EE-966418DBE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8E23C-BFE7-A45E-52CF-110342C0D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2776F-11B7-D4E5-A4CB-880FF6BA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4700D-6DE9-3CEB-AD5A-C410CB2C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51311-ADAD-DE64-8A56-0A59F8CE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3ED35-9CD0-FE3D-B076-CDD8460F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7101C-79D2-A42B-E389-AD2D4385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9785A-D7A4-AA2E-E46A-8037333B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62805-F5EA-4D25-ACB1-4280E49C773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CA28F-A819-87E9-0FCF-FA3726989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D1B4E-40D6-5111-D51D-549E8D738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8B4A7-C1F2-477B-96BA-B38AFD932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0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7C3B-3A88-B049-E4C0-590E6660C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/>
              <a:t>ปฎิบัติการที่ 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DD3C6-E9F7-5912-9F3A-FD6ED0199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9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B378-E62C-8EF4-191E-C3FBD438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ปฎิบัติการที่ 1.1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7C7C-DC0F-2CB3-A8C2-B4836207F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จงเขียนโปรแกรมเพื่อเก็บรหัสประจำตัวนิสิตลงในหน่วยความจำ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2B836A-4126-DCD6-0FEE-0A9D85486377}"/>
              </a:ext>
            </a:extLst>
          </p:cNvPr>
          <p:cNvSpPr/>
          <p:nvPr/>
        </p:nvSpPr>
        <p:spPr>
          <a:xfrm>
            <a:off x="3910519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9362-D1AF-ADBC-C370-C610F389BD1F}"/>
              </a:ext>
            </a:extLst>
          </p:cNvPr>
          <p:cNvSpPr/>
          <p:nvPr/>
        </p:nvSpPr>
        <p:spPr>
          <a:xfrm>
            <a:off x="4212076" y="3142036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CDFBCE-7A84-BAFE-D467-708F8B56D154}"/>
              </a:ext>
            </a:extLst>
          </p:cNvPr>
          <p:cNvSpPr/>
          <p:nvPr/>
        </p:nvSpPr>
        <p:spPr>
          <a:xfrm>
            <a:off x="4513633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29E5B-2B9A-71D8-418A-8A1130E87103}"/>
              </a:ext>
            </a:extLst>
          </p:cNvPr>
          <p:cNvSpPr/>
          <p:nvPr/>
        </p:nvSpPr>
        <p:spPr>
          <a:xfrm>
            <a:off x="4815190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EE2A24-9643-A8C2-6676-4B340F5C58DB}"/>
              </a:ext>
            </a:extLst>
          </p:cNvPr>
          <p:cNvSpPr/>
          <p:nvPr/>
        </p:nvSpPr>
        <p:spPr>
          <a:xfrm>
            <a:off x="5116747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04A03-248E-1C68-7E79-C7A10E8E6F21}"/>
              </a:ext>
            </a:extLst>
          </p:cNvPr>
          <p:cNvSpPr/>
          <p:nvPr/>
        </p:nvSpPr>
        <p:spPr>
          <a:xfrm>
            <a:off x="5418304" y="3142036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EE793F-41DA-BEE1-3CFC-BD837C8A54F7}"/>
              </a:ext>
            </a:extLst>
          </p:cNvPr>
          <p:cNvSpPr/>
          <p:nvPr/>
        </p:nvSpPr>
        <p:spPr>
          <a:xfrm>
            <a:off x="5719861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0162A-93E1-1C9B-FCC0-07C6E9F016D6}"/>
              </a:ext>
            </a:extLst>
          </p:cNvPr>
          <p:cNvSpPr/>
          <p:nvPr/>
        </p:nvSpPr>
        <p:spPr>
          <a:xfrm>
            <a:off x="6021418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4615-99A6-D029-A67B-2BD59662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ปฎิบัติการที่ 1.2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D46E-C95B-3CF9-3707-7ABA8DBA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จงเขียนโปรแกรมเพื่อส่งค่ารหัสประจำตัวที่เก็บให้หน่วยความจำ</a:t>
            </a:r>
            <a:r>
              <a:rPr lang="en-GB" dirty="0"/>
              <a:t> </a:t>
            </a:r>
            <a:r>
              <a:rPr lang="th-TH" dirty="0"/>
              <a:t>ที่ละไบส์อนุกรมผ่านพอร์ดที่0 (</a:t>
            </a:r>
            <a:r>
              <a:rPr lang="en-GB" dirty="0"/>
              <a:t>P0</a:t>
            </a:r>
            <a:r>
              <a:rPr lang="th-TH" dirty="0"/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C9A940-F2B7-E364-D913-507E7DD4B24D}"/>
              </a:ext>
            </a:extLst>
          </p:cNvPr>
          <p:cNvSpPr/>
          <p:nvPr/>
        </p:nvSpPr>
        <p:spPr>
          <a:xfrm>
            <a:off x="3910519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D0F50-2BEA-7521-E5D7-7E1367F673E5}"/>
              </a:ext>
            </a:extLst>
          </p:cNvPr>
          <p:cNvSpPr/>
          <p:nvPr/>
        </p:nvSpPr>
        <p:spPr>
          <a:xfrm>
            <a:off x="4212076" y="3142036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DCDF66-C854-983A-7BCD-835D6F67A50D}"/>
              </a:ext>
            </a:extLst>
          </p:cNvPr>
          <p:cNvSpPr/>
          <p:nvPr/>
        </p:nvSpPr>
        <p:spPr>
          <a:xfrm>
            <a:off x="4513633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FB81D-EB8A-81AE-092A-064F487F41F7}"/>
              </a:ext>
            </a:extLst>
          </p:cNvPr>
          <p:cNvSpPr/>
          <p:nvPr/>
        </p:nvSpPr>
        <p:spPr>
          <a:xfrm>
            <a:off x="4815190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04E20-795A-3354-A02B-7FBF561FB6A5}"/>
              </a:ext>
            </a:extLst>
          </p:cNvPr>
          <p:cNvSpPr/>
          <p:nvPr/>
        </p:nvSpPr>
        <p:spPr>
          <a:xfrm>
            <a:off x="5116747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0CCE20-2212-B20C-8471-B18282924064}"/>
              </a:ext>
            </a:extLst>
          </p:cNvPr>
          <p:cNvSpPr/>
          <p:nvPr/>
        </p:nvSpPr>
        <p:spPr>
          <a:xfrm>
            <a:off x="5418304" y="3142036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C952C8-E47F-DE72-2C9E-494244FD484C}"/>
              </a:ext>
            </a:extLst>
          </p:cNvPr>
          <p:cNvSpPr/>
          <p:nvPr/>
        </p:nvSpPr>
        <p:spPr>
          <a:xfrm>
            <a:off x="5719861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DCF889-919E-3A31-BCD0-E1E2DF9DA843}"/>
              </a:ext>
            </a:extLst>
          </p:cNvPr>
          <p:cNvSpPr/>
          <p:nvPr/>
        </p:nvSpPr>
        <p:spPr>
          <a:xfrm>
            <a:off x="6021418" y="3142035"/>
            <a:ext cx="3015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F09E3A-C767-095A-27C6-2B3CE653F25C}"/>
              </a:ext>
            </a:extLst>
          </p:cNvPr>
          <p:cNvSpPr/>
          <p:nvPr/>
        </p:nvSpPr>
        <p:spPr>
          <a:xfrm>
            <a:off x="7392211" y="3142035"/>
            <a:ext cx="301558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690BE-205A-FF4D-5227-D4E1BC800288}"/>
              </a:ext>
            </a:extLst>
          </p:cNvPr>
          <p:cNvSpPr txBox="1"/>
          <p:nvPr/>
        </p:nvSpPr>
        <p:spPr>
          <a:xfrm>
            <a:off x="7362216" y="2822432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70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04EA-F07F-AD89-0F2E-37E02D50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ปฎิบัติการที่ 1.3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4BE6-1ADD-F1E7-F503-B3C9631AF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จงเขียนโปรแกรมเพื่อส่งค่ารหัสประจำตัวที่เก็บให้หน่วยความจำ</a:t>
            </a:r>
            <a:r>
              <a:rPr lang="en-GB" dirty="0"/>
              <a:t> </a:t>
            </a:r>
            <a:r>
              <a:rPr lang="th-TH" dirty="0"/>
              <a:t>ที่ละไบส์ผ่านพอร์ดที่0 (</a:t>
            </a:r>
            <a:r>
              <a:rPr lang="en-GB" dirty="0"/>
              <a:t>P0</a:t>
            </a:r>
            <a:r>
              <a:rPr lang="th-TH" dirty="0"/>
              <a:t>)</a:t>
            </a:r>
            <a:endParaRPr lang="en-US" dirty="0"/>
          </a:p>
          <a:p>
            <a:pPr marL="0" indent="0">
              <a:buNone/>
            </a:pPr>
            <a:r>
              <a:rPr lang="th-TH" dirty="0"/>
              <a:t>โดยใช้โปรแกรมเพื่อสร้าง (</a:t>
            </a:r>
            <a:r>
              <a:rPr lang="en-US" dirty="0"/>
              <a:t>Loop) </a:t>
            </a:r>
            <a:r>
              <a:rPr lang="th-TH" dirty="0"/>
              <a:t>วนซ้ำ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9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4545-8562-D156-07D4-F036F52B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ปฎิบัติการที่ 1.4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FA70-EBDC-0A64-4FFA-691C13FE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จงเขียนโปรแกรมเพื่อส่งค่ารหัสประจำตัวที่เก็บให้หน่วยความจำ ที่ละไบส์ผ่านพอร์ดที่0 (</a:t>
            </a:r>
            <a:r>
              <a:rPr lang="en-US" dirty="0"/>
              <a:t>P0)</a:t>
            </a:r>
          </a:p>
          <a:p>
            <a:pPr marL="0" indent="0">
              <a:buNone/>
            </a:pPr>
            <a:r>
              <a:rPr lang="th-TH" dirty="0"/>
              <a:t>โดยใช้</a:t>
            </a:r>
            <a:r>
              <a:rPr lang="en-GB" dirty="0"/>
              <a:t> 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9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9228390CDEEC4A8C60D69E9D6BC03D" ma:contentTypeVersion="3" ma:contentTypeDescription="Create a new document." ma:contentTypeScope="" ma:versionID="9453125b64e80fd1033e1e0b9ecbae9e">
  <xsd:schema xmlns:xsd="http://www.w3.org/2001/XMLSchema" xmlns:xs="http://www.w3.org/2001/XMLSchema" xmlns:p="http://schemas.microsoft.com/office/2006/metadata/properties" xmlns:ns2="7dd8e061-c4e5-4099-b7a1-6f8d56b5da91" targetNamespace="http://schemas.microsoft.com/office/2006/metadata/properties" ma:root="true" ma:fieldsID="727ba6a45457011c53c1638c0219b3fa" ns2:_="">
    <xsd:import namespace="7dd8e061-c4e5-4099-b7a1-6f8d56b5d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d8e061-c4e5-4099-b7a1-6f8d56b5da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67FBCE-042B-4D53-AD2F-77C9C271B902}"/>
</file>

<file path=customXml/itemProps2.xml><?xml version="1.0" encoding="utf-8"?>
<ds:datastoreItem xmlns:ds="http://schemas.openxmlformats.org/officeDocument/2006/customXml" ds:itemID="{4496C6AA-852A-4BAF-8E2C-6C5E933F63C3}"/>
</file>

<file path=customXml/itemProps3.xml><?xml version="1.0" encoding="utf-8"?>
<ds:datastoreItem xmlns:ds="http://schemas.openxmlformats.org/officeDocument/2006/customXml" ds:itemID="{094511FF-4B53-456F-943A-DB843CE49AA1}"/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109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ปฎิบัติการที่ 1</vt:lpstr>
      <vt:lpstr>ปฎิบัติการที่ 1.1</vt:lpstr>
      <vt:lpstr>ปฎิบัติการที่ 1.2</vt:lpstr>
      <vt:lpstr>ปฎิบัติการที่ 1.3</vt:lpstr>
      <vt:lpstr>ปฎิบัติการที่ 1.4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ปฎิบัติการที่ 1</dc:title>
  <dc:creator>sangchai monkronthong</dc:creator>
  <cp:lastModifiedBy>sangchai monkronthong</cp:lastModifiedBy>
  <cp:revision>1</cp:revision>
  <dcterms:created xsi:type="dcterms:W3CDTF">2023-07-23T15:29:44Z</dcterms:created>
  <dcterms:modified xsi:type="dcterms:W3CDTF">2023-07-23T16:11:39Z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0x010100BB9228390CDEEC4A8C60D69E9D6BC03D</vt:lpwstr>
  </property>
</Properties>
</file>