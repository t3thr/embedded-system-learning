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B66075-44F5-5E88-03E0-B1761F8E81FF}" v="3" dt="2026-09-03T06:37:34.8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yawat Jaingern" userId="S::piyawatj67@nu.ac.th::de5d8f44-6300-4688-b9e0-019b557f57d3" providerId="AD" clId="Web-{59B66075-44F5-5E88-03E0-B1761F8E81FF}"/>
    <pc:docChg chg="modSld">
      <pc:chgData name="Piyawat Jaingern" userId="S::piyawatj67@nu.ac.th::de5d8f44-6300-4688-b9e0-019b557f57d3" providerId="AD" clId="Web-{59B66075-44F5-5E88-03E0-B1761F8E81FF}" dt="2026-09-03T06:37:34.872" v="2" actId="20577"/>
      <pc:docMkLst>
        <pc:docMk/>
      </pc:docMkLst>
      <pc:sldChg chg="modSp">
        <pc:chgData name="Piyawat Jaingern" userId="S::piyawatj67@nu.ac.th::de5d8f44-6300-4688-b9e0-019b557f57d3" providerId="AD" clId="Web-{59B66075-44F5-5E88-03E0-B1761F8E81FF}" dt="2026-09-03T06:37:34.872" v="2" actId="20577"/>
        <pc:sldMkLst>
          <pc:docMk/>
          <pc:sldMk cId="3006135515" sldId="258"/>
        </pc:sldMkLst>
        <pc:spChg chg="mod">
          <ac:chgData name="Piyawat Jaingern" userId="S::piyawatj67@nu.ac.th::de5d8f44-6300-4688-b9e0-019b557f57d3" providerId="AD" clId="Web-{59B66075-44F5-5E88-03E0-B1761F8E81FF}" dt="2026-09-03T06:37:34.872" v="2" actId="20577"/>
          <ac:spMkLst>
            <pc:docMk/>
            <pc:sldMk cId="3006135515" sldId="258"/>
            <ac:spMk id="3" creationId="{C65A3987-C507-0A27-FFC6-CE214D780AA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3467D-30B2-5F58-7F68-A7211392D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7F2176-FE2A-0CE2-A240-37708AC51E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B0246-D60C-BEA2-9D2E-6F60D4566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C0E3-6449-4E6D-A517-A1940610CE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B910D-C38E-5851-15AF-E1AE8FAF4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6619D-978D-CBAC-E6D9-F3E41DA5B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EE2A-5894-48B7-AE50-C8B24EDA4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15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8845A-8F44-E458-267B-6FABF49F1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E46DF-8F47-6676-7C37-30595B7F9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EB5A6-4D3F-F29B-6E2F-512F7511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C0E3-6449-4E6D-A517-A1940610CE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40155-D6AF-1D64-D2A8-DCE289BDC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BC32B-40A8-981C-9391-7A93671C0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EE2A-5894-48B7-AE50-C8B24EDA4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658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258B5-88A9-3B14-D42A-F23ADF5B5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90874E-6CEF-4CCC-C019-AE653D347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6742D-67CE-823C-4A7E-37C7D0A29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C0E3-6449-4E6D-A517-A1940610CE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F1845F-EF43-0889-3BCB-B794E8E2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197895-F0BC-F1FA-1226-496CDC6BC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EE2A-5894-48B7-AE50-C8B24EDA4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F75C4-30DD-E0FD-5699-3FBE99E19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587A1-EB8D-5A15-E20C-74C138E7B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7E4E82-D94C-9A3D-38D0-D4CDE64D8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74FA1-FF20-2A5D-58FA-90FAA9A16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C0E3-6449-4E6D-A517-A1940610CE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BE01B8-E16A-9E39-3ED1-A07E4C46F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D3C21-9025-9409-DFEC-86FB7CE81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EE2A-5894-48B7-AE50-C8B24EDA4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45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FC98E-B553-E1D0-FE5E-0CB1BF69F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671E2-1F71-8CB8-5237-CC5C25C7C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8B6D19-7E19-4D5C-8C63-2626D23EF7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DA048-3317-7CB3-D9CB-27550A19F8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3CFDD7-2D61-EE7E-9A2E-1E4D92788D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964679-ECF7-8079-644C-F3FA83E25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C0E3-6449-4E6D-A517-A1940610CE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CB15D6-0C88-2B50-F91C-4C39ADD56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A8FF50-6301-EE7E-FDED-792E7604D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EE2A-5894-48B7-AE50-C8B24EDA4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379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BCB99-CC4B-D75F-75F2-FAFFE564E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FBF705-B398-1B3A-AAE8-B37E469E3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C0E3-6449-4E6D-A517-A1940610CE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77F160-9EB8-AF6B-89BD-ABF8EDFCE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7B8A91-28AE-132B-5D2E-21FFCE957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EE2A-5894-48B7-AE50-C8B24EDA4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21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61162D-7F14-9CFB-F575-868FA734C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C0E3-6449-4E6D-A517-A1940610CE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EB61FF-61F5-3394-A28A-BEF8BD2D8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F55B0-4BF9-F127-AFA5-9AC0D421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EE2A-5894-48B7-AE50-C8B24EDA4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884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ABF76-D064-C533-260C-BECC76BA9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1F4204-3DC7-EDA5-9F34-82DB561273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CD3DFF-30BB-E57F-D7EB-022FD5445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08F61-C60E-670F-5E40-ABAD8F0C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C0E3-6449-4E6D-A517-A1940610CE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13883-C295-3BC1-5CC4-A95C4CE25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040D8-FE59-15B4-DB4B-9BDF2F380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EE2A-5894-48B7-AE50-C8B24EDA4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906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D850D-4CC9-6CD9-D480-6660D4DA0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5A56D6-5C04-BF0B-582B-7E27040FC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1FCE23-EA10-825E-66D8-EF0BDE32C7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B548E-0C95-F7CA-E59A-F9D533DEB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C0E3-6449-4E6D-A517-A1940610CE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61226-96DF-2116-8DBF-40527E308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D7F4C0-0231-91D8-30ED-71D768EFC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EE2A-5894-48B7-AE50-C8B24EDA4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508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5E597-E019-C02D-6522-ACE98595A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B500F-1F94-A81E-C2C8-A4A3659EA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B15D6-83D8-0A51-9F7D-A890B8850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C0E3-6449-4E6D-A517-A1940610CE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651D5-6231-F13F-366E-499548C00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D3EE0-85F1-D1B5-E881-A14402646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EE2A-5894-48B7-AE50-C8B24EDA4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32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845FE0-308D-BD2A-9491-1A53317158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E72A3-DDA5-7FAF-EC95-AFA8042BB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2C786-54EE-060C-04CD-3310C897A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AC0E3-6449-4E6D-A517-A1940610CE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9BCDA-C236-71FE-874F-816071F3F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452E-C423-2344-B727-1ADEFDD45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CEE2A-5894-48B7-AE50-C8B24EDA4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5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E74420-5087-4F0F-7C25-FD8D8E872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FE351-6618-4047-2669-12B421D5C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122E0-0EE9-47B4-A797-518C363990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AC0E3-6449-4E6D-A517-A1940610CEE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5E1FC-3BA3-CAA5-7D20-8EC592B7FF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C1582-DA48-928F-648B-EFC5B56226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CEE2A-5894-48B7-AE50-C8B24EDA49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138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java.com/en/download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D26B4-ABC4-0337-2C7F-89142F4E51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Lab 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D35FE-5817-53CA-D6E8-BC014A75D5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639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1FEDA-5E3B-53DF-3413-371A152C3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Installation of 8051 Simulator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A3987-C507-0A27-FFC6-CE214D780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Download EDSim51de and unzip</a:t>
            </a:r>
          </a:p>
          <a:p>
            <a:r>
              <a:rPr lang="en-US"/>
              <a:t>Install JRE latest version </a:t>
            </a:r>
            <a:r>
              <a:rPr lang="en-US">
                <a:hlinkClick r:id="rId2"/>
              </a:rPr>
              <a:t>Download Java for Windows</a:t>
            </a:r>
            <a:endParaRPr lang="en-US"/>
          </a:p>
          <a:p>
            <a:r>
              <a:rPr lang="en-US"/>
              <a:t>For Window 7 Install jarfix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560295-6DEF-533E-FF07-DD585B545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130" y="4866804"/>
            <a:ext cx="3267739" cy="10059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C9B221-B700-043A-634C-87DB5FD85160}"/>
              </a:ext>
            </a:extLst>
          </p:cNvPr>
          <p:cNvSpPr txBox="1"/>
          <p:nvPr/>
        </p:nvSpPr>
        <p:spPr>
          <a:xfrm>
            <a:off x="5225685" y="2902239"/>
            <a:ext cx="6092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http://johann.loefflmann.net/en/software/jarfix/index.html</a:t>
            </a:r>
          </a:p>
        </p:txBody>
      </p:sp>
    </p:spTree>
    <p:extLst>
      <p:ext uri="{BB962C8B-B14F-4D97-AF65-F5344CB8AC3E}">
        <p14:creationId xmlns:p14="http://schemas.microsoft.com/office/powerpoint/2010/main" val="3006135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เอกสาร" ma:contentTypeID="0x010100BB9228390CDEEC4A8C60D69E9D6BC03D" ma:contentTypeVersion="3" ma:contentTypeDescription="สร้างเอกสารใหม่" ma:contentTypeScope="" ma:versionID="04cb94b7f27d60d4f203153536961aa8">
  <xsd:schema xmlns:xsd="http://www.w3.org/2001/XMLSchema" xmlns:xs="http://www.w3.org/2001/XMLSchema" xmlns:p="http://schemas.microsoft.com/office/2006/metadata/properties" xmlns:ns2="7dd8e061-c4e5-4099-b7a1-6f8d56b5da91" targetNamespace="http://schemas.microsoft.com/office/2006/metadata/properties" ma:root="true" ma:fieldsID="ef61b79b511d9f1638ff5bdb9a637957" ns2:_="">
    <xsd:import namespace="7dd8e061-c4e5-4099-b7a1-6f8d56b5da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d8e061-c4e5-4099-b7a1-6f8d56b5da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ชนิดเนื้อหา"/>
        <xsd:element ref="dc:title" minOccurs="0" maxOccurs="1" ma:index="4" ma:displayName="ชื่อเรื่อง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F7F2FF-893D-4CCA-82FD-760F46D88E81}">
  <ds:schemaRefs>
    <ds:schemaRef ds:uri="7dd8e061-c4e5-4099-b7a1-6f8d56b5da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0B6F6CC-AF5A-4F3B-9DC3-C00411C96FA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0FA59F8-DAA0-4A20-9C8A-D2ED15ADD1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Lab 0</vt:lpstr>
      <vt:lpstr>Installation of 8051 Simulator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sangchai monkronthong</dc:creator>
  <cp:revision>1</cp:revision>
  <dcterms:created xsi:type="dcterms:W3CDTF">2023-07-16T14:48:21Z</dcterms:created>
  <dcterms:modified xsi:type="dcterms:W3CDTF">2026-09-03T06:37:36Z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0x010100BB9228390CDEEC4A8C60D69E9D6BC03D</vt:lpwstr>
  </property>
</Properties>
</file>