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bdf775ef304318" /><Relationship Type="http://schemas.openxmlformats.org/officeDocument/2006/relationships/extended-properties" Target="/docProps/app.xml" Id="R5f6e4afa35bd4b2d" /><Relationship Type="http://schemas.openxmlformats.org/officeDocument/2006/relationships/officeDocument" Target="/ppt/presentation.xml" Id="Rc05a3b8810a84f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b023db1f4c409b"/>
  </p:sldMasterIdLst>
  <p:notesMasterIdLst>
    <p:notesMasterId xmlns:r="http://schemas.openxmlformats.org/officeDocument/2006/relationships" r:id="R082827818bd54cd6"/>
  </p:notesMasterIdLst>
  <p:sldIdLst>
    <p:sldId xmlns:r="http://schemas.openxmlformats.org/officeDocument/2006/relationships" id="256" r:id="R41fc15338d0d461c"/>
    <p:sldId xmlns:r="http://schemas.openxmlformats.org/officeDocument/2006/relationships" id="257" r:id="Rb4f906e4e39f4807"/>
    <p:sldId xmlns:r="http://schemas.openxmlformats.org/officeDocument/2006/relationships" id="258" r:id="R71be3fc237be4bd5"/>
    <p:sldId xmlns:r="http://schemas.openxmlformats.org/officeDocument/2006/relationships" id="259" r:id="Raf1dd866c4274c90"/>
    <p:sldId xmlns:r="http://schemas.openxmlformats.org/officeDocument/2006/relationships" id="260" r:id="Re4b965ce90934aac"/>
    <p:sldId xmlns:r="http://schemas.openxmlformats.org/officeDocument/2006/relationships" id="261" r:id="R55a9342aaecf4fc7"/>
    <p:sldId xmlns:r="http://schemas.openxmlformats.org/officeDocument/2006/relationships" id="262" r:id="Rcbe7080878f54ee4"/>
    <p:sldId xmlns:r="http://schemas.openxmlformats.org/officeDocument/2006/relationships" id="263" r:id="R63b2acf6ec9b47af"/>
    <p:sldId xmlns:r="http://schemas.openxmlformats.org/officeDocument/2006/relationships" id="264" r:id="R6fdbfbd7b45d4c62"/>
    <p:sldId xmlns:r="http://schemas.openxmlformats.org/officeDocument/2006/relationships" id="265" r:id="R7e1d797d162941aa"/>
    <p:sldId xmlns:r="http://schemas.openxmlformats.org/officeDocument/2006/relationships" id="266" r:id="R322ec1ad0ca14473"/>
    <p:sldId xmlns:r="http://schemas.openxmlformats.org/officeDocument/2006/relationships" id="267" r:id="Rd3bb9cb508ad43f8"/>
    <p:sldId xmlns:r="http://schemas.openxmlformats.org/officeDocument/2006/relationships" id="268" r:id="Re87b6422e68e4a2b"/>
    <p:sldId xmlns:r="http://schemas.openxmlformats.org/officeDocument/2006/relationships" id="269" r:id="R22356c892d864b17"/>
    <p:sldId xmlns:r="http://schemas.openxmlformats.org/officeDocument/2006/relationships" id="270" r:id="R939e91ea32374c69"/>
    <p:sldId xmlns:r="http://schemas.openxmlformats.org/officeDocument/2006/relationships" id="271" r:id="R028969c5823c47f8"/>
    <p:sldId xmlns:r="http://schemas.openxmlformats.org/officeDocument/2006/relationships" id="272" r:id="Rd7c5432129514f75"/>
    <p:sldId xmlns:r="http://schemas.openxmlformats.org/officeDocument/2006/relationships" id="273" r:id="Rd3db979c7497452d"/>
    <p:sldId xmlns:r="http://schemas.openxmlformats.org/officeDocument/2006/relationships" id="274" r:id="Rc42f74153b524fe9"/>
    <p:sldId xmlns:r="http://schemas.openxmlformats.org/officeDocument/2006/relationships" id="275" r:id="R6dcc55c2fddb41c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8dea833e364c53" /><Relationship Type="http://schemas.openxmlformats.org/officeDocument/2006/relationships/slideMaster" Target="/ppt/slideMasters/slideMaster1.xml" Id="R7bb023db1f4c409b" /><Relationship Type="http://schemas.openxmlformats.org/officeDocument/2006/relationships/notesMaster" Target="/ppt/notesMasters/notesMaster1.xml" Id="R082827818bd54cd6" /><Relationship Type="http://schemas.openxmlformats.org/officeDocument/2006/relationships/presProps" Target="/ppt/presProps.xml" Id="R7b16fddbbb2449ac" /><Relationship Type="http://schemas.openxmlformats.org/officeDocument/2006/relationships/tableStyles" Target="/ppt/tableStyles.xml" Id="Rdc730985075a4d94" /><Relationship Type="http://schemas.openxmlformats.org/officeDocument/2006/relationships/slide" Target="/ppt/slides/slide1.xml" Id="R41fc15338d0d461c" /><Relationship Type="http://schemas.openxmlformats.org/officeDocument/2006/relationships/slide" Target="/ppt/slides/slide2.xml" Id="Rb4f906e4e39f4807" /><Relationship Type="http://schemas.openxmlformats.org/officeDocument/2006/relationships/slide" Target="/ppt/slides/slide3.xml" Id="R71be3fc237be4bd5" /><Relationship Type="http://schemas.openxmlformats.org/officeDocument/2006/relationships/slide" Target="/ppt/slides/slide4.xml" Id="Raf1dd866c4274c90" /><Relationship Type="http://schemas.openxmlformats.org/officeDocument/2006/relationships/slide" Target="/ppt/slides/slide5.xml" Id="Re4b965ce90934aac" /><Relationship Type="http://schemas.openxmlformats.org/officeDocument/2006/relationships/slide" Target="/ppt/slides/slide6.xml" Id="R55a9342aaecf4fc7" /><Relationship Type="http://schemas.openxmlformats.org/officeDocument/2006/relationships/slide" Target="/ppt/slides/slide7.xml" Id="Rcbe7080878f54ee4" /><Relationship Type="http://schemas.openxmlformats.org/officeDocument/2006/relationships/slide" Target="/ppt/slides/slide8.xml" Id="R63b2acf6ec9b47af" /><Relationship Type="http://schemas.openxmlformats.org/officeDocument/2006/relationships/slide" Target="/ppt/slides/slide9.xml" Id="R6fdbfbd7b45d4c62" /><Relationship Type="http://schemas.openxmlformats.org/officeDocument/2006/relationships/slide" Target="/ppt/slides/slide10.xml" Id="R7e1d797d162941aa" /><Relationship Type="http://schemas.openxmlformats.org/officeDocument/2006/relationships/slide" Target="/ppt/slides/slide11.xml" Id="R322ec1ad0ca14473" /><Relationship Type="http://schemas.openxmlformats.org/officeDocument/2006/relationships/slide" Target="/ppt/slides/slide12.xml" Id="Rd3bb9cb508ad43f8" /><Relationship Type="http://schemas.openxmlformats.org/officeDocument/2006/relationships/slide" Target="/ppt/slides/slide13.xml" Id="Re87b6422e68e4a2b" /><Relationship Type="http://schemas.openxmlformats.org/officeDocument/2006/relationships/slide" Target="/ppt/slides/slide14.xml" Id="R22356c892d864b17" /><Relationship Type="http://schemas.openxmlformats.org/officeDocument/2006/relationships/slide" Target="/ppt/slides/slide15.xml" Id="R939e91ea32374c69" /><Relationship Type="http://schemas.openxmlformats.org/officeDocument/2006/relationships/slide" Target="/ppt/slides/slide16.xml" Id="R028969c5823c47f8" /><Relationship Type="http://schemas.openxmlformats.org/officeDocument/2006/relationships/slide" Target="/ppt/slides/slide17.xml" Id="Rd7c5432129514f75" /><Relationship Type="http://schemas.openxmlformats.org/officeDocument/2006/relationships/slide" Target="/ppt/slides/slide18.xml" Id="Rd3db979c7497452d" /><Relationship Type="http://schemas.openxmlformats.org/officeDocument/2006/relationships/slide" Target="/ppt/slides/slide19.xml" Id="Rc42f74153b524fe9" /><Relationship Type="http://schemas.openxmlformats.org/officeDocument/2006/relationships/slide" Target="/ppt/slides/slide20.xml" Id="R6dcc55c2fddb41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397c0f5c554a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06a60d40244a43" /><Relationship Type="http://schemas.openxmlformats.org/officeDocument/2006/relationships/notesMaster" Target="/ppt/notesMasters/notesMaster1.xml" Id="Raba6cee65f1e4c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157a410ba54103" /><Relationship Type="http://schemas.openxmlformats.org/officeDocument/2006/relationships/notesMaster" Target="/ppt/notesMasters/notesMaster1.xml" Id="Rd6909ee6bc6744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028a87cd504a24" /><Relationship Type="http://schemas.openxmlformats.org/officeDocument/2006/relationships/notesMaster" Target="/ppt/notesMasters/notesMaster1.xml" Id="Rb5b0783bb6274b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adb95b7ec94a5a" /><Relationship Type="http://schemas.openxmlformats.org/officeDocument/2006/relationships/notesMaster" Target="/ppt/notesMasters/notesMaster1.xml" Id="R655acceadfd94a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6b3bdf4952490f" /><Relationship Type="http://schemas.openxmlformats.org/officeDocument/2006/relationships/notesMaster" Target="/ppt/notesMasters/notesMaster1.xml" Id="Rf90023ad49dd45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86657abb9d4049" /><Relationship Type="http://schemas.openxmlformats.org/officeDocument/2006/relationships/notesMaster" Target="/ppt/notesMasters/notesMaster1.xml" Id="Rfa417386f9ba40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45631c8bcc4283" /><Relationship Type="http://schemas.openxmlformats.org/officeDocument/2006/relationships/notesMaster" Target="/ppt/notesMasters/notesMaster1.xml" Id="R7726420c7fbc4f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9a0e4e24484013" /><Relationship Type="http://schemas.openxmlformats.org/officeDocument/2006/relationships/notesMaster" Target="/ppt/notesMasters/notesMaster1.xml" Id="R17dcafe1ad7e46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a22b6cc311457d" /><Relationship Type="http://schemas.openxmlformats.org/officeDocument/2006/relationships/notesMaster" Target="/ppt/notesMasters/notesMaster1.xml" Id="R4b2554e027de49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ecb8d31485465e" /><Relationship Type="http://schemas.openxmlformats.org/officeDocument/2006/relationships/notesMaster" Target="/ppt/notesMasters/notesMaster1.xml" Id="Rf3570dea78da47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a764f588424f34" /><Relationship Type="http://schemas.openxmlformats.org/officeDocument/2006/relationships/notesMaster" Target="/ppt/notesMasters/notesMaster1.xml" Id="R55562342802044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1ffb38a18845ce" /><Relationship Type="http://schemas.openxmlformats.org/officeDocument/2006/relationships/notesMaster" Target="/ppt/notesMasters/notesMaster1.xml" Id="R1ddf858531db48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2e499c0beb4f8a" /><Relationship Type="http://schemas.openxmlformats.org/officeDocument/2006/relationships/notesMaster" Target="/ppt/notesMasters/notesMaster1.xml" Id="Rc466060330bc44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ed7cf5527347cb" /><Relationship Type="http://schemas.openxmlformats.org/officeDocument/2006/relationships/notesMaster" Target="/ppt/notesMasters/notesMaster1.xml" Id="R7b0e9115bca7452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7d573198524fd6" /><Relationship Type="http://schemas.openxmlformats.org/officeDocument/2006/relationships/notesMaster" Target="/ppt/notesMasters/notesMaster1.xml" Id="R271a2b328e52488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0d632664b84b40" /><Relationship Type="http://schemas.openxmlformats.org/officeDocument/2006/relationships/notesMaster" Target="/ppt/notesMasters/notesMaster1.xml" Id="R760ed0afded548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d9b12391e34530" /><Relationship Type="http://schemas.openxmlformats.org/officeDocument/2006/relationships/notesMaster" Target="/ppt/notesMasters/notesMaster1.xml" Id="R9d53522769a744b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5510a16b0a487e" /><Relationship Type="http://schemas.openxmlformats.org/officeDocument/2006/relationships/notesMaster" Target="/ppt/notesMasters/notesMaster1.xml" Id="Rd559fdc8212e4d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ccc9d3610a74709" /><Relationship Type="http://schemas.openxmlformats.org/officeDocument/2006/relationships/notesMaster" Target="/ppt/notesMasters/notesMaster1.xml" Id="R2f21632427ae488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64cf931c6ca4ade" /><Relationship Type="http://schemas.openxmlformats.org/officeDocument/2006/relationships/notesMaster" Target="/ppt/notesMasters/notesMaster1.xml" Id="R6da70d2e9b6645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อ้างอิง: PROPOSED_SOLUTION_DESIGN.md และ assignment/ASSIGNMENT_BREAKDOWN.md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PROPOSED_SOLUTION_DESIGN.md ข้อ 2–3 และภาพข้อกำหนดอาจารย์ หน้า 13–14</a:t>
            </a:r>
          </a:p>
          <a:p xmlns:a="http://schemas.openxmlformats.org/drawingml/2006/main">
            <a:r>
              <a:t>รูปเป็นภาพอธิบายหลักการ ไม่ได้แสดงระยะตามมาตราส่วน ลำแสงจริงติดเยื้องระนาบบานเพื่อไม่ให้บานบังเซนเซอร์เอง การ coast ไม่ได้หยุดการเคลื่อนที่ทางกลทันที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อ้างอิง: PROPOSED_SOLUTION_DESIGN.md และ assignment/ASSIGNMENT_BREAKDOWN.md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อ้างอิง: PROPOSED_SOLUTION_DESIGN.md และ assignment/ASSIGNMENT_BREAKDOWN.md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PROPOSED_SOLUTION_DESIGN.md ข้อ 4.3–4.4. มอเตอร์มีพิกัด 12 V แต่แรงดันขั้วมอเตอร์จริงต่ำกว่าแหล่งจ่ายเนื่องจาก L293D และตัวต้านทานอนุกรม ต้องวัดกระแสและความร้อนจริง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อ้างอิง: PROPOSED_SOLUTION_DESIGN.md และ assignment/ASSIGNMENT_BREAKDOWN.md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อ้างอิง: PROPOSED_SOLUTION_DESIGN.md และ assignment/ASSIGNMENT_BREAKDOWN.md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SLIDING_DOOR_CLASSROOM.asm: START ถึง StartClosed. ตัดบรรทัด R0 ที่ใช้บันทึกรหัสสถานะออกจากสไลด์เพื่อความกระชับ ไฟล์ฉบับเต็มอยู่ใน firmware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อ้างอิง: PROPOSED_SOLUTION_DESIGN.md และ assignment/ASSIGNMENT_BREAKDOWN.md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firmware/SLIDING_DOOR_CLASSROOM.asm บล็อก ClosedState. แสดงเฉพาะส่วนสำคัญ ไม่ใช่โปรแกรมที่ประกอบได้ลำพัง ใช้ไฟล์ฉบับเต็มสำหรับ EdSim51.</a:t>
            </a:r>
          </a:p>
          <a:p xmlns:a="http://schemas.openxmlformats.org/drawingml/2006/main">
            <a:r>
              <a:t>บล็อกต้นฉบับครบถ้วน:</a:t>
            </a:r>
          </a:p>
          <a:p xmlns:a="http://schemas.openxmlformats.org/drawingml/2006/main">
            <a:r>
              <a:t>ClosedState:</a:t>
            </a:r>
          </a:p>
          <a:p xmlns:a="http://schemas.openxmlformats.org/drawingml/2006/main">
            <a:r>
              <a:t>    SETB P1.2</a:t>
            </a:r>
          </a:p>
          <a:p xmlns:a="http://schemas.openxmlformats.org/drawingml/2006/main">
            <a:r>
              <a:t>    MOV  R0,#01H</a:t>
            </a:r>
          </a:p>
          <a:p xmlns:a="http://schemas.openxmlformats.org/drawingml/2006/main">
            <a:r>
              <a:t>    MOV  P0,#0F9H</a:t>
            </a:r>
          </a:p>
          <a:p xmlns:a="http://schemas.openxmlformats.org/drawingml/2006/main">
            <a:r>
              <a:t>    MOV  P1,#0FCH</a:t>
            </a:r>
          </a:p>
          <a:p xmlns:a="http://schemas.openxmlformats.org/drawingml/2006/main">
            <a:r>
              <a:t>    MOV  R1,#10</a:t>
            </a:r>
          </a:p>
          <a:p xmlns:a="http://schemas.openxmlformats.org/drawingml/2006/main">
            <a:r>
              <a:t>ClosedSettle:</a:t>
            </a:r>
          </a:p>
          <a:p xmlns:a="http://schemas.openxmlformats.org/drawingml/2006/main">
            <a:r>
              <a:t>    CALL Delay</a:t>
            </a:r>
          </a:p>
          <a:p xmlns:a="http://schemas.openxmlformats.org/drawingml/2006/main">
            <a:r>
              <a:t>    DJNZ R1,ClosedSettle</a:t>
            </a:r>
          </a:p>
          <a:p xmlns:a="http://schemas.openxmlformats.org/drawingml/2006/main">
            <a:r>
              <a:t>ClosedLoop:</a:t>
            </a:r>
          </a:p>
          <a:p xmlns:a="http://schemas.openxmlformats.org/drawingml/2006/main">
            <a:r>
              <a:t>    JB   P2.7,ClosedFault</a:t>
            </a:r>
          </a:p>
          <a:p xmlns:a="http://schemas.openxmlformats.org/drawingml/2006/main">
            <a:r>
              <a:t>    JB   P2.4,ClosedFault</a:t>
            </a:r>
          </a:p>
          <a:p xmlns:a="http://schemas.openxmlformats.org/drawingml/2006/main">
            <a:r>
              <a:t>    JNB  P2.0,ClosedPress</a:t>
            </a:r>
          </a:p>
          <a:p xmlns:a="http://schemas.openxmlformats.org/drawingml/2006/main">
            <a:r>
              <a:t>    JNB  P2.1,ClosedPress</a:t>
            </a:r>
          </a:p>
          <a:p xmlns:a="http://schemas.openxmlformats.org/drawingml/2006/main">
            <a:r>
              <a:t>    SJMP ClosedLoop</a:t>
            </a:r>
          </a:p>
          <a:p xmlns:a="http://schemas.openxmlformats.org/drawingml/2006/main">
            <a:r>
              <a:t>ClosedPress:</a:t>
            </a:r>
          </a:p>
          <a:p xmlns:a="http://schemas.openxmlformats.org/drawingml/2006/main">
            <a:r>
              <a:t>    CALL Delay</a:t>
            </a:r>
          </a:p>
          <a:p xmlns:a="http://schemas.openxmlformats.org/drawingml/2006/main">
            <a:r>
              <a:t>    JNB  P2.0,ClosedGo</a:t>
            </a:r>
          </a:p>
          <a:p xmlns:a="http://schemas.openxmlformats.org/drawingml/2006/main">
            <a:r>
              <a:t>    JNB  P2.1,ClosedGo</a:t>
            </a:r>
          </a:p>
          <a:p xmlns:a="http://schemas.openxmlformats.org/drawingml/2006/main">
            <a:r>
              <a:t>    SJMP ClosedLoop</a:t>
            </a:r>
          </a:p>
          <a:p xmlns:a="http://schemas.openxmlformats.org/drawingml/2006/main">
            <a:r>
              <a:t>ClosedGo:</a:t>
            </a:r>
          </a:p>
          <a:p xmlns:a="http://schemas.openxmlformats.org/drawingml/2006/main">
            <a:r>
              <a:t>    LJMP OpeningState</a:t>
            </a:r>
          </a:p>
          <a:p xmlns:a="http://schemas.openxmlformats.org/drawingml/2006/main">
            <a:r>
              <a:t>ClosedFault:</a:t>
            </a:r>
          </a:p>
          <a:p xmlns:a="http://schemas.openxmlformats.org/drawingml/2006/main">
            <a:r>
              <a:t>    LJMP FaultState</a:t>
            </a:r>
          </a:p>
          <a:p xmlns:a="http://schemas.openxmlformats.org/drawingml/2006/main">
            <a:r>
              <a:t>ส่วนเข้ารัฐก่อน ClosedLoop ถูกแสดงเป็นค่า P0/P1 และข้อความอธิบายด้านซ้าย ไฟล์เต็มมี ClosedSettle: CALL Delay และ DJNZ R1,ClosedSettle ซึ่งหน่วง 200 ms ก่อน ClosedLoop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firmware/SLIDING_DOOR_CLASSROOM.asm บล็อก OpeningState. แสดงเฉพาะส่วนสำคัญ ไม่ใช่โปรแกรมที่ประกอบได้ลำพัง ใช้ไฟล์ฉบับเต็มสำหรับ EdSim51.</a:t>
            </a:r>
          </a:p>
          <a:p xmlns:a="http://schemas.openxmlformats.org/drawingml/2006/main">
            <a:r>
              <a:t>บล็อกต้นฉบับครบถ้วน:</a:t>
            </a:r>
          </a:p>
          <a:p xmlns:a="http://schemas.openxmlformats.org/drawingml/2006/main">
            <a:r>
              <a:t>OpeningState:</a:t>
            </a:r>
          </a:p>
          <a:p xmlns:a="http://schemas.openxmlformats.org/drawingml/2006/main">
            <a:r>
              <a:t>    SETB P1.2</a:t>
            </a:r>
          </a:p>
          <a:p xmlns:a="http://schemas.openxmlformats.org/drawingml/2006/main">
            <a:r>
              <a:t>    MOV  R0,#02H</a:t>
            </a:r>
          </a:p>
          <a:p xmlns:a="http://schemas.openxmlformats.org/drawingml/2006/main">
            <a:r>
              <a:t>    MOV  P0,#0FAH</a:t>
            </a:r>
          </a:p>
          <a:p xmlns:a="http://schemas.openxmlformats.org/drawingml/2006/main">
            <a:r>
              <a:t>    MOV  P1,#0DDH</a:t>
            </a:r>
          </a:p>
          <a:p xmlns:a="http://schemas.openxmlformats.org/drawingml/2006/main">
            <a:r>
              <a:t>    MOV  P1,#0D9H</a:t>
            </a:r>
          </a:p>
          <a:p xmlns:a="http://schemas.openxmlformats.org/drawingml/2006/main">
            <a:r>
              <a:t>    MOV  R1,#250</a:t>
            </a:r>
          </a:p>
          <a:p xmlns:a="http://schemas.openxmlformats.org/drawingml/2006/main">
            <a:r>
              <a:t>OpeningLoop:</a:t>
            </a:r>
          </a:p>
          <a:p xmlns:a="http://schemas.openxmlformats.org/drawingml/2006/main">
            <a:r>
              <a:t>    JB   P2.7,OpeningFault</a:t>
            </a:r>
          </a:p>
          <a:p xmlns:a="http://schemas.openxmlformats.org/drawingml/2006/main">
            <a:r>
              <a:t>    JNB  P2.3,OpeningDone</a:t>
            </a:r>
          </a:p>
          <a:p xmlns:a="http://schemas.openxmlformats.org/drawingml/2006/main">
            <a:r>
              <a:t>    CALL Delay</a:t>
            </a:r>
          </a:p>
          <a:p xmlns:a="http://schemas.openxmlformats.org/drawingml/2006/main">
            <a:r>
              <a:t>    DJNZ R1,OpeningLoop</a:t>
            </a:r>
          </a:p>
          <a:p xmlns:a="http://schemas.openxmlformats.org/drawingml/2006/main">
            <a:r>
              <a:t>OpeningFault:</a:t>
            </a:r>
          </a:p>
          <a:p xmlns:a="http://schemas.openxmlformats.org/drawingml/2006/main">
            <a:r>
              <a:t>    LJMP FaultState</a:t>
            </a:r>
          </a:p>
          <a:p xmlns:a="http://schemas.openxmlformats.org/drawingml/2006/main">
            <a:r>
              <a:t>OpeningDone:</a:t>
            </a:r>
          </a:p>
          <a:p xmlns:a="http://schemas.openxmlformats.org/drawingml/2006/main">
            <a:r>
              <a:t>    LJMP HoldState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firmware/SLIDING_DOOR_CLASSROOM.asm บล็อก HoldState. แสดงเฉพาะส่วนสำคัญ ไม่ใช่โปรแกรมที่ประกอบได้ลำพัง ใช้ไฟล์ฉบับเต็มสำหรับ EdSim51.</a:t>
            </a:r>
          </a:p>
          <a:p xmlns:a="http://schemas.openxmlformats.org/drawingml/2006/main">
            <a:r>
              <a:t>บล็อกต้นฉบับครบถ้วน:</a:t>
            </a:r>
          </a:p>
          <a:p xmlns:a="http://schemas.openxmlformats.org/drawingml/2006/main">
            <a:r>
              <a:t>HoldState:</a:t>
            </a:r>
          </a:p>
          <a:p xmlns:a="http://schemas.openxmlformats.org/drawingml/2006/main">
            <a:r>
              <a:t>    SETB P1.2</a:t>
            </a:r>
          </a:p>
          <a:p xmlns:a="http://schemas.openxmlformats.org/drawingml/2006/main">
            <a:r>
              <a:t>    MOV  R0,#03H</a:t>
            </a:r>
          </a:p>
          <a:p xmlns:a="http://schemas.openxmlformats.org/drawingml/2006/main">
            <a:r>
              <a:t>    MOV  P0,#0FBH</a:t>
            </a:r>
          </a:p>
          <a:p xmlns:a="http://schemas.openxmlformats.org/drawingml/2006/main">
            <a:r>
              <a:t>    MOV  P1,#0DCH</a:t>
            </a:r>
          </a:p>
          <a:p xmlns:a="http://schemas.openxmlformats.org/drawingml/2006/main">
            <a:r>
              <a:t>HoldRestart:</a:t>
            </a:r>
          </a:p>
          <a:p xmlns:a="http://schemas.openxmlformats.org/drawingml/2006/main">
            <a:r>
              <a:t>    MOV  R1,#150</a:t>
            </a:r>
          </a:p>
          <a:p xmlns:a="http://schemas.openxmlformats.org/drawingml/2006/main">
            <a:r>
              <a:t>HoldLoop:</a:t>
            </a:r>
          </a:p>
          <a:p xmlns:a="http://schemas.openxmlformats.org/drawingml/2006/main">
            <a:r>
              <a:t>    JB   P2.7,HoldFault</a:t>
            </a:r>
          </a:p>
          <a:p xmlns:a="http://schemas.openxmlformats.org/drawingml/2006/main">
            <a:r>
              <a:t>    JB   P2.3,HoldFault</a:t>
            </a:r>
          </a:p>
          <a:p xmlns:a="http://schemas.openxmlformats.org/drawingml/2006/main">
            <a:r>
              <a:t>    JB   P2.2,HoldRestart</a:t>
            </a:r>
          </a:p>
          <a:p xmlns:a="http://schemas.openxmlformats.org/drawingml/2006/main">
            <a:r>
              <a:t>    JB   P2.5,HoldRestart</a:t>
            </a:r>
          </a:p>
          <a:p xmlns:a="http://schemas.openxmlformats.org/drawingml/2006/main">
            <a:r>
              <a:t>    JNB  P2.0,HoldRestart</a:t>
            </a:r>
          </a:p>
          <a:p xmlns:a="http://schemas.openxmlformats.org/drawingml/2006/main">
            <a:r>
              <a:t>    JNB  P2.1,HoldRestart</a:t>
            </a:r>
          </a:p>
          <a:p xmlns:a="http://schemas.openxmlformats.org/drawingml/2006/main">
            <a:r>
              <a:t>    CALL Delay</a:t>
            </a:r>
          </a:p>
          <a:p xmlns:a="http://schemas.openxmlformats.org/drawingml/2006/main">
            <a:r>
              <a:t>    DJNZ R1,HoldLoop</a:t>
            </a:r>
          </a:p>
          <a:p xmlns:a="http://schemas.openxmlformats.org/drawingml/2006/main">
            <a:r>
              <a:t>    LJMP ClosingState</a:t>
            </a:r>
          </a:p>
          <a:p xmlns:a="http://schemas.openxmlformats.org/drawingml/2006/main">
            <a:r>
              <a:t>HoldFault:</a:t>
            </a:r>
          </a:p>
          <a:p xmlns:a="http://schemas.openxmlformats.org/drawingml/2006/main">
            <a:r>
              <a:t>    LJMP FaultState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firmware/SLIDING_DOOR_CLASSROOM.asm บล็อก ClosingState. แสดงเฉพาะส่วนสำคัญ ไม่ใช่โปรแกรมที่ประกอบได้ลำพัง ใช้ไฟล์ฉบับเต็มสำหรับ EdSim51.</a:t>
            </a:r>
          </a:p>
          <a:p xmlns:a="http://schemas.openxmlformats.org/drawingml/2006/main">
            <a:r>
              <a:t>บล็อกต้นฉบับครบถ้วน:</a:t>
            </a:r>
          </a:p>
          <a:p xmlns:a="http://schemas.openxmlformats.org/drawingml/2006/main">
            <a:r>
              <a:t>ClosingState:</a:t>
            </a:r>
          </a:p>
          <a:p xmlns:a="http://schemas.openxmlformats.org/drawingml/2006/main">
            <a:r>
              <a:t>    SETB P1.2</a:t>
            </a:r>
          </a:p>
          <a:p xmlns:a="http://schemas.openxmlformats.org/drawingml/2006/main">
            <a:r>
              <a:t>    MOV  R0,#04H</a:t>
            </a:r>
          </a:p>
          <a:p xmlns:a="http://schemas.openxmlformats.org/drawingml/2006/main">
            <a:r>
              <a:t>    MOV  P0,#0FCH</a:t>
            </a:r>
          </a:p>
          <a:p xmlns:a="http://schemas.openxmlformats.org/drawingml/2006/main">
            <a:r>
              <a:t>    MOV  P1,#06EH</a:t>
            </a:r>
          </a:p>
          <a:p xmlns:a="http://schemas.openxmlformats.org/drawingml/2006/main">
            <a:r>
              <a:t>    MOV  P1,#06AH</a:t>
            </a:r>
          </a:p>
          <a:p xmlns:a="http://schemas.openxmlformats.org/drawingml/2006/main">
            <a:r>
              <a:t>    MOV  R1,#250</a:t>
            </a:r>
          </a:p>
          <a:p xmlns:a="http://schemas.openxmlformats.org/drawingml/2006/main">
            <a:r>
              <a:t>ClosingLoop:</a:t>
            </a:r>
          </a:p>
          <a:p xmlns:a="http://schemas.openxmlformats.org/drawingml/2006/main">
            <a:r>
              <a:t>    JB   P2.7,ClosingFault</a:t>
            </a:r>
          </a:p>
          <a:p xmlns:a="http://schemas.openxmlformats.org/drawingml/2006/main">
            <a:r>
              <a:t>    JB   P2.2,ClosingStop</a:t>
            </a:r>
          </a:p>
          <a:p xmlns:a="http://schemas.openxmlformats.org/drawingml/2006/main">
            <a:r>
              <a:t>    JB   P2.5,ClosingStop</a:t>
            </a:r>
          </a:p>
          <a:p xmlns:a="http://schemas.openxmlformats.org/drawingml/2006/main">
            <a:r>
              <a:t>    JNB  P2.0,ClosingStop</a:t>
            </a:r>
          </a:p>
          <a:p xmlns:a="http://schemas.openxmlformats.org/drawingml/2006/main">
            <a:r>
              <a:t>    JNB  P2.1,ClosingStop</a:t>
            </a:r>
          </a:p>
          <a:p xmlns:a="http://schemas.openxmlformats.org/drawingml/2006/main">
            <a:r>
              <a:t>    JNB  P2.4,ClosingDone</a:t>
            </a:r>
          </a:p>
          <a:p xmlns:a="http://schemas.openxmlformats.org/drawingml/2006/main">
            <a:r>
              <a:t>    CALL Delay</a:t>
            </a:r>
          </a:p>
          <a:p xmlns:a="http://schemas.openxmlformats.org/drawingml/2006/main">
            <a:r>
              <a:t>    DJNZ R1,ClosingLoop</a:t>
            </a:r>
          </a:p>
          <a:p xmlns:a="http://schemas.openxmlformats.org/drawingml/2006/main">
            <a:r>
              <a:t>ClosingFault:</a:t>
            </a:r>
          </a:p>
          <a:p xmlns:a="http://schemas.openxmlformats.org/drawingml/2006/main">
            <a:r>
              <a:t>    LJMP FaultState</a:t>
            </a:r>
          </a:p>
          <a:p xmlns:a="http://schemas.openxmlformats.org/drawingml/2006/main">
            <a:r>
              <a:t>ClosingStop:</a:t>
            </a:r>
          </a:p>
          <a:p xmlns:a="http://schemas.openxmlformats.org/drawingml/2006/main">
            <a:r>
              <a:t>    SETB P1.2</a:t>
            </a:r>
          </a:p>
          <a:p xmlns:a="http://schemas.openxmlformats.org/drawingml/2006/main">
            <a:r>
              <a:t>    LJMP RevWaitState</a:t>
            </a:r>
          </a:p>
          <a:p xmlns:a="http://schemas.openxmlformats.org/drawingml/2006/main">
            <a:r>
              <a:t>ClosingDone:</a:t>
            </a:r>
          </a:p>
          <a:p xmlns:a="http://schemas.openxmlformats.org/drawingml/2006/main">
            <a:r>
              <a:t>    LJMP ClosedState</a:t>
            </a:r>
          </a:p>
          <a:p xmlns:a="http://schemas.openxmlformats.org/drawingml/2006/main">
            <a:r>
              <a:t>สไลด์แสดงจากการตั้ง R1 จนถึงปลายบล็อก ClosingDone ส่วนตั้งเอาต์พุตก่อนหน้านี้แสดงเป็นค่า P0/P1 ด้านซ้าย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firmware/SLIDING_DOOR_CLASSROOM.asm บล็อก RevWaitState. แสดงเฉพาะส่วนสำคัญ ไม่ใช่โปรแกรมที่ประกอบได้ลำพัง ใช้ไฟล์ฉบับเต็มสำหรับ EdSim51.</a:t>
            </a:r>
          </a:p>
          <a:p xmlns:a="http://schemas.openxmlformats.org/drawingml/2006/main">
            <a:r>
              <a:t>บล็อกต้นฉบับครบถ้วน:</a:t>
            </a:r>
          </a:p>
          <a:p xmlns:a="http://schemas.openxmlformats.org/drawingml/2006/main">
            <a:r>
              <a:t>RevWaitState:</a:t>
            </a:r>
          </a:p>
          <a:p xmlns:a="http://schemas.openxmlformats.org/drawingml/2006/main">
            <a:r>
              <a:t>    SETB P1.2</a:t>
            </a:r>
          </a:p>
          <a:p xmlns:a="http://schemas.openxmlformats.org/drawingml/2006/main">
            <a:r>
              <a:t>    MOV  R0,#05H</a:t>
            </a:r>
          </a:p>
          <a:p xmlns:a="http://schemas.openxmlformats.org/drawingml/2006/main">
            <a:r>
              <a:t>    MOV  P0,#0FDH</a:t>
            </a:r>
          </a:p>
          <a:p xmlns:a="http://schemas.openxmlformats.org/drawingml/2006/main">
            <a:r>
              <a:t>    MOV  P1,#06CH</a:t>
            </a:r>
          </a:p>
          <a:p xmlns:a="http://schemas.openxmlformats.org/drawingml/2006/main">
            <a:r>
              <a:t>    MOV  R1,#10</a:t>
            </a:r>
          </a:p>
          <a:p xmlns:a="http://schemas.openxmlformats.org/drawingml/2006/main">
            <a:r>
              <a:t>RevLoop:</a:t>
            </a:r>
          </a:p>
          <a:p xmlns:a="http://schemas.openxmlformats.org/drawingml/2006/main">
            <a:r>
              <a:t>    JB   P2.7,RevFault</a:t>
            </a:r>
          </a:p>
          <a:p xmlns:a="http://schemas.openxmlformats.org/drawingml/2006/main">
            <a:r>
              <a:t>    CALL Delay</a:t>
            </a:r>
          </a:p>
          <a:p xmlns:a="http://schemas.openxmlformats.org/drawingml/2006/main">
            <a:r>
              <a:t>    DJNZ R1,RevLoop</a:t>
            </a:r>
          </a:p>
          <a:p xmlns:a="http://schemas.openxmlformats.org/drawingml/2006/main">
            <a:r>
              <a:t>    LJMP ReopenState</a:t>
            </a:r>
          </a:p>
          <a:p xmlns:a="http://schemas.openxmlformats.org/drawingml/2006/main">
            <a:r>
              <a:t>RevFault:</a:t>
            </a:r>
          </a:p>
          <a:p xmlns:a="http://schemas.openxmlformats.org/drawingml/2006/main">
            <a:r>
              <a:t>    LJMP FaultState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firmware/SLIDING_DOOR_CLASSROOM.asm บล็อก ReopenState. แสดงเฉพาะส่วนสำคัญ ไม่ใช่โปรแกรมที่ประกอบได้ลำพัง ใช้ไฟล์ฉบับเต็มสำหรับ EdSim51.</a:t>
            </a:r>
          </a:p>
          <a:p xmlns:a="http://schemas.openxmlformats.org/drawingml/2006/main">
            <a:r>
              <a:t>บล็อกต้นฉบับครบถ้วน:</a:t>
            </a:r>
          </a:p>
          <a:p xmlns:a="http://schemas.openxmlformats.org/drawingml/2006/main">
            <a:r>
              <a:t>ReopenState:</a:t>
            </a:r>
          </a:p>
          <a:p xmlns:a="http://schemas.openxmlformats.org/drawingml/2006/main">
            <a:r>
              <a:t>    SETB P1.2</a:t>
            </a:r>
          </a:p>
          <a:p xmlns:a="http://schemas.openxmlformats.org/drawingml/2006/main">
            <a:r>
              <a:t>    MOV  R0,#06H</a:t>
            </a:r>
          </a:p>
          <a:p xmlns:a="http://schemas.openxmlformats.org/drawingml/2006/main">
            <a:r>
              <a:t>    MOV  P0,#0FEH</a:t>
            </a:r>
          </a:p>
          <a:p xmlns:a="http://schemas.openxmlformats.org/drawingml/2006/main">
            <a:r>
              <a:t>    MOV  P1,#06DH</a:t>
            </a:r>
          </a:p>
          <a:p xmlns:a="http://schemas.openxmlformats.org/drawingml/2006/main">
            <a:r>
              <a:t>    MOV  P1,#069H</a:t>
            </a:r>
          </a:p>
          <a:p xmlns:a="http://schemas.openxmlformats.org/drawingml/2006/main">
            <a:r>
              <a:t>    MOV  R1,#250</a:t>
            </a:r>
          </a:p>
          <a:p xmlns:a="http://schemas.openxmlformats.org/drawingml/2006/main">
            <a:r>
              <a:t>ReopenLoop:</a:t>
            </a:r>
          </a:p>
          <a:p xmlns:a="http://schemas.openxmlformats.org/drawingml/2006/main">
            <a:r>
              <a:t>    JB   P2.7,ReopenFault</a:t>
            </a:r>
          </a:p>
          <a:p xmlns:a="http://schemas.openxmlformats.org/drawingml/2006/main">
            <a:r>
              <a:t>    JNB  P2.3,ReopenDone</a:t>
            </a:r>
          </a:p>
          <a:p xmlns:a="http://schemas.openxmlformats.org/drawingml/2006/main">
            <a:r>
              <a:t>    CALL Delay</a:t>
            </a:r>
          </a:p>
          <a:p xmlns:a="http://schemas.openxmlformats.org/drawingml/2006/main">
            <a:r>
              <a:t>    DJNZ R1,ReopenLoop</a:t>
            </a:r>
          </a:p>
          <a:p xmlns:a="http://schemas.openxmlformats.org/drawingml/2006/main">
            <a:r>
              <a:t>ReopenFault:</a:t>
            </a:r>
          </a:p>
          <a:p xmlns:a="http://schemas.openxmlformats.org/drawingml/2006/main">
            <a:r>
              <a:t>    LJMP FaultState</a:t>
            </a:r>
          </a:p>
          <a:p xmlns:a="http://schemas.openxmlformats.org/drawingml/2006/main">
            <a:r>
              <a:t>ReopenDone:</a:t>
            </a:r>
          </a:p>
          <a:p xmlns:a="http://schemas.openxmlformats.org/drawingml/2006/main">
            <a:r>
              <a:t>    LJMP HoldState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firmware/SLIDING_DOOR_CLASSROOM.asm บล็อก FaultState. แสดงเฉพาะส่วนสำคัญ ไม่ใช่โปรแกรมที่ประกอบได้ลำพัง ใช้ไฟล์ฉบับเต็มสำหรับ EdSim51.</a:t>
            </a:r>
          </a:p>
          <a:p xmlns:a="http://schemas.openxmlformats.org/drawingml/2006/main">
            <a:r>
              <a:t>บล็อกต้นฉบับครบถ้วน:</a:t>
            </a:r>
          </a:p>
          <a:p xmlns:a="http://schemas.openxmlformats.org/drawingml/2006/main">
            <a:r>
              <a:t>FaultState:</a:t>
            </a:r>
          </a:p>
          <a:p xmlns:a="http://schemas.openxmlformats.org/drawingml/2006/main">
            <a:r>
              <a:t>    SETB P1.2</a:t>
            </a:r>
          </a:p>
          <a:p xmlns:a="http://schemas.openxmlformats.org/drawingml/2006/main">
            <a:r>
              <a:t>    MOV  R0,#07H</a:t>
            </a:r>
          </a:p>
          <a:p xmlns:a="http://schemas.openxmlformats.org/drawingml/2006/main">
            <a:r>
              <a:t>    MOV  P0,#0FFH</a:t>
            </a:r>
          </a:p>
          <a:p xmlns:a="http://schemas.openxmlformats.org/drawingml/2006/main">
            <a:r>
              <a:t>    MOV  P1,#06CH</a:t>
            </a:r>
          </a:p>
          <a:p xmlns:a="http://schemas.openxmlformats.org/drawingml/2006/main">
            <a:r>
              <a:t>FaultRelease:</a:t>
            </a:r>
          </a:p>
          <a:p xmlns:a="http://schemas.openxmlformats.org/drawingml/2006/main">
            <a:r>
              <a:t>    JNB  P2.6,FaultRelease</a:t>
            </a:r>
          </a:p>
          <a:p xmlns:a="http://schemas.openxmlformats.org/drawingml/2006/main">
            <a:r>
              <a:t>FaultLoop:</a:t>
            </a:r>
          </a:p>
          <a:p xmlns:a="http://schemas.openxmlformats.org/drawingml/2006/main">
            <a:r>
              <a:t>    JNB  P2.6,FaultCheck</a:t>
            </a:r>
          </a:p>
          <a:p xmlns:a="http://schemas.openxmlformats.org/drawingml/2006/main">
            <a:r>
              <a:t>    SJMP FaultLoop</a:t>
            </a:r>
          </a:p>
          <a:p xmlns:a="http://schemas.openxmlformats.org/drawingml/2006/main">
            <a:r>
              <a:t>FaultCheck:</a:t>
            </a:r>
          </a:p>
          <a:p xmlns:a="http://schemas.openxmlformats.org/drawingml/2006/main">
            <a:r>
              <a:t>    CALL Delay</a:t>
            </a:r>
          </a:p>
          <a:p xmlns:a="http://schemas.openxmlformats.org/drawingml/2006/main">
            <a:r>
              <a:t>    JB   P2.6,FaultLoop</a:t>
            </a:r>
          </a:p>
          <a:p xmlns:a="http://schemas.openxmlformats.org/drawingml/2006/main">
            <a:r>
              <a:t>    JB   P2.7,FaultLoop</a:t>
            </a:r>
          </a:p>
          <a:p xmlns:a="http://schemas.openxmlformats.org/drawingml/2006/main">
            <a:r>
              <a:t>    JB   P2.2,FaultLoop</a:t>
            </a:r>
          </a:p>
          <a:p xmlns:a="http://schemas.openxmlformats.org/drawingml/2006/main">
            <a:r>
              <a:t>    JB   P2.5,FaultLoop</a:t>
            </a:r>
          </a:p>
          <a:p xmlns:a="http://schemas.openxmlformats.org/drawingml/2006/main">
            <a:r>
              <a:t>    LJMP START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อ้างอิง: PROPOSED_SOLUTION_DESIGN.md และ assignment/ASSIGNMENT_BREAKDOWN.md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 firmware/TEST_RESULTS.md รัน 17 กันยายน 2026 บน SLIDING_DOOR.asm SHA-256 9989f89bccc8c6af84f2e05fbcdc22459bacb68977841a27fc619eeb3781e2a0. เป็นการจำลอง headless ไม่ใช่ผลวัดวงจรจริง. CLOSED age 210.009 ms, reset qualification 29.691 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อ้างอิง: PROPOSED_SOLUTION_DESIGN.md และ assignment/ASSIGNMENT_BREAKDOWN.md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อ้างอิง: PROPOSED_SOLUTION_DESIGN.md และ assignment/ASSIGNMENT_BREAKDOWN.md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295c20e68745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f8ef7d10be4a82" /><Relationship Type="http://schemas.openxmlformats.org/officeDocument/2006/relationships/slideLayout" Target="/ppt/slideLayouts/slideLayout1.xml" Id="R2d33d428503649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33d428503649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b1e98391847c2" /><Relationship Type="http://schemas.openxmlformats.org/officeDocument/2006/relationships/notesSlide" Target="/ppt/notesSlides/notesSlide1.xml" Id="Rda1a1bec482744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caa6757fd4aaa" /><Relationship Type="http://schemas.openxmlformats.org/officeDocument/2006/relationships/notesSlide" Target="/ppt/notesSlides/notesSlide2.xml" Id="R2edf1e5d78a84a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03c4973d44fe5" /><Relationship Type="http://schemas.openxmlformats.org/officeDocument/2006/relationships/notesSlide" Target="/ppt/notesSlides/notesSlide3.xml" Id="R3f9a83a7af2544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0bf781b214cba" /><Relationship Type="http://schemas.openxmlformats.org/officeDocument/2006/relationships/notesSlide" Target="/ppt/notesSlides/notesSlide4.xml" Id="R0c7dfcced9844d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afa668fa34b73" /><Relationship Type="http://schemas.openxmlformats.org/officeDocument/2006/relationships/notesSlide" Target="/ppt/notesSlides/notesSlide5.xml" Id="Rcc9e91408b6b4a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704edd0a04788" /><Relationship Type="http://schemas.openxmlformats.org/officeDocument/2006/relationships/notesSlide" Target="/ppt/notesSlides/notesSlide6.xml" Id="R40a5f0cecdd84b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395d63b074f40" /><Relationship Type="http://schemas.openxmlformats.org/officeDocument/2006/relationships/notesSlide" Target="/ppt/notesSlides/notesSlide7.xml" Id="R8cb654f6db6d4b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b6248de4043ae" /><Relationship Type="http://schemas.openxmlformats.org/officeDocument/2006/relationships/notesSlide" Target="/ppt/notesSlides/notesSlide8.xml" Id="R3393d0a96b5045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512e704e44adc" /><Relationship Type="http://schemas.openxmlformats.org/officeDocument/2006/relationships/notesSlide" Target="/ppt/notesSlides/notesSlide9.xml" Id="R70732f36299f4f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8247ccdac46cd" /><Relationship Type="http://schemas.openxmlformats.org/officeDocument/2006/relationships/notesSlide" Target="/ppt/notesSlides/notesSlide10.xml" Id="R7398c9e6341e41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daf9c76774f7a" /><Relationship Type="http://schemas.openxmlformats.org/officeDocument/2006/relationships/notesSlide" Target="/ppt/notesSlides/notesSlide11.xml" Id="R845f5aef1bb34c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d494c4e504330" /><Relationship Type="http://schemas.openxmlformats.org/officeDocument/2006/relationships/notesSlide" Target="/ppt/notesSlides/notesSlide12.xml" Id="Rcda0cf34034748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ef9ab3513451c" /><Relationship Type="http://schemas.openxmlformats.org/officeDocument/2006/relationships/notesSlide" Target="/ppt/notesSlides/notesSlide13.xml" Id="R1cce1c19dc9d4f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e8a75a2d74fb9" /><Relationship Type="http://schemas.openxmlformats.org/officeDocument/2006/relationships/notesSlide" Target="/ppt/notesSlides/notesSlide14.xml" Id="Rcb114b52a64448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1667b6f6f460a" /><Relationship Type="http://schemas.openxmlformats.org/officeDocument/2006/relationships/notesSlide" Target="/ppt/notesSlides/notesSlide15.xml" Id="R85b0507d749747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7648b61944cc7" /><Relationship Type="http://schemas.openxmlformats.org/officeDocument/2006/relationships/notesSlide" Target="/ppt/notesSlides/notesSlide16.xml" Id="R2ebde52a20bd45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b96069b264293" /><Relationship Type="http://schemas.openxmlformats.org/officeDocument/2006/relationships/notesSlide" Target="/ppt/notesSlides/notesSlide17.xml" Id="R69e9165ceefc49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414a8e8664f75" /><Relationship Type="http://schemas.openxmlformats.org/officeDocument/2006/relationships/notesSlide" Target="/ppt/notesSlides/notesSlide18.xml" Id="R3bbe2aada5a049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da57a18834433" /><Relationship Type="http://schemas.openxmlformats.org/officeDocument/2006/relationships/notesSlide" Target="/ppt/notesSlides/notesSlide19.xml" Id="R34c9ab61de7e49c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be81142704f25" /><Relationship Type="http://schemas.openxmlformats.org/officeDocument/2006/relationships/notesSlide" Target="/ppt/notesSlides/notesSlide20.xml" Id="R04686334ca3841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1-1">
            <a:extLst xmlns:a="http://schemas.openxmlformats.org/drawingml/2006/main">
              <a:ext uri="{FF2B5EF4-FFF2-40B4-BE49-F238E27FC236}">
                <a16:creationId xmlns:a16="http://schemas.microsoft.com/office/drawing/2014/main" id="{238F5322-23D1-41CA-B7ED-B9F8E850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ระบบประตูเลื่อนอัตโนมัติ</a:t>
            </a:r>
          </a:p>
        </p:txBody>
      </p:sp>
      <p:sp>
        <p:nvSpPr>
          <p:cNvPr id="2" name="s1-2">
            <a:extLst xmlns:a="http://schemas.openxmlformats.org/drawingml/2006/main">
              <a:ext uri="{FF2B5EF4-FFF2-40B4-BE49-F238E27FC236}">
                <a16:creationId xmlns:a16="http://schemas.microsoft.com/office/drawing/2014/main" id="{55D1C480-C334-439F-A98A-2F88C0BC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ตรวจจับสิ่งกีดขวางและเปิดประตูกลับ</a:t>
            </a:r>
          </a:p>
        </p:txBody>
      </p:sp>
      <p:sp>
        <p:nvSpPr>
          <p:cNvPr id="3" name="s1-3">
            <a:extLst xmlns:a="http://schemas.openxmlformats.org/drawingml/2006/main">
              <a:ext uri="{FF2B5EF4-FFF2-40B4-BE49-F238E27FC236}">
                <a16:creationId xmlns:a16="http://schemas.microsoft.com/office/drawing/2014/main" id="{AF09B465-A7AA-40B9-BD89-42C1E9E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-4">
            <a:extLst xmlns:a="http://schemas.openxmlformats.org/drawingml/2006/main">
              <a:ext uri="{FF2B5EF4-FFF2-40B4-BE49-F238E27FC236}">
                <a16:creationId xmlns:a16="http://schemas.microsoft.com/office/drawing/2014/main" id="{917ACB4D-EB4F-42DC-BA08-07F38AE5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s1-5">
            <a:extLst xmlns:a="http://schemas.openxmlformats.org/drawingml/2006/main">
              <a:ext uri="{FF2B5EF4-FFF2-40B4-BE49-F238E27FC236}">
                <a16:creationId xmlns:a16="http://schemas.microsoft.com/office/drawing/2014/main" id="{2757678F-28F6-4ECD-A942-41B516A4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009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Sliding Door Safety Control</a:t>
            </a:r>
          </a:p>
        </p:txBody>
      </p:sp>
      <p:sp>
        <p:nvSpPr>
          <p:cNvPr id="6" name="s1-6">
            <a:extLst xmlns:a="http://schemas.openxmlformats.org/drawingml/2006/main">
              <a:ext uri="{FF2B5EF4-FFF2-40B4-BE49-F238E27FC236}">
                <a16:creationId xmlns:a16="http://schemas.microsoft.com/office/drawing/2014/main" id="{B0AC4121-D705-45D1-B915-96A30D50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โครงงานระบบสมองกลฝังตัว</a:t>
            </a:r>
          </a:p>
          <a:p xmlns:a="http://schemas.openxmlformats.org/drawingml/2006/main">
            <a:pPr algn="l">
              <a:defRPr sz="33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ไมโครคอนโทรลเลอร์ 8051</a:t>
            </a:r>
          </a:p>
        </p:txBody>
      </p:sp>
      <p:sp>
        <p:nvSpPr>
          <p:cNvPr id="7" name="s1-7">
            <a:extLst xmlns:a="http://schemas.openxmlformats.org/drawingml/2006/main">
              <a:ext uri="{FF2B5EF4-FFF2-40B4-BE49-F238E27FC236}">
                <a16:creationId xmlns:a16="http://schemas.microsoft.com/office/drawing/2014/main" id="{B75269E9-13B9-4C25-A601-78B0C886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กลุ่มที่ 1</a:t>
            </a:r>
          </a:p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66362416  นายธีรภัทร ภู่ระย้า  ลำดับที่ 4</a:t>
            </a:r>
          </a:p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66363116  นางสาวปราณปรียา ศรียอง  ลำดับที่ 7</a:t>
            </a:r>
          </a:p>
        </p:txBody>
      </p:sp>
      <p:sp>
        <p:nvSpPr>
          <p:cNvPr id="8" name="s1-8">
            <a:extLst xmlns:a="http://schemas.openxmlformats.org/drawingml/2006/main">
              <a:ext uri="{FF2B5EF4-FFF2-40B4-BE49-F238E27FC236}">
                <a16:creationId xmlns:a16="http://schemas.microsoft.com/office/drawing/2014/main" id="{5FF47657-0982-4C4E-95E4-373F8373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390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อาจารย์ที่ปรึกษา ดร.แสงชัย มังกรทอง</a:t>
            </a:r>
          </a:p>
        </p:txBody>
      </p:sp>
      <p:sp>
        <p:nvSpPr>
          <p:cNvPr id="9" name="diagram-9">
            <a:extLst xmlns:a="http://schemas.openxmlformats.org/drawingml/2006/main">
              <a:ext uri="{FF2B5EF4-FFF2-40B4-BE49-F238E27FC236}">
                <a16:creationId xmlns:a16="http://schemas.microsoft.com/office/drawing/2014/main" id="{EAD2187A-B258-489B-B398-B5177337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838575"/>
            <a:ext cx="5857875" cy="3371850"/>
          </a:xfrm>
          <a:custGeom xmlns:a="http://schemas.openxmlformats.org/drawingml/2006/main">
            <a:pathLst>
              <a:path w="5857875" h="3371850">
                <a:moveTo>
                  <a:pt x="167368" y="605204"/>
                </a:moveTo>
                <a:lnTo>
                  <a:pt x="5690507" y="605204"/>
                </a:lnTo>
                <a:lnTo>
                  <a:pt x="5690507" y="3155706"/>
                </a:lnTo>
                <a:lnTo>
                  <a:pt x="167368" y="3155706"/>
                </a:lnTo>
                <a:lnTo>
                  <a:pt x="167368" y="605204"/>
                </a:lnTo>
                <a:moveTo>
                  <a:pt x="2887096" y="605204"/>
                </a:moveTo>
                <a:lnTo>
                  <a:pt x="2887096" y="3155706"/>
                </a:lnTo>
                <a:moveTo>
                  <a:pt x="83684" y="414997"/>
                </a:moveTo>
                <a:lnTo>
                  <a:pt x="5774191" y="414997"/>
                </a:lnTo>
                <a:moveTo>
                  <a:pt x="167368" y="3216226"/>
                </a:moveTo>
                <a:lnTo>
                  <a:pt x="5690507" y="3216226"/>
                </a:lnTo>
                <a:moveTo>
                  <a:pt x="376578" y="121041"/>
                </a:moveTo>
                <a:lnTo>
                  <a:pt x="5397613" y="121041"/>
                </a:lnTo>
                <a:lnTo>
                  <a:pt x="5397613" y="311248"/>
                </a:lnTo>
                <a:lnTo>
                  <a:pt x="376578" y="311248"/>
                </a:lnTo>
                <a:lnTo>
                  <a:pt x="376578" y="121041"/>
                </a:lnTo>
                <a:moveTo>
                  <a:pt x="543946" y="311248"/>
                </a:moveTo>
                <a:lnTo>
                  <a:pt x="543946" y="561975"/>
                </a:lnTo>
                <a:moveTo>
                  <a:pt x="5230246" y="311248"/>
                </a:moveTo>
                <a:lnTo>
                  <a:pt x="5230246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E293B"/>
            </a:solidFill>
          </a:ln>
        </p:spPr>
      </p:sp>
      <p:sp>
        <p:nvSpPr>
          <p:cNvPr id="10" name="diagram-10">
            <a:extLst xmlns:a="http://schemas.openxmlformats.org/drawingml/2006/main">
              <a:ext uri="{FF2B5EF4-FFF2-40B4-BE49-F238E27FC236}">
                <a16:creationId xmlns:a16="http://schemas.microsoft.com/office/drawing/2014/main" id="{E7F18E4C-CFB4-4377-8591-542498CD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838575"/>
            <a:ext cx="5857875" cy="3371850"/>
          </a:xfrm>
          <a:custGeom xmlns:a="http://schemas.openxmlformats.org/drawingml/2006/main">
            <a:pathLst>
              <a:path w="5857875" h="3371850">
                <a:moveTo>
                  <a:pt x="2928938" y="674370"/>
                </a:moveTo>
                <a:lnTo>
                  <a:pt x="5539876" y="674370"/>
                </a:lnTo>
                <a:lnTo>
                  <a:pt x="5539876" y="3103831"/>
                </a:lnTo>
                <a:lnTo>
                  <a:pt x="2928938" y="3103831"/>
                </a:lnTo>
                <a:lnTo>
                  <a:pt x="2928938" y="674370"/>
                </a:lnTo>
                <a:moveTo>
                  <a:pt x="5146562" y="1608113"/>
                </a:moveTo>
                <a:lnTo>
                  <a:pt x="5146562" y="210092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11" name="diagram-11">
            <a:extLst xmlns:a="http://schemas.openxmlformats.org/drawingml/2006/main">
              <a:ext uri="{FF2B5EF4-FFF2-40B4-BE49-F238E27FC236}">
                <a16:creationId xmlns:a16="http://schemas.microsoft.com/office/drawing/2014/main" id="{AD99FDFD-CB95-4779-9765-DD561861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838575"/>
            <a:ext cx="5857875" cy="3371850"/>
          </a:xfrm>
          <a:custGeom xmlns:a="http://schemas.openxmlformats.org/drawingml/2006/main">
            <a:pathLst>
              <a:path w="5857875" h="3371850">
                <a:moveTo>
                  <a:pt x="66947" y="1685925"/>
                </a:moveTo>
                <a:lnTo>
                  <a:pt x="2845254" y="1685925"/>
                </a:lnTo>
                <a:moveTo>
                  <a:pt x="66947" y="2766646"/>
                </a:moveTo>
                <a:lnTo>
                  <a:pt x="2845254" y="276664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1-12">
            <a:extLst xmlns:a="http://schemas.openxmlformats.org/drawingml/2006/main">
              <a:ext uri="{FF2B5EF4-FFF2-40B4-BE49-F238E27FC236}">
                <a16:creationId xmlns:a16="http://schemas.microsoft.com/office/drawing/2014/main" id="{0726CFDE-0A14-4B69-B1BE-572FB839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0751"/>
            <a:ext cx="117158" cy="207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1-13">
            <a:extLst xmlns:a="http://schemas.openxmlformats.org/drawingml/2006/main">
              <a:ext uri="{FF2B5EF4-FFF2-40B4-BE49-F238E27FC236}">
                <a16:creationId xmlns:a16="http://schemas.microsoft.com/office/drawing/2014/main" id="{D7705398-F801-49B1-A88C-ECFD4176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898" y="5420751"/>
            <a:ext cx="117158" cy="207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4" name="s1-14">
            <a:extLst xmlns:a="http://schemas.openxmlformats.org/drawingml/2006/main">
              <a:ext uri="{FF2B5EF4-FFF2-40B4-BE49-F238E27FC236}">
                <a16:creationId xmlns:a16="http://schemas.microsoft.com/office/drawing/2014/main" id="{8792C5A1-533D-4385-B5A4-7F88A0A6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01472"/>
            <a:ext cx="117158" cy="207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1-15">
            <a:extLst xmlns:a="http://schemas.openxmlformats.org/drawingml/2006/main">
              <a:ext uri="{FF2B5EF4-FFF2-40B4-BE49-F238E27FC236}">
                <a16:creationId xmlns:a16="http://schemas.microsoft.com/office/drawing/2014/main" id="{49B8B7F2-6ED9-4E87-9CAF-04D48AA3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898" y="6501472"/>
            <a:ext cx="117158" cy="207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6" name="s1-16">
            <a:extLst xmlns:a="http://schemas.openxmlformats.org/drawingml/2006/main">
              <a:ext uri="{FF2B5EF4-FFF2-40B4-BE49-F238E27FC236}">
                <a16:creationId xmlns:a16="http://schemas.microsoft.com/office/drawing/2014/main" id="{3B733CF9-6FD2-4FBA-8449-9DCF66C8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8429" y="3622431"/>
            <a:ext cx="3682093" cy="328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มอเตอร์และสายพาน</a:t>
            </a:r>
          </a:p>
        </p:txBody>
      </p:sp>
      <p:sp>
        <p:nvSpPr>
          <p:cNvPr id="17" name="s1-17">
            <a:extLst xmlns:a="http://schemas.openxmlformats.org/drawingml/2006/main">
              <a:ext uri="{FF2B5EF4-FFF2-40B4-BE49-F238E27FC236}">
                <a16:creationId xmlns:a16="http://schemas.microsoft.com/office/drawing/2014/main" id="{3A3E80B2-16A3-40FA-B5C1-19B5ADC4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2118" y="7123967"/>
            <a:ext cx="543946" cy="31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LC</a:t>
            </a:r>
          </a:p>
        </p:txBody>
      </p:sp>
      <p:sp>
        <p:nvSpPr>
          <p:cNvPr id="18" name="s1-18">
            <a:extLst xmlns:a="http://schemas.openxmlformats.org/drawingml/2006/main">
              <a:ext uri="{FF2B5EF4-FFF2-40B4-BE49-F238E27FC236}">
                <a16:creationId xmlns:a16="http://schemas.microsoft.com/office/drawing/2014/main" id="{5DEAEAB6-8EA3-4E3D-93D4-DC1907B3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3944" y="7123967"/>
            <a:ext cx="627629" cy="31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LO</a:t>
            </a:r>
          </a:p>
        </p:txBody>
      </p:sp>
    </p:spTree>
    <p:extLst>
      <p:ext uri="{BB962C8B-B14F-4D97-AF65-F5344CB8AC3E}">
        <p14:creationId xmlns:p14="http://schemas.microsoft.com/office/powerpoint/2010/main" val="359527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2-19">
            <a:extLst xmlns:a="http://schemas.openxmlformats.org/drawingml/2006/main">
              <a:ext uri="{FF2B5EF4-FFF2-40B4-BE49-F238E27FC236}">
                <a16:creationId xmlns:a16="http://schemas.microsoft.com/office/drawing/2014/main" id="{BFEDD7FF-C120-44E0-90EF-C2F1D9E3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ปัญหาของประตูเดิมและแนวทางแก้ไข</a:t>
            </a:r>
          </a:p>
        </p:txBody>
      </p:sp>
      <p:sp>
        <p:nvSpPr>
          <p:cNvPr id="2" name="s2-20">
            <a:extLst xmlns:a="http://schemas.openxmlformats.org/drawingml/2006/main">
              <a:ext uri="{FF2B5EF4-FFF2-40B4-BE49-F238E27FC236}">
                <a16:creationId xmlns:a16="http://schemas.microsoft.com/office/drawing/2014/main" id="{5C62FD71-2C3A-42F9-928A-80DD676C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เด็กหรือสัตว์เลี้ยงอาจเดินตามเข้ามาในขณะที่ประตูกำลังปิด</a:t>
            </a:r>
          </a:p>
        </p:txBody>
      </p:sp>
      <p:sp>
        <p:nvSpPr>
          <p:cNvPr id="3" name="s2-21">
            <a:extLst xmlns:a="http://schemas.openxmlformats.org/drawingml/2006/main">
              <a:ext uri="{FF2B5EF4-FFF2-40B4-BE49-F238E27FC236}">
                <a16:creationId xmlns:a16="http://schemas.microsoft.com/office/drawing/2014/main" id="{907AB876-9D24-4E51-BBA3-013F7E26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2-22">
            <a:extLst xmlns:a="http://schemas.openxmlformats.org/drawingml/2006/main">
              <a:ext uri="{FF2B5EF4-FFF2-40B4-BE49-F238E27FC236}">
                <a16:creationId xmlns:a16="http://schemas.microsoft.com/office/drawing/2014/main" id="{FD2A6416-942B-41A3-9FB2-8DDA0D5F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5" name="s2-23">
            <a:extLst xmlns:a="http://schemas.openxmlformats.org/drawingml/2006/main">
              <a:ext uri="{FF2B5EF4-FFF2-40B4-BE49-F238E27FC236}">
                <a16:creationId xmlns:a16="http://schemas.microsoft.com/office/drawing/2014/main" id="{03973131-3037-49CD-A1C9-0E11FE59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7753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ประตูเดิมปิดตามเวลา</a:t>
            </a:r>
          </a:p>
        </p:txBody>
      </p:sp>
      <p:sp>
        <p:nvSpPr>
          <p:cNvPr id="6" name="s2-24">
            <a:extLst xmlns:a="http://schemas.openxmlformats.org/drawingml/2006/main">
              <a:ext uri="{FF2B5EF4-FFF2-40B4-BE49-F238E27FC236}">
                <a16:creationId xmlns:a16="http://schemas.microsoft.com/office/drawing/2014/main" id="{DEB1B1DE-3B1F-4439-B989-7313C806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95575"/>
            <a:ext cx="7753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เพิ่มลำแสงตรวจจับสองระดับ</a:t>
            </a:r>
          </a:p>
        </p:txBody>
      </p:sp>
      <p:sp>
        <p:nvSpPr>
          <p:cNvPr id="7" name="s2-25">
            <a:extLst xmlns:a="http://schemas.openxmlformats.org/drawingml/2006/main">
              <a:ext uri="{FF2B5EF4-FFF2-40B4-BE49-F238E27FC236}">
                <a16:creationId xmlns:a16="http://schemas.microsoft.com/office/drawing/2014/main" id="{940C243C-2F4C-4BEC-8378-4A790B92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14625"/>
            <a:ext cx="95" cy="5514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8" name="diagram-26">
            <a:extLst xmlns:a="http://schemas.openxmlformats.org/drawingml/2006/main">
              <a:ext uri="{FF2B5EF4-FFF2-40B4-BE49-F238E27FC236}">
                <a16:creationId xmlns:a16="http://schemas.microsoft.com/office/drawing/2014/main" id="{33F64C38-715C-413A-BB3A-1E4300BD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71900"/>
            <a:ext cx="6905625" cy="3429000"/>
          </a:xfrm>
          <a:custGeom xmlns:a="http://schemas.openxmlformats.org/drawingml/2006/main">
            <a:pathLst>
              <a:path w="6905625" h="3429000">
                <a:moveTo>
                  <a:pt x="197304" y="615462"/>
                </a:moveTo>
                <a:lnTo>
                  <a:pt x="6708321" y="615462"/>
                </a:lnTo>
                <a:lnTo>
                  <a:pt x="6708321" y="3209192"/>
                </a:lnTo>
                <a:lnTo>
                  <a:pt x="197304" y="3209192"/>
                </a:lnTo>
                <a:lnTo>
                  <a:pt x="197304" y="615462"/>
                </a:lnTo>
                <a:moveTo>
                  <a:pt x="3403487" y="615462"/>
                </a:moveTo>
                <a:lnTo>
                  <a:pt x="3403487" y="3209192"/>
                </a:lnTo>
                <a:moveTo>
                  <a:pt x="98652" y="422031"/>
                </a:moveTo>
                <a:lnTo>
                  <a:pt x="6806973" y="422031"/>
                </a:lnTo>
                <a:moveTo>
                  <a:pt x="197304" y="3270738"/>
                </a:moveTo>
                <a:lnTo>
                  <a:pt x="6708321" y="3270738"/>
                </a:lnTo>
                <a:moveTo>
                  <a:pt x="443933" y="123092"/>
                </a:moveTo>
                <a:lnTo>
                  <a:pt x="6363040" y="123092"/>
                </a:lnTo>
                <a:lnTo>
                  <a:pt x="6363040" y="316523"/>
                </a:lnTo>
                <a:lnTo>
                  <a:pt x="443933" y="316523"/>
                </a:lnTo>
                <a:lnTo>
                  <a:pt x="443933" y="123092"/>
                </a:lnTo>
                <a:moveTo>
                  <a:pt x="641237" y="316523"/>
                </a:moveTo>
                <a:lnTo>
                  <a:pt x="641237" y="571500"/>
                </a:lnTo>
                <a:moveTo>
                  <a:pt x="6165737" y="316523"/>
                </a:moveTo>
                <a:lnTo>
                  <a:pt x="6165737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E293B"/>
            </a:solidFill>
          </a:ln>
        </p:spPr>
      </p:sp>
      <p:sp>
        <p:nvSpPr>
          <p:cNvPr id="9" name="diagram-27">
            <a:extLst xmlns:a="http://schemas.openxmlformats.org/drawingml/2006/main">
              <a:ext uri="{FF2B5EF4-FFF2-40B4-BE49-F238E27FC236}">
                <a16:creationId xmlns:a16="http://schemas.microsoft.com/office/drawing/2014/main" id="{13A26FE6-2237-4837-BB09-D21313A6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71900"/>
            <a:ext cx="6905625" cy="3429000"/>
          </a:xfrm>
          <a:custGeom xmlns:a="http://schemas.openxmlformats.org/drawingml/2006/main">
            <a:pathLst>
              <a:path w="6905625" h="3429000">
                <a:moveTo>
                  <a:pt x="1825058" y="685800"/>
                </a:moveTo>
                <a:lnTo>
                  <a:pt x="4902994" y="685800"/>
                </a:lnTo>
                <a:lnTo>
                  <a:pt x="4902994" y="3156438"/>
                </a:lnTo>
                <a:lnTo>
                  <a:pt x="1825058" y="3156438"/>
                </a:lnTo>
                <a:lnTo>
                  <a:pt x="1825058" y="685800"/>
                </a:lnTo>
                <a:moveTo>
                  <a:pt x="4439330" y="1635369"/>
                </a:moveTo>
                <a:lnTo>
                  <a:pt x="4439330" y="213653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10" name="s2-28">
            <a:extLst xmlns:a="http://schemas.openxmlformats.org/drawingml/2006/main">
              <a:ext uri="{FF2B5EF4-FFF2-40B4-BE49-F238E27FC236}">
                <a16:creationId xmlns:a16="http://schemas.microsoft.com/office/drawing/2014/main" id="{48517615-E614-4BE8-A73A-4324F50D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772" y="4914900"/>
            <a:ext cx="128247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1" name="s2-29">
            <a:extLst xmlns:a="http://schemas.openxmlformats.org/drawingml/2006/main">
              <a:ext uri="{FF2B5EF4-FFF2-40B4-BE49-F238E27FC236}">
                <a16:creationId xmlns:a16="http://schemas.microsoft.com/office/drawing/2014/main" id="{FBF359B3-3AE3-4D01-8589-58D7D3D8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890622" y="4857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2" name="s2-30">
            <a:extLst xmlns:a="http://schemas.openxmlformats.org/drawingml/2006/main">
              <a:ext uri="{FF2B5EF4-FFF2-40B4-BE49-F238E27FC236}">
                <a16:creationId xmlns:a16="http://schemas.microsoft.com/office/drawing/2014/main" id="{B454A7CF-1DAC-48FE-A7F6-FC2A1FDB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344" y="5635869"/>
            <a:ext cx="374877" cy="3341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3" name="diagram-31">
            <a:extLst xmlns:a="http://schemas.openxmlformats.org/drawingml/2006/main">
              <a:ext uri="{FF2B5EF4-FFF2-40B4-BE49-F238E27FC236}">
                <a16:creationId xmlns:a16="http://schemas.microsoft.com/office/drawing/2014/main" id="{F2ADAB51-CCE8-4328-86F7-7C7E0923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153" y="6013938"/>
            <a:ext cx="532720" cy="905608"/>
          </a:xfrm>
          <a:custGeom xmlns:a="http://schemas.openxmlformats.org/drawingml/2006/main">
            <a:pathLst>
              <a:path w="532720" h="905608">
                <a:moveTo>
                  <a:pt x="0" y="0"/>
                </a:moveTo>
                <a:lnTo>
                  <a:pt x="532720" y="0"/>
                </a:lnTo>
                <a:lnTo>
                  <a:pt x="532720" y="545123"/>
                </a:lnTo>
                <a:lnTo>
                  <a:pt x="384742" y="545123"/>
                </a:lnTo>
                <a:lnTo>
                  <a:pt x="384742" y="905608"/>
                </a:lnTo>
                <a:lnTo>
                  <a:pt x="276225" y="905608"/>
                </a:lnTo>
                <a:lnTo>
                  <a:pt x="276225" y="545123"/>
                </a:lnTo>
                <a:lnTo>
                  <a:pt x="157843" y="545123"/>
                </a:lnTo>
                <a:lnTo>
                  <a:pt x="157843" y="905608"/>
                </a:lnTo>
                <a:lnTo>
                  <a:pt x="49326" y="905608"/>
                </a:lnTo>
                <a:lnTo>
                  <a:pt x="49326" y="0"/>
                </a:lnTo>
              </a:path>
            </a:pathLst>
          </a:cu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</a:ln>
        </p:spPr>
      </p:sp>
      <p:sp>
        <p:nvSpPr>
          <p:cNvPr id="14" name="s2-32">
            <a:extLst xmlns:a="http://schemas.openxmlformats.org/drawingml/2006/main">
              <a:ext uri="{FF2B5EF4-FFF2-40B4-BE49-F238E27FC236}">
                <a16:creationId xmlns:a16="http://schemas.microsoft.com/office/drawing/2014/main" id="{6AB983B3-C633-4D3E-B2F0-442EB47D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536" y="3552092"/>
            <a:ext cx="4340679" cy="334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มอเตอร์และสายพาน</a:t>
            </a:r>
          </a:p>
        </p:txBody>
      </p:sp>
      <p:sp>
        <p:nvSpPr>
          <p:cNvPr id="15" name="s2-33">
            <a:extLst xmlns:a="http://schemas.openxmlformats.org/drawingml/2006/main">
              <a:ext uri="{FF2B5EF4-FFF2-40B4-BE49-F238E27FC236}">
                <a16:creationId xmlns:a16="http://schemas.microsoft.com/office/drawing/2014/main" id="{DD155009-759D-45D8-9D9D-745BEEF9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804" y="7112977"/>
            <a:ext cx="641237" cy="316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LC</a:t>
            </a:r>
          </a:p>
        </p:txBody>
      </p:sp>
      <p:sp>
        <p:nvSpPr>
          <p:cNvPr id="16" name="s2-34">
            <a:extLst xmlns:a="http://schemas.openxmlformats.org/drawingml/2006/main">
              <a:ext uri="{FF2B5EF4-FFF2-40B4-BE49-F238E27FC236}">
                <a16:creationId xmlns:a16="http://schemas.microsoft.com/office/drawing/2014/main" id="{7C8E9C3D-1949-44AD-AE3F-E0A84423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281" y="7112977"/>
            <a:ext cx="739888" cy="316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LO</a:t>
            </a:r>
          </a:p>
        </p:txBody>
      </p:sp>
      <p:sp>
        <p:nvSpPr>
          <p:cNvPr id="17" name="diagram-35">
            <a:extLst xmlns:a="http://schemas.openxmlformats.org/drawingml/2006/main">
              <a:ext uri="{FF2B5EF4-FFF2-40B4-BE49-F238E27FC236}">
                <a16:creationId xmlns:a16="http://schemas.microsoft.com/office/drawing/2014/main" id="{22A7E6FE-386B-4936-A693-6ED19518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71900"/>
            <a:ext cx="6905625" cy="3429000"/>
          </a:xfrm>
          <a:custGeom xmlns:a="http://schemas.openxmlformats.org/drawingml/2006/main">
            <a:pathLst>
              <a:path w="6905625" h="3429000">
                <a:moveTo>
                  <a:pt x="197304" y="615462"/>
                </a:moveTo>
                <a:lnTo>
                  <a:pt x="6708321" y="615462"/>
                </a:lnTo>
                <a:lnTo>
                  <a:pt x="6708321" y="3209192"/>
                </a:lnTo>
                <a:lnTo>
                  <a:pt x="197304" y="3209192"/>
                </a:lnTo>
                <a:lnTo>
                  <a:pt x="197304" y="615462"/>
                </a:lnTo>
                <a:moveTo>
                  <a:pt x="3403487" y="615462"/>
                </a:moveTo>
                <a:lnTo>
                  <a:pt x="3403487" y="3209192"/>
                </a:lnTo>
                <a:moveTo>
                  <a:pt x="98652" y="422031"/>
                </a:moveTo>
                <a:lnTo>
                  <a:pt x="6806973" y="422031"/>
                </a:lnTo>
                <a:moveTo>
                  <a:pt x="197304" y="3270738"/>
                </a:moveTo>
                <a:lnTo>
                  <a:pt x="6708321" y="3270738"/>
                </a:lnTo>
                <a:moveTo>
                  <a:pt x="443933" y="123092"/>
                </a:moveTo>
                <a:lnTo>
                  <a:pt x="6363040" y="123092"/>
                </a:lnTo>
                <a:lnTo>
                  <a:pt x="6363040" y="316523"/>
                </a:lnTo>
                <a:lnTo>
                  <a:pt x="443933" y="316523"/>
                </a:lnTo>
                <a:lnTo>
                  <a:pt x="443933" y="123092"/>
                </a:lnTo>
                <a:moveTo>
                  <a:pt x="641237" y="316523"/>
                </a:moveTo>
                <a:lnTo>
                  <a:pt x="641237" y="571500"/>
                </a:lnTo>
                <a:moveTo>
                  <a:pt x="6165737" y="316523"/>
                </a:moveTo>
                <a:lnTo>
                  <a:pt x="6165737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E293B"/>
            </a:solidFill>
          </a:ln>
        </p:spPr>
      </p:sp>
      <p:sp>
        <p:nvSpPr>
          <p:cNvPr id="18" name="diagram-36">
            <a:extLst xmlns:a="http://schemas.openxmlformats.org/drawingml/2006/main">
              <a:ext uri="{FF2B5EF4-FFF2-40B4-BE49-F238E27FC236}">
                <a16:creationId xmlns:a16="http://schemas.microsoft.com/office/drawing/2014/main" id="{48AE4D4D-06DE-484F-B82E-7123C29E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71900"/>
            <a:ext cx="6905625" cy="3429000"/>
          </a:xfrm>
          <a:custGeom xmlns:a="http://schemas.openxmlformats.org/drawingml/2006/main">
            <a:pathLst>
              <a:path w="6905625" h="3429000">
                <a:moveTo>
                  <a:pt x="1825058" y="685800"/>
                </a:moveTo>
                <a:lnTo>
                  <a:pt x="4902994" y="685800"/>
                </a:lnTo>
                <a:lnTo>
                  <a:pt x="4902994" y="3156438"/>
                </a:lnTo>
                <a:lnTo>
                  <a:pt x="1825058" y="3156438"/>
                </a:lnTo>
                <a:lnTo>
                  <a:pt x="1825058" y="685800"/>
                </a:lnTo>
                <a:moveTo>
                  <a:pt x="4439330" y="1635369"/>
                </a:moveTo>
                <a:lnTo>
                  <a:pt x="4439330" y="213653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19" name="diagram-37">
            <a:extLst xmlns:a="http://schemas.openxmlformats.org/drawingml/2006/main">
              <a:ext uri="{FF2B5EF4-FFF2-40B4-BE49-F238E27FC236}">
                <a16:creationId xmlns:a16="http://schemas.microsoft.com/office/drawing/2014/main" id="{2D390814-5139-4F94-B2DD-01FE4334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71900"/>
            <a:ext cx="6905625" cy="3429000"/>
          </a:xfrm>
          <a:custGeom xmlns:a="http://schemas.openxmlformats.org/drawingml/2006/main">
            <a:pathLst>
              <a:path w="6905625" h="3429000">
                <a:moveTo>
                  <a:pt x="78921" y="1714500"/>
                </a:moveTo>
                <a:lnTo>
                  <a:pt x="3354161" y="1714500"/>
                </a:lnTo>
                <a:moveTo>
                  <a:pt x="78921" y="2813538"/>
                </a:moveTo>
                <a:lnTo>
                  <a:pt x="3354161" y="281353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20" name="s2-38">
            <a:extLst xmlns:a="http://schemas.openxmlformats.org/drawingml/2006/main">
              <a:ext uri="{FF2B5EF4-FFF2-40B4-BE49-F238E27FC236}">
                <a16:creationId xmlns:a16="http://schemas.microsoft.com/office/drawing/2014/main" id="{029C51E5-85F7-4277-9789-61C348EE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80892"/>
            <a:ext cx="138113" cy="211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21" name="s2-39">
            <a:extLst xmlns:a="http://schemas.openxmlformats.org/drawingml/2006/main">
              <a:ext uri="{FF2B5EF4-FFF2-40B4-BE49-F238E27FC236}">
                <a16:creationId xmlns:a16="http://schemas.microsoft.com/office/drawing/2014/main" id="{6B678CE9-0FA9-4AD4-B81B-1EF0AC79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815" y="5380892"/>
            <a:ext cx="138113" cy="211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22" name="s2-40">
            <a:extLst xmlns:a="http://schemas.openxmlformats.org/drawingml/2006/main">
              <a:ext uri="{FF2B5EF4-FFF2-40B4-BE49-F238E27FC236}">
                <a16:creationId xmlns:a16="http://schemas.microsoft.com/office/drawing/2014/main" id="{91133E4C-EF5E-4DA7-9720-FCB67E9A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9931"/>
            <a:ext cx="138113" cy="211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23" name="s2-41">
            <a:extLst xmlns:a="http://schemas.openxmlformats.org/drawingml/2006/main">
              <a:ext uri="{FF2B5EF4-FFF2-40B4-BE49-F238E27FC236}">
                <a16:creationId xmlns:a16="http://schemas.microsoft.com/office/drawing/2014/main" id="{B0FC158F-2D3B-4657-9D08-EB0DCD05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815" y="6479931"/>
            <a:ext cx="138113" cy="211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24" name="s2-42">
            <a:extLst xmlns:a="http://schemas.openxmlformats.org/drawingml/2006/main">
              <a:ext uri="{FF2B5EF4-FFF2-40B4-BE49-F238E27FC236}">
                <a16:creationId xmlns:a16="http://schemas.microsoft.com/office/drawing/2014/main" id="{71AED9D7-335A-4183-A077-A1E26BF4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5522" y="4914900"/>
            <a:ext cx="128247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25" name="s2-43">
            <a:extLst xmlns:a="http://schemas.openxmlformats.org/drawingml/2006/main">
              <a:ext uri="{FF2B5EF4-FFF2-40B4-BE49-F238E27FC236}">
                <a16:creationId xmlns:a16="http://schemas.microsoft.com/office/drawing/2014/main" id="{AD5F1F56-BC5F-4511-9AC8-A80FDB3C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3840846" y="4857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26" name="s2-44">
            <a:extLst xmlns:a="http://schemas.openxmlformats.org/drawingml/2006/main">
              <a:ext uri="{FF2B5EF4-FFF2-40B4-BE49-F238E27FC236}">
                <a16:creationId xmlns:a16="http://schemas.microsoft.com/office/drawing/2014/main" id="{FFFB1D1A-9C24-4F91-B0DF-3995041B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094" y="5635869"/>
            <a:ext cx="374877" cy="3341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7" name="diagram-45">
            <a:extLst xmlns:a="http://schemas.openxmlformats.org/drawingml/2006/main">
              <a:ext uri="{FF2B5EF4-FFF2-40B4-BE49-F238E27FC236}">
                <a16:creationId xmlns:a16="http://schemas.microsoft.com/office/drawing/2014/main" id="{B3BCBF96-320D-456E-A20F-E71DEB74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903" y="6013938"/>
            <a:ext cx="532720" cy="905608"/>
          </a:xfrm>
          <a:custGeom xmlns:a="http://schemas.openxmlformats.org/drawingml/2006/main">
            <a:pathLst>
              <a:path w="532720" h="905608">
                <a:moveTo>
                  <a:pt x="0" y="0"/>
                </a:moveTo>
                <a:lnTo>
                  <a:pt x="532720" y="0"/>
                </a:lnTo>
                <a:lnTo>
                  <a:pt x="532720" y="545123"/>
                </a:lnTo>
                <a:lnTo>
                  <a:pt x="384742" y="545123"/>
                </a:lnTo>
                <a:lnTo>
                  <a:pt x="384742" y="905608"/>
                </a:lnTo>
                <a:lnTo>
                  <a:pt x="276225" y="905608"/>
                </a:lnTo>
                <a:lnTo>
                  <a:pt x="276225" y="545123"/>
                </a:lnTo>
                <a:lnTo>
                  <a:pt x="157843" y="545123"/>
                </a:lnTo>
                <a:lnTo>
                  <a:pt x="157843" y="905608"/>
                </a:lnTo>
                <a:lnTo>
                  <a:pt x="49326" y="905608"/>
                </a:lnTo>
                <a:lnTo>
                  <a:pt x="49326" y="0"/>
                </a:lnTo>
              </a:path>
            </a:pathLst>
          </a:cu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</a:ln>
        </p:spPr>
      </p:sp>
      <p:sp>
        <p:nvSpPr>
          <p:cNvPr id="28" name="s2-46">
            <a:extLst xmlns:a="http://schemas.openxmlformats.org/drawingml/2006/main">
              <a:ext uri="{FF2B5EF4-FFF2-40B4-BE49-F238E27FC236}">
                <a16:creationId xmlns:a16="http://schemas.microsoft.com/office/drawing/2014/main" id="{8D42AF22-8758-4FF1-9CCC-94CB320A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286" y="3552092"/>
            <a:ext cx="4340679" cy="334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มอเตอร์และสายพาน</a:t>
            </a:r>
          </a:p>
        </p:txBody>
      </p:sp>
      <p:sp>
        <p:nvSpPr>
          <p:cNvPr id="29" name="s2-47">
            <a:extLst xmlns:a="http://schemas.openxmlformats.org/drawingml/2006/main">
              <a:ext uri="{FF2B5EF4-FFF2-40B4-BE49-F238E27FC236}">
                <a16:creationId xmlns:a16="http://schemas.microsoft.com/office/drawing/2014/main" id="{6681B5A7-BE84-44BC-BE1D-2E75B2E3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8554" y="7112977"/>
            <a:ext cx="641237" cy="316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LC</a:t>
            </a:r>
          </a:p>
        </p:txBody>
      </p:sp>
      <p:sp>
        <p:nvSpPr>
          <p:cNvPr id="30" name="s2-48">
            <a:extLst xmlns:a="http://schemas.openxmlformats.org/drawingml/2006/main">
              <a:ext uri="{FF2B5EF4-FFF2-40B4-BE49-F238E27FC236}">
                <a16:creationId xmlns:a16="http://schemas.microsoft.com/office/drawing/2014/main" id="{DC8306DC-C067-4BFA-B32A-F42EB7F5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1031" y="7112977"/>
            <a:ext cx="739888" cy="316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LO</a:t>
            </a:r>
          </a:p>
        </p:txBody>
      </p:sp>
      <p:sp>
        <p:nvSpPr>
          <p:cNvPr id="31" name="s2-49">
            <a:extLst xmlns:a="http://schemas.openxmlformats.org/drawingml/2006/main">
              <a:ext uri="{FF2B5EF4-FFF2-40B4-BE49-F238E27FC236}">
                <a16:creationId xmlns:a16="http://schemas.microsoft.com/office/drawing/2014/main" id="{A82B1696-D5A8-4AE4-A17B-F5B2FD1F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43800"/>
            <a:ext cx="7753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ไม่ทราบว่าทางผ่านยังมีสิ่งกีดขวาง</a:t>
            </a:r>
          </a:p>
          <a:p xmlns:a="http://schemas.openxmlformats.org/drawingml/2006/main">
            <a:pPr algn="l">
              <a:defRPr sz="25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บานประตูจึงอาจเคลื่อนเข้าหนีบ</a:t>
            </a:r>
          </a:p>
        </p:txBody>
      </p:sp>
      <p:sp>
        <p:nvSpPr>
          <p:cNvPr id="32" name="s2-50">
            <a:extLst xmlns:a="http://schemas.openxmlformats.org/drawingml/2006/main">
              <a:ext uri="{FF2B5EF4-FFF2-40B4-BE49-F238E27FC236}">
                <a16:creationId xmlns:a16="http://schemas.microsoft.com/office/drawing/2014/main" id="{559C7376-B574-4CC3-BD48-C928D4B1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43800"/>
            <a:ext cx="7753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ตัดแรงขับทันทีเมื่อตรวจพบ</a:t>
            </a:r>
          </a:p>
          <a:p xmlns:a="http://schemas.openxmlformats.org/drawingml/2006/main">
            <a:pPr algn="l">
              <a:defRPr sz="25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รอ 200 ms แล้วเปิดกลับจนสุด</a:t>
            </a:r>
          </a:p>
        </p:txBody>
      </p:sp>
    </p:spTree>
    <p:extLst>
      <p:ext uri="{BB962C8B-B14F-4D97-AF65-F5344CB8AC3E}">
        <p14:creationId xmlns:p14="http://schemas.microsoft.com/office/powerpoint/2010/main" val="880371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s3-51">
            <a:extLst xmlns:a="http://schemas.openxmlformats.org/drawingml/2006/main">
              <a:ext uri="{FF2B5EF4-FFF2-40B4-BE49-F238E27FC236}">
                <a16:creationId xmlns:a16="http://schemas.microsoft.com/office/drawing/2014/main" id="{5EE255F0-B062-4D3C-92E4-846B90C9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สถานะการทำงานและตำแหน่งประตู</a:t>
            </a:r>
          </a:p>
        </p:txBody>
      </p:sp>
      <p:sp>
        <p:nvSpPr>
          <p:cNvPr id="2" name="s3-52">
            <a:extLst xmlns:a="http://schemas.openxmlformats.org/drawingml/2006/main">
              <a:ext uri="{FF2B5EF4-FFF2-40B4-BE49-F238E27FC236}">
                <a16:creationId xmlns:a16="http://schemas.microsoft.com/office/drawing/2014/main" id="{53CC40F7-6473-4D55-8001-FCF75082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เส้นทางปกติประกอบด้วย ปิดสนิท กำลังเปิด เปิดค้าง และกำลังปิด</a:t>
            </a:r>
          </a:p>
        </p:txBody>
      </p:sp>
      <p:sp>
        <p:nvSpPr>
          <p:cNvPr id="3" name="s3-53">
            <a:extLst xmlns:a="http://schemas.openxmlformats.org/drawingml/2006/main">
              <a:ext uri="{FF2B5EF4-FFF2-40B4-BE49-F238E27FC236}">
                <a16:creationId xmlns:a16="http://schemas.microsoft.com/office/drawing/2014/main" id="{6585B0B5-D6DA-4EAE-A221-02055A89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3-54">
            <a:extLst xmlns:a="http://schemas.openxmlformats.org/drawingml/2006/main">
              <a:ext uri="{FF2B5EF4-FFF2-40B4-BE49-F238E27FC236}">
                <a16:creationId xmlns:a16="http://schemas.microsoft.com/office/drawing/2014/main" id="{D6C2A668-BB2E-4C47-A55C-A609CA31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5" name="s3-55">
            <a:extLst xmlns:a="http://schemas.openxmlformats.org/drawingml/2006/main">
              <a:ext uri="{FF2B5EF4-FFF2-40B4-BE49-F238E27FC236}">
                <a16:creationId xmlns:a16="http://schemas.microsoft.com/office/drawing/2014/main" id="{356D62DA-088E-4446-8C4B-A37D4A9C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3-56">
            <a:extLst xmlns:a="http://schemas.openxmlformats.org/drawingml/2006/main">
              <a:ext uri="{FF2B5EF4-FFF2-40B4-BE49-F238E27FC236}">
                <a16:creationId xmlns:a16="http://schemas.microsoft.com/office/drawing/2014/main" id="{3C807873-DA53-4C1A-8445-4ED834FE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START</a:t>
            </a:r>
          </a:p>
        </p:txBody>
      </p:sp>
      <p:sp>
        <p:nvSpPr>
          <p:cNvPr id="7" name="s3-57">
            <a:extLst xmlns:a="http://schemas.openxmlformats.org/drawingml/2006/main">
              <a:ext uri="{FF2B5EF4-FFF2-40B4-BE49-F238E27FC236}">
                <a16:creationId xmlns:a16="http://schemas.microsoft.com/office/drawing/2014/main" id="{192E7E65-92F3-40B9-ADE9-FE2AEFFF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8" name="s3-58">
            <a:extLst xmlns:a="http://schemas.openxmlformats.org/drawingml/2006/main">
              <a:ext uri="{FF2B5EF4-FFF2-40B4-BE49-F238E27FC236}">
                <a16:creationId xmlns:a16="http://schemas.microsoft.com/office/drawing/2014/main" id="{62A3B11A-EBCC-44E8-A9C5-AC2E9210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2895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CLOSED</a:t>
            </a:r>
          </a:p>
        </p:txBody>
      </p:sp>
      <p:sp>
        <p:nvSpPr>
          <p:cNvPr id="9" name="s3-59">
            <a:extLst xmlns:a="http://schemas.openxmlformats.org/drawingml/2006/main">
              <a:ext uri="{FF2B5EF4-FFF2-40B4-BE49-F238E27FC236}">
                <a16:creationId xmlns:a16="http://schemas.microsoft.com/office/drawing/2014/main" id="{F38D6DE4-1526-4DD8-958A-7DE2ED77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7180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3-60">
            <a:extLst xmlns:a="http://schemas.openxmlformats.org/drawingml/2006/main">
              <a:ext uri="{FF2B5EF4-FFF2-40B4-BE49-F238E27FC236}">
                <a16:creationId xmlns:a16="http://schemas.microsoft.com/office/drawing/2014/main" id="{A8E6FBF8-F550-42AC-A6C5-E9B3CC31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2895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OPENING</a:t>
            </a:r>
          </a:p>
        </p:txBody>
      </p:sp>
      <p:sp>
        <p:nvSpPr>
          <p:cNvPr id="11" name="s3-61">
            <a:extLst xmlns:a="http://schemas.openxmlformats.org/drawingml/2006/main">
              <a:ext uri="{FF2B5EF4-FFF2-40B4-BE49-F238E27FC236}">
                <a16:creationId xmlns:a16="http://schemas.microsoft.com/office/drawing/2014/main" id="{0A2646DE-7E49-42B7-995C-317D087F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3575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2" name="s3-62">
            <a:extLst xmlns:a="http://schemas.openxmlformats.org/drawingml/2006/main">
              <a:ext uri="{FF2B5EF4-FFF2-40B4-BE49-F238E27FC236}">
                <a16:creationId xmlns:a16="http://schemas.microsoft.com/office/drawing/2014/main" id="{249CE8C0-F84B-45D3-A706-EC772B61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00725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FAULT</a:t>
            </a:r>
          </a:p>
        </p:txBody>
      </p:sp>
      <p:sp>
        <p:nvSpPr>
          <p:cNvPr id="13" name="s3-63">
            <a:extLst xmlns:a="http://schemas.openxmlformats.org/drawingml/2006/main">
              <a:ext uri="{FF2B5EF4-FFF2-40B4-BE49-F238E27FC236}">
                <a16:creationId xmlns:a16="http://schemas.microsoft.com/office/drawing/2014/main" id="{8974A3B8-D868-402C-9F3D-5B99460C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743575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4" name="s3-64">
            <a:extLst xmlns:a="http://schemas.openxmlformats.org/drawingml/2006/main">
              <a:ext uri="{FF2B5EF4-FFF2-40B4-BE49-F238E27FC236}">
                <a16:creationId xmlns:a16="http://schemas.microsoft.com/office/drawing/2014/main" id="{75AFD964-A5D2-4ADF-9784-C737A576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800725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CLOSING</a:t>
            </a:r>
          </a:p>
        </p:txBody>
      </p:sp>
      <p:sp>
        <p:nvSpPr>
          <p:cNvPr id="15" name="s3-65">
            <a:extLst xmlns:a="http://schemas.openxmlformats.org/drawingml/2006/main">
              <a:ext uri="{FF2B5EF4-FFF2-40B4-BE49-F238E27FC236}">
                <a16:creationId xmlns:a16="http://schemas.microsoft.com/office/drawing/2014/main" id="{1F1F67FC-ED21-49F9-8211-E9CED8A8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743575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6" name="s3-66">
            <a:extLst xmlns:a="http://schemas.openxmlformats.org/drawingml/2006/main">
              <a:ext uri="{FF2B5EF4-FFF2-40B4-BE49-F238E27FC236}">
                <a16:creationId xmlns:a16="http://schemas.microsoft.com/office/drawing/2014/main" id="{4917B393-6ADC-46FA-9B61-7ABFBF75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800725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HOLD</a:t>
            </a:r>
          </a:p>
        </p:txBody>
      </p:sp>
      <p:sp>
        <p:nvSpPr>
          <p:cNvPr id="17" name="s3-67">
            <a:extLst xmlns:a="http://schemas.openxmlformats.org/drawingml/2006/main">
              <a:ext uri="{FF2B5EF4-FFF2-40B4-BE49-F238E27FC236}">
                <a16:creationId xmlns:a16="http://schemas.microsoft.com/office/drawing/2014/main" id="{F2C52D1A-9270-4774-AB9D-0E92283A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7533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8" name="s3-68">
            <a:extLst xmlns:a="http://schemas.openxmlformats.org/drawingml/2006/main">
              <a:ext uri="{FF2B5EF4-FFF2-40B4-BE49-F238E27FC236}">
                <a16:creationId xmlns:a16="http://schemas.microsoft.com/office/drawing/2014/main" id="{0E899207-7EA2-46B1-82BB-0931CEE2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781050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REV_WAIT</a:t>
            </a:r>
          </a:p>
        </p:txBody>
      </p:sp>
      <p:sp>
        <p:nvSpPr>
          <p:cNvPr id="19" name="s3-69">
            <a:extLst xmlns:a="http://schemas.openxmlformats.org/drawingml/2006/main">
              <a:ext uri="{FF2B5EF4-FFF2-40B4-BE49-F238E27FC236}">
                <a16:creationId xmlns:a16="http://schemas.microsoft.com/office/drawing/2014/main" id="{72506645-B351-42A8-A556-23BB2F5A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77533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20" name="s3-70">
            <a:extLst xmlns:a="http://schemas.openxmlformats.org/drawingml/2006/main">
              <a:ext uri="{FF2B5EF4-FFF2-40B4-BE49-F238E27FC236}">
                <a16:creationId xmlns:a16="http://schemas.microsoft.com/office/drawing/2014/main" id="{16133275-2088-445D-AB36-18E9CA74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781050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REOPEN</a:t>
            </a:r>
          </a:p>
        </p:txBody>
      </p:sp>
      <p:sp>
        <p:nvSpPr>
          <p:cNvPr id="21" name="s3-71">
            <a:extLst xmlns:a="http://schemas.openxmlformats.org/drawingml/2006/main">
              <a:ext uri="{FF2B5EF4-FFF2-40B4-BE49-F238E27FC236}">
                <a16:creationId xmlns:a16="http://schemas.microsoft.com/office/drawing/2014/main" id="{756383B7-EB5E-4504-AE49-537AA4CB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43275"/>
            <a:ext cx="121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22" name="s3-72">
            <a:extLst xmlns:a="http://schemas.openxmlformats.org/drawingml/2006/main">
              <a:ext uri="{FF2B5EF4-FFF2-40B4-BE49-F238E27FC236}">
                <a16:creationId xmlns:a16="http://schemas.microsoft.com/office/drawing/2014/main" id="{0931DC31-043E-4B4C-B376-2D8B938B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886200" y="3286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23" name="s3-73">
            <a:extLst xmlns:a="http://schemas.openxmlformats.org/drawingml/2006/main">
              <a:ext uri="{FF2B5EF4-FFF2-40B4-BE49-F238E27FC236}">
                <a16:creationId xmlns:a16="http://schemas.microsoft.com/office/drawing/2014/main" id="{8DCF79F0-352A-4C62-B5D0-7D5D976F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7177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LC = 0</a:t>
            </a:r>
          </a:p>
        </p:txBody>
      </p:sp>
      <p:sp>
        <p:nvSpPr>
          <p:cNvPr id="24" name="s3-74">
            <a:extLst xmlns:a="http://schemas.openxmlformats.org/drawingml/2006/main">
              <a:ext uri="{FF2B5EF4-FFF2-40B4-BE49-F238E27FC236}">
                <a16:creationId xmlns:a16="http://schemas.microsoft.com/office/drawing/2014/main" id="{284C82F5-6C67-403C-A986-AED61C36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43275"/>
            <a:ext cx="2476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25" name="s3-75">
            <a:extLst xmlns:a="http://schemas.openxmlformats.org/drawingml/2006/main">
              <a:ext uri="{FF2B5EF4-FFF2-40B4-BE49-F238E27FC236}">
                <a16:creationId xmlns:a16="http://schemas.microsoft.com/office/drawing/2014/main" id="{4993E700-92EB-4AAC-B4AD-FA86FDEC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53450" y="3286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26" name="s3-76">
            <a:extLst xmlns:a="http://schemas.openxmlformats.org/drawingml/2006/main">
              <a:ext uri="{FF2B5EF4-FFF2-40B4-BE49-F238E27FC236}">
                <a16:creationId xmlns:a16="http://schemas.microsoft.com/office/drawing/2014/main" id="{6BB18198-C871-461A-8A27-B94F6BC3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051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กดปุ่ม 20 ms</a:t>
            </a:r>
          </a:p>
        </p:txBody>
      </p:sp>
      <p:sp>
        <p:nvSpPr>
          <p:cNvPr id="27" name="s3-77">
            <a:extLst xmlns:a="http://schemas.openxmlformats.org/drawingml/2006/main">
              <a:ext uri="{FF2B5EF4-FFF2-40B4-BE49-F238E27FC236}">
                <a16:creationId xmlns:a16="http://schemas.microsoft.com/office/drawing/2014/main" id="{84A6C5D0-4FBE-4735-842B-153842E4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33800"/>
            <a:ext cx="2409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หยุดครบ 200 ms</a:t>
            </a:r>
          </a:p>
        </p:txBody>
      </p:sp>
      <p:sp>
        <p:nvSpPr>
          <p:cNvPr id="28" name="s3-78">
            <a:extLst xmlns:a="http://schemas.openxmlformats.org/drawingml/2006/main">
              <a:ext uri="{FF2B5EF4-FFF2-40B4-BE49-F238E27FC236}">
                <a16:creationId xmlns:a16="http://schemas.microsoft.com/office/drawing/2014/main" id="{EC20B7C8-5EAC-41C4-B1A6-63240793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714750"/>
            <a:ext cx="95" cy="2028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29" name="s3-79">
            <a:extLst xmlns:a="http://schemas.openxmlformats.org/drawingml/2006/main">
              <a:ext uri="{FF2B5EF4-FFF2-40B4-BE49-F238E27FC236}">
                <a16:creationId xmlns:a16="http://schemas.microsoft.com/office/drawing/2014/main" id="{A153BDF6-2E0A-4E68-A972-441BC3F6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648825" y="5686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30" name="s3-80">
            <a:extLst xmlns:a="http://schemas.openxmlformats.org/drawingml/2006/main">
              <a:ext uri="{FF2B5EF4-FFF2-40B4-BE49-F238E27FC236}">
                <a16:creationId xmlns:a16="http://schemas.microsoft.com/office/drawing/2014/main" id="{BEA87750-E21B-4007-A909-18B1916C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52950"/>
            <a:ext cx="1057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ถึง LO</a:t>
            </a:r>
          </a:p>
        </p:txBody>
      </p:sp>
      <p:sp>
        <p:nvSpPr>
          <p:cNvPr id="31" name="s3-81">
            <a:extLst xmlns:a="http://schemas.openxmlformats.org/drawingml/2006/main">
              <a:ext uri="{FF2B5EF4-FFF2-40B4-BE49-F238E27FC236}">
                <a16:creationId xmlns:a16="http://schemas.microsoft.com/office/drawing/2014/main" id="{D648BE1B-4ED6-4757-B1C4-11E54798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15050"/>
            <a:ext cx="2476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32" name="s3-82">
            <a:extLst xmlns:a="http://schemas.openxmlformats.org/drawingml/2006/main">
              <a:ext uri="{FF2B5EF4-FFF2-40B4-BE49-F238E27FC236}">
                <a16:creationId xmlns:a16="http://schemas.microsoft.com/office/drawing/2014/main" id="{84C1BCB0-52C2-4EEC-A59A-3A6C3F99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76950" y="6057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33" name="s3-83">
            <a:extLst xmlns:a="http://schemas.openxmlformats.org/drawingml/2006/main">
              <a:ext uri="{FF2B5EF4-FFF2-40B4-BE49-F238E27FC236}">
                <a16:creationId xmlns:a16="http://schemas.microsoft.com/office/drawing/2014/main" id="{AED0509C-6497-4323-AB50-0B30B405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5436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ว่างต่อเนื่อง 3 s</a:t>
            </a:r>
          </a:p>
        </p:txBody>
      </p:sp>
      <p:sp>
        <p:nvSpPr>
          <p:cNvPr id="34" name="s3-84">
            <a:extLst xmlns:a="http://schemas.openxmlformats.org/drawingml/2006/main">
              <a:ext uri="{FF2B5EF4-FFF2-40B4-BE49-F238E27FC236}">
                <a16:creationId xmlns:a16="http://schemas.microsoft.com/office/drawing/2014/main" id="{7A17C20F-1A09-4FA7-8831-9707177E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0"/>
            <a:ext cx="95" cy="2028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35" name="s3-85">
            <a:extLst xmlns:a="http://schemas.openxmlformats.org/drawingml/2006/main">
              <a:ext uri="{FF2B5EF4-FFF2-40B4-BE49-F238E27FC236}">
                <a16:creationId xmlns:a16="http://schemas.microsoft.com/office/drawing/2014/main" id="{4B88FB46-D92F-48DD-B5AC-EC494AEE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1575" y="3657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36" name="s3-86">
            <a:extLst xmlns:a="http://schemas.openxmlformats.org/drawingml/2006/main">
              <a:ext uri="{FF2B5EF4-FFF2-40B4-BE49-F238E27FC236}">
                <a16:creationId xmlns:a16="http://schemas.microsoft.com/office/drawing/2014/main" id="{176307DB-2752-4152-B8AA-2DF010F0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62475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ถึง LC</a:t>
            </a:r>
          </a:p>
        </p:txBody>
      </p:sp>
      <p:sp>
        <p:nvSpPr>
          <p:cNvPr id="37" name="s3-87">
            <a:extLst xmlns:a="http://schemas.openxmlformats.org/drawingml/2006/main">
              <a:ext uri="{FF2B5EF4-FFF2-40B4-BE49-F238E27FC236}">
                <a16:creationId xmlns:a16="http://schemas.microsoft.com/office/drawing/2014/main" id="{76FD353C-34C7-4AD4-A33A-4D633B31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486525"/>
            <a:ext cx="95" cy="126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38" name="s3-88">
            <a:extLst xmlns:a="http://schemas.openxmlformats.org/drawingml/2006/main">
              <a:ext uri="{FF2B5EF4-FFF2-40B4-BE49-F238E27FC236}">
                <a16:creationId xmlns:a16="http://schemas.microsoft.com/office/drawing/2014/main" id="{DA466119-4D37-4683-9EDF-87FB412E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981575" y="7696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39" name="s3-89">
            <a:extLst xmlns:a="http://schemas.openxmlformats.org/drawingml/2006/main">
              <a:ext uri="{FF2B5EF4-FFF2-40B4-BE49-F238E27FC236}">
                <a16:creationId xmlns:a16="http://schemas.microsoft.com/office/drawing/2014/main" id="{0640C402-11E9-47E6-8E9F-E2DD95CF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699135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ถูกบัง</a:t>
            </a:r>
          </a:p>
        </p:txBody>
      </p:sp>
      <p:sp>
        <p:nvSpPr>
          <p:cNvPr id="40" name="s3-90">
            <a:extLst xmlns:a="http://schemas.openxmlformats.org/drawingml/2006/main">
              <a:ext uri="{FF2B5EF4-FFF2-40B4-BE49-F238E27FC236}">
                <a16:creationId xmlns:a16="http://schemas.microsoft.com/office/drawing/2014/main" id="{27CA896F-E651-4765-BF67-E15403FD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8124825"/>
            <a:ext cx="2476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41" name="s3-91">
            <a:extLst xmlns:a="http://schemas.openxmlformats.org/drawingml/2006/main">
              <a:ext uri="{FF2B5EF4-FFF2-40B4-BE49-F238E27FC236}">
                <a16:creationId xmlns:a16="http://schemas.microsoft.com/office/drawing/2014/main" id="{42ED1443-D2DA-4DC2-8DF3-87F28499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53450" y="80676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42" name="s3-92">
            <a:extLst xmlns:a="http://schemas.openxmlformats.org/drawingml/2006/main">
              <a:ext uri="{FF2B5EF4-FFF2-40B4-BE49-F238E27FC236}">
                <a16:creationId xmlns:a16="http://schemas.microsoft.com/office/drawing/2014/main" id="{462456E1-E2C2-4D63-A95D-B31A854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600950"/>
            <a:ext cx="2047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ครบ 200 ms</a:t>
            </a:r>
          </a:p>
        </p:txBody>
      </p:sp>
      <p:sp>
        <p:nvSpPr>
          <p:cNvPr id="43" name="s3-93">
            <a:extLst xmlns:a="http://schemas.openxmlformats.org/drawingml/2006/main">
              <a:ext uri="{FF2B5EF4-FFF2-40B4-BE49-F238E27FC236}">
                <a16:creationId xmlns:a16="http://schemas.microsoft.com/office/drawing/2014/main" id="{AD804EF1-5D95-41DB-B952-103FBC84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6486525"/>
            <a:ext cx="95" cy="126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44" name="s3-94">
            <a:extLst xmlns:a="http://schemas.openxmlformats.org/drawingml/2006/main">
              <a:ext uri="{FF2B5EF4-FFF2-40B4-BE49-F238E27FC236}">
                <a16:creationId xmlns:a16="http://schemas.microsoft.com/office/drawing/2014/main" id="{BBFB674C-6BA6-4992-A493-57E31994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825" y="6429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45" name="s3-95">
            <a:extLst xmlns:a="http://schemas.openxmlformats.org/drawingml/2006/main">
              <a:ext uri="{FF2B5EF4-FFF2-40B4-BE49-F238E27FC236}">
                <a16:creationId xmlns:a16="http://schemas.microsoft.com/office/drawing/2014/main" id="{6682CF6F-0742-4DBF-93B5-2014F676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0294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ถึง LO</a:t>
            </a:r>
          </a:p>
        </p:txBody>
      </p:sp>
      <p:sp>
        <p:nvSpPr>
          <p:cNvPr id="46" name="s3-96">
            <a:extLst xmlns:a="http://schemas.openxmlformats.org/drawingml/2006/main">
              <a:ext uri="{FF2B5EF4-FFF2-40B4-BE49-F238E27FC236}">
                <a16:creationId xmlns:a16="http://schemas.microsoft.com/office/drawing/2014/main" id="{7FA74233-66D9-4164-8969-3930A72D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43175"/>
            <a:ext cx="9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47" name="s3-97">
            <a:extLst xmlns:a="http://schemas.openxmlformats.org/drawingml/2006/main">
              <a:ext uri="{FF2B5EF4-FFF2-40B4-BE49-F238E27FC236}">
                <a16:creationId xmlns:a16="http://schemas.microsoft.com/office/drawing/2014/main" id="{BD313677-88E3-4AD3-815B-7C86DC50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43175"/>
            <a:ext cx="94202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48" name="s3-98">
            <a:extLst xmlns:a="http://schemas.openxmlformats.org/drawingml/2006/main">
              <a:ext uri="{FF2B5EF4-FFF2-40B4-BE49-F238E27FC236}">
                <a16:creationId xmlns:a16="http://schemas.microsoft.com/office/drawing/2014/main" id="{E86E59D3-8A01-4AAD-BE31-6ECA61F0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543175"/>
            <a:ext cx="95" cy="3571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49" name="s3-99">
            <a:extLst xmlns:a="http://schemas.openxmlformats.org/drawingml/2006/main">
              <a:ext uri="{FF2B5EF4-FFF2-40B4-BE49-F238E27FC236}">
                <a16:creationId xmlns:a16="http://schemas.microsoft.com/office/drawing/2014/main" id="{CEC16899-6AD0-40C6-81CA-1799D6C4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15050"/>
            <a:ext cx="4381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50" name="s3-100">
            <a:extLst xmlns:a="http://schemas.openxmlformats.org/drawingml/2006/main">
              <a:ext uri="{FF2B5EF4-FFF2-40B4-BE49-F238E27FC236}">
                <a16:creationId xmlns:a16="http://schemas.microsoft.com/office/drawing/2014/main" id="{B85EAD9D-8A86-4193-84DC-993E2168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744200" y="6057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51" name="s3-101">
            <a:extLst xmlns:a="http://schemas.openxmlformats.org/drawingml/2006/main">
              <a:ext uri="{FF2B5EF4-FFF2-40B4-BE49-F238E27FC236}">
                <a16:creationId xmlns:a16="http://schemas.microsoft.com/office/drawing/2014/main" id="{9FAC1035-0767-4319-911A-A21567E1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161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เริ่มที่ LO</a:t>
            </a:r>
          </a:p>
        </p:txBody>
      </p:sp>
      <p:sp>
        <p:nvSpPr>
          <p:cNvPr id="52" name="s3-102">
            <a:extLst xmlns:a="http://schemas.openxmlformats.org/drawingml/2006/main">
              <a:ext uri="{FF2B5EF4-FFF2-40B4-BE49-F238E27FC236}">
                <a16:creationId xmlns:a16="http://schemas.microsoft.com/office/drawing/2014/main" id="{536E20A7-D6FD-49C2-BF3C-CB265A06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6486525"/>
            <a:ext cx="95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748B"/>
            </a:solidFill>
          </a:ln>
        </p:spPr>
      </p:sp>
      <p:sp>
        <p:nvSpPr>
          <p:cNvPr id="53" name="s3-103">
            <a:extLst xmlns:a="http://schemas.openxmlformats.org/drawingml/2006/main">
              <a:ext uri="{FF2B5EF4-FFF2-40B4-BE49-F238E27FC236}">
                <a16:creationId xmlns:a16="http://schemas.microsoft.com/office/drawing/2014/main" id="{0F84C8B5-AC91-4B06-9B96-C856E2FA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6429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54" name="s3-104">
            <a:extLst xmlns:a="http://schemas.openxmlformats.org/drawingml/2006/main">
              <a:ext uri="{FF2B5EF4-FFF2-40B4-BE49-F238E27FC236}">
                <a16:creationId xmlns:a16="http://schemas.microsoft.com/office/drawing/2014/main" id="{43665951-ABAA-4799-B356-2E505D5E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714750"/>
            <a:ext cx="95" cy="2028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748B"/>
            </a:solidFill>
          </a:ln>
        </p:spPr>
      </p:sp>
      <p:sp>
        <p:nvSpPr>
          <p:cNvPr id="55" name="s3-105">
            <a:extLst xmlns:a="http://schemas.openxmlformats.org/drawingml/2006/main">
              <a:ext uri="{FF2B5EF4-FFF2-40B4-BE49-F238E27FC236}">
                <a16:creationId xmlns:a16="http://schemas.microsoft.com/office/drawing/2014/main" id="{77C5D5A0-F096-4A2B-82D1-63769B1B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3657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56" name="s3-106">
            <a:extLst xmlns:a="http://schemas.openxmlformats.org/drawingml/2006/main">
              <a:ext uri="{FF2B5EF4-FFF2-40B4-BE49-F238E27FC236}">
                <a16:creationId xmlns:a16="http://schemas.microsoft.com/office/drawing/2014/main" id="{81BCD815-71A6-4633-B13B-2F8ACAAB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333875"/>
            <a:ext cx="1619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Reset</a:t>
            </a:r>
          </a:p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ผ่านเงื่อนไข</a:t>
            </a:r>
          </a:p>
        </p:txBody>
      </p:sp>
      <p:sp>
        <p:nvSpPr>
          <p:cNvPr id="57" name="s3-107">
            <a:extLst xmlns:a="http://schemas.openxmlformats.org/drawingml/2006/main">
              <a:ext uri="{FF2B5EF4-FFF2-40B4-BE49-F238E27FC236}">
                <a16:creationId xmlns:a16="http://schemas.microsoft.com/office/drawing/2014/main" id="{4C5D909D-D8C7-4743-ADC4-8821CE06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67525"/>
            <a:ext cx="2590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E-stop</a:t>
            </a:r>
          </a:p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เดินทางเกิน 5 s</a:t>
            </a:r>
          </a:p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ลิมิตผิดปกติ</a:t>
            </a:r>
          </a:p>
        </p:txBody>
      </p:sp>
      <p:sp>
        <p:nvSpPr>
          <p:cNvPr id="58" name="s3-108">
            <a:extLst xmlns:a="http://schemas.openxmlformats.org/drawingml/2006/main">
              <a:ext uri="{FF2B5EF4-FFF2-40B4-BE49-F238E27FC236}">
                <a16:creationId xmlns:a16="http://schemas.microsoft.com/office/drawing/2014/main" id="{BE8ADCC5-5F04-479B-A050-BA0237C3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743200"/>
            <a:ext cx="95" cy="6038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59" name="diagram-109">
            <a:extLst xmlns:a="http://schemas.openxmlformats.org/drawingml/2006/main">
              <a:ext uri="{FF2B5EF4-FFF2-40B4-BE49-F238E27FC236}">
                <a16:creationId xmlns:a16="http://schemas.microsoft.com/office/drawing/2014/main" id="{2E275F72-67E4-4234-A4E1-FA656A1C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743200"/>
            <a:ext cx="2428875" cy="1295400"/>
          </a:xfrm>
          <a:custGeom xmlns:a="http://schemas.openxmlformats.org/drawingml/2006/main">
            <a:pathLst>
              <a:path w="2428875" h="1295400">
                <a:moveTo>
                  <a:pt x="69396" y="232508"/>
                </a:moveTo>
                <a:lnTo>
                  <a:pt x="2359479" y="232508"/>
                </a:lnTo>
                <a:lnTo>
                  <a:pt x="2359479" y="1212362"/>
                </a:lnTo>
                <a:lnTo>
                  <a:pt x="69396" y="1212362"/>
                </a:lnTo>
                <a:lnTo>
                  <a:pt x="69396" y="232508"/>
                </a:lnTo>
                <a:moveTo>
                  <a:pt x="1197088" y="232508"/>
                </a:moveTo>
                <a:lnTo>
                  <a:pt x="1197088" y="1212362"/>
                </a:lnTo>
                <a:moveTo>
                  <a:pt x="34698" y="159434"/>
                </a:moveTo>
                <a:lnTo>
                  <a:pt x="2394177" y="159434"/>
                </a:lnTo>
                <a:moveTo>
                  <a:pt x="69396" y="1235612"/>
                </a:moveTo>
                <a:lnTo>
                  <a:pt x="2359479" y="1235612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E293B"/>
            </a:solidFill>
          </a:ln>
        </p:spPr>
      </p:sp>
      <p:sp>
        <p:nvSpPr>
          <p:cNvPr id="60" name="diagram-110">
            <a:extLst xmlns:a="http://schemas.openxmlformats.org/drawingml/2006/main">
              <a:ext uri="{FF2B5EF4-FFF2-40B4-BE49-F238E27FC236}">
                <a16:creationId xmlns:a16="http://schemas.microsoft.com/office/drawing/2014/main" id="{A978FFAC-55FC-430A-B6EE-B1F39E54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743200"/>
            <a:ext cx="2428875" cy="1295400"/>
          </a:xfrm>
          <a:custGeom xmlns:a="http://schemas.openxmlformats.org/drawingml/2006/main">
            <a:pathLst>
              <a:path w="2428875" h="1295400">
                <a:moveTo>
                  <a:pt x="86746" y="259080"/>
                </a:moveTo>
                <a:lnTo>
                  <a:pt x="1169330" y="259080"/>
                </a:lnTo>
                <a:lnTo>
                  <a:pt x="1169330" y="1192432"/>
                </a:lnTo>
                <a:lnTo>
                  <a:pt x="86746" y="1192432"/>
                </a:lnTo>
                <a:lnTo>
                  <a:pt x="86746" y="259080"/>
                </a:lnTo>
                <a:moveTo>
                  <a:pt x="1006248" y="617806"/>
                </a:moveTo>
                <a:lnTo>
                  <a:pt x="1006248" y="80713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61" name="s3-111">
            <a:extLst xmlns:a="http://schemas.openxmlformats.org/drawingml/2006/main">
              <a:ext uri="{FF2B5EF4-FFF2-40B4-BE49-F238E27FC236}">
                <a16:creationId xmlns:a16="http://schemas.microsoft.com/office/drawing/2014/main" id="{28CEA1D5-870B-4F3D-809D-8FEF247A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075" y="31813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ปิดสนิท</a:t>
            </a:r>
          </a:p>
        </p:txBody>
      </p:sp>
      <p:sp>
        <p:nvSpPr>
          <p:cNvPr id="62" name="diagram-112">
            <a:extLst xmlns:a="http://schemas.openxmlformats.org/drawingml/2006/main">
              <a:ext uri="{FF2B5EF4-FFF2-40B4-BE49-F238E27FC236}">
                <a16:creationId xmlns:a16="http://schemas.microsoft.com/office/drawing/2014/main" id="{4F335DDC-591A-4686-9A27-5F7206D7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219575"/>
            <a:ext cx="2428875" cy="1295400"/>
          </a:xfrm>
          <a:custGeom xmlns:a="http://schemas.openxmlformats.org/drawingml/2006/main">
            <a:pathLst>
              <a:path w="2428875" h="1295400">
                <a:moveTo>
                  <a:pt x="69396" y="232508"/>
                </a:moveTo>
                <a:lnTo>
                  <a:pt x="2359479" y="232508"/>
                </a:lnTo>
                <a:lnTo>
                  <a:pt x="2359479" y="1212362"/>
                </a:lnTo>
                <a:lnTo>
                  <a:pt x="69396" y="1212362"/>
                </a:lnTo>
                <a:lnTo>
                  <a:pt x="69396" y="232508"/>
                </a:lnTo>
                <a:moveTo>
                  <a:pt x="1197088" y="232508"/>
                </a:moveTo>
                <a:lnTo>
                  <a:pt x="1197088" y="1212362"/>
                </a:lnTo>
                <a:moveTo>
                  <a:pt x="34698" y="159434"/>
                </a:moveTo>
                <a:lnTo>
                  <a:pt x="2394177" y="159434"/>
                </a:lnTo>
                <a:moveTo>
                  <a:pt x="69396" y="1235612"/>
                </a:moveTo>
                <a:lnTo>
                  <a:pt x="2359479" y="1235612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E293B"/>
            </a:solidFill>
          </a:ln>
        </p:spPr>
      </p:sp>
      <p:sp>
        <p:nvSpPr>
          <p:cNvPr id="63" name="diagram-113">
            <a:extLst xmlns:a="http://schemas.openxmlformats.org/drawingml/2006/main">
              <a:ext uri="{FF2B5EF4-FFF2-40B4-BE49-F238E27FC236}">
                <a16:creationId xmlns:a16="http://schemas.microsoft.com/office/drawing/2014/main" id="{9DD8B180-BB99-4FF8-A7E3-3BE2E789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219575"/>
            <a:ext cx="2428875" cy="1295400"/>
          </a:xfrm>
          <a:custGeom xmlns:a="http://schemas.openxmlformats.org/drawingml/2006/main">
            <a:pathLst>
              <a:path w="2428875" h="1295400">
                <a:moveTo>
                  <a:pt x="641917" y="259080"/>
                </a:moveTo>
                <a:lnTo>
                  <a:pt x="1724501" y="259080"/>
                </a:lnTo>
                <a:lnTo>
                  <a:pt x="1724501" y="1192432"/>
                </a:lnTo>
                <a:lnTo>
                  <a:pt x="641917" y="1192432"/>
                </a:lnTo>
                <a:lnTo>
                  <a:pt x="641917" y="259080"/>
                </a:lnTo>
                <a:moveTo>
                  <a:pt x="1561420" y="617806"/>
                </a:moveTo>
                <a:lnTo>
                  <a:pt x="1561420" y="80713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64" name="s3-114">
            <a:extLst xmlns:a="http://schemas.openxmlformats.org/drawingml/2006/main">
              <a:ext uri="{FF2B5EF4-FFF2-40B4-BE49-F238E27FC236}">
                <a16:creationId xmlns:a16="http://schemas.microsoft.com/office/drawing/2014/main" id="{05ACCFA6-44A7-4A46-AC77-4DDE9AB8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3003" y="4651375"/>
            <a:ext cx="45107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65" name="s3-115">
            <a:extLst xmlns:a="http://schemas.openxmlformats.org/drawingml/2006/main">
              <a:ext uri="{FF2B5EF4-FFF2-40B4-BE49-F238E27FC236}">
                <a16:creationId xmlns:a16="http://schemas.microsoft.com/office/drawing/2014/main" id="{33BF1B16-4C84-4EAF-9B55-E1D7EAE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076929" y="45942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66" name="s3-116">
            <a:extLst xmlns:a="http://schemas.openxmlformats.org/drawingml/2006/main">
              <a:ext uri="{FF2B5EF4-FFF2-40B4-BE49-F238E27FC236}">
                <a16:creationId xmlns:a16="http://schemas.microsoft.com/office/drawing/2014/main" id="{883EF919-1965-499B-9774-B02388D3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075" y="46577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กำลังเปิด</a:t>
            </a:r>
          </a:p>
        </p:txBody>
      </p:sp>
      <p:sp>
        <p:nvSpPr>
          <p:cNvPr id="67" name="diagram-117">
            <a:extLst xmlns:a="http://schemas.openxmlformats.org/drawingml/2006/main">
              <a:ext uri="{FF2B5EF4-FFF2-40B4-BE49-F238E27FC236}">
                <a16:creationId xmlns:a16="http://schemas.microsoft.com/office/drawing/2014/main" id="{FDF9DBCC-F541-4088-8E1E-A74B05B8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695950"/>
            <a:ext cx="2428875" cy="1295400"/>
          </a:xfrm>
          <a:custGeom xmlns:a="http://schemas.openxmlformats.org/drawingml/2006/main">
            <a:pathLst>
              <a:path w="2428875" h="1295400">
                <a:moveTo>
                  <a:pt x="69396" y="232508"/>
                </a:moveTo>
                <a:lnTo>
                  <a:pt x="2359479" y="232508"/>
                </a:lnTo>
                <a:lnTo>
                  <a:pt x="2359479" y="1212362"/>
                </a:lnTo>
                <a:lnTo>
                  <a:pt x="69396" y="1212362"/>
                </a:lnTo>
                <a:lnTo>
                  <a:pt x="69396" y="232508"/>
                </a:lnTo>
                <a:moveTo>
                  <a:pt x="1197088" y="232508"/>
                </a:moveTo>
                <a:lnTo>
                  <a:pt x="1197088" y="1212362"/>
                </a:lnTo>
                <a:moveTo>
                  <a:pt x="34698" y="159434"/>
                </a:moveTo>
                <a:lnTo>
                  <a:pt x="2394177" y="159434"/>
                </a:lnTo>
                <a:moveTo>
                  <a:pt x="69396" y="1235612"/>
                </a:moveTo>
                <a:lnTo>
                  <a:pt x="2359479" y="1235612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E293B"/>
            </a:solidFill>
          </a:ln>
        </p:spPr>
      </p:sp>
      <p:sp>
        <p:nvSpPr>
          <p:cNvPr id="68" name="diagram-118">
            <a:extLst xmlns:a="http://schemas.openxmlformats.org/drawingml/2006/main">
              <a:ext uri="{FF2B5EF4-FFF2-40B4-BE49-F238E27FC236}">
                <a16:creationId xmlns:a16="http://schemas.microsoft.com/office/drawing/2014/main" id="{5BDC76D1-CD55-4F83-ACD1-3F75921C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695950"/>
            <a:ext cx="2428875" cy="1295400"/>
          </a:xfrm>
          <a:custGeom xmlns:a="http://schemas.openxmlformats.org/drawingml/2006/main">
            <a:pathLst>
              <a:path w="2428875" h="1295400">
                <a:moveTo>
                  <a:pt x="1214438" y="259080"/>
                </a:moveTo>
                <a:lnTo>
                  <a:pt x="2297022" y="259080"/>
                </a:lnTo>
                <a:lnTo>
                  <a:pt x="2297022" y="1192432"/>
                </a:lnTo>
                <a:lnTo>
                  <a:pt x="1214438" y="1192432"/>
                </a:lnTo>
                <a:lnTo>
                  <a:pt x="1214438" y="259080"/>
                </a:lnTo>
                <a:moveTo>
                  <a:pt x="2133940" y="617806"/>
                </a:moveTo>
                <a:lnTo>
                  <a:pt x="2133940" y="80713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69" name="s3-119">
            <a:extLst xmlns:a="http://schemas.openxmlformats.org/drawingml/2006/main">
              <a:ext uri="{FF2B5EF4-FFF2-40B4-BE49-F238E27FC236}">
                <a16:creationId xmlns:a16="http://schemas.microsoft.com/office/drawing/2014/main" id="{EC72EF03-0F33-416A-BAD0-26B6DDDA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075" y="6134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เปิดสุด</a:t>
            </a:r>
          </a:p>
        </p:txBody>
      </p:sp>
      <p:sp>
        <p:nvSpPr>
          <p:cNvPr id="70" name="diagram-120">
            <a:extLst xmlns:a="http://schemas.openxmlformats.org/drawingml/2006/main">
              <a:ext uri="{FF2B5EF4-FFF2-40B4-BE49-F238E27FC236}">
                <a16:creationId xmlns:a16="http://schemas.microsoft.com/office/drawing/2014/main" id="{2303A223-8786-4D88-B4A8-CDA96265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172325"/>
            <a:ext cx="2428875" cy="1295400"/>
          </a:xfrm>
          <a:custGeom xmlns:a="http://schemas.openxmlformats.org/drawingml/2006/main">
            <a:pathLst>
              <a:path w="2428875" h="1295400">
                <a:moveTo>
                  <a:pt x="69396" y="232508"/>
                </a:moveTo>
                <a:lnTo>
                  <a:pt x="2359479" y="232508"/>
                </a:lnTo>
                <a:lnTo>
                  <a:pt x="2359479" y="1212362"/>
                </a:lnTo>
                <a:lnTo>
                  <a:pt x="69396" y="1212362"/>
                </a:lnTo>
                <a:lnTo>
                  <a:pt x="69396" y="232508"/>
                </a:lnTo>
                <a:moveTo>
                  <a:pt x="1197088" y="232508"/>
                </a:moveTo>
                <a:lnTo>
                  <a:pt x="1197088" y="1212362"/>
                </a:lnTo>
                <a:moveTo>
                  <a:pt x="34698" y="159434"/>
                </a:moveTo>
                <a:lnTo>
                  <a:pt x="2394177" y="159434"/>
                </a:lnTo>
                <a:moveTo>
                  <a:pt x="69396" y="1235612"/>
                </a:moveTo>
                <a:lnTo>
                  <a:pt x="2359479" y="1235612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E293B"/>
            </a:solidFill>
          </a:ln>
        </p:spPr>
      </p:sp>
      <p:sp>
        <p:nvSpPr>
          <p:cNvPr id="71" name="diagram-121">
            <a:extLst xmlns:a="http://schemas.openxmlformats.org/drawingml/2006/main">
              <a:ext uri="{FF2B5EF4-FFF2-40B4-BE49-F238E27FC236}">
                <a16:creationId xmlns:a16="http://schemas.microsoft.com/office/drawing/2014/main" id="{832CEC6E-1536-492D-897E-6CC6EA9A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172325"/>
            <a:ext cx="2428875" cy="1295400"/>
          </a:xfrm>
          <a:custGeom xmlns:a="http://schemas.openxmlformats.org/drawingml/2006/main">
            <a:pathLst>
              <a:path w="2428875" h="1295400">
                <a:moveTo>
                  <a:pt x="641917" y="259080"/>
                </a:moveTo>
                <a:lnTo>
                  <a:pt x="1724501" y="259080"/>
                </a:lnTo>
                <a:lnTo>
                  <a:pt x="1724501" y="1192432"/>
                </a:lnTo>
                <a:lnTo>
                  <a:pt x="641917" y="1192432"/>
                </a:lnTo>
                <a:lnTo>
                  <a:pt x="641917" y="259080"/>
                </a:lnTo>
                <a:moveTo>
                  <a:pt x="1561420" y="617806"/>
                </a:moveTo>
                <a:lnTo>
                  <a:pt x="1561420" y="80713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72" name="s3-122">
            <a:extLst xmlns:a="http://schemas.openxmlformats.org/drawingml/2006/main">
              <a:ext uri="{FF2B5EF4-FFF2-40B4-BE49-F238E27FC236}">
                <a16:creationId xmlns:a16="http://schemas.microsoft.com/office/drawing/2014/main" id="{7B25A610-0D82-4EBE-AF14-CDB18266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3003" y="7604125"/>
            <a:ext cx="45107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73" name="s3-123">
            <a:extLst xmlns:a="http://schemas.openxmlformats.org/drawingml/2006/main">
              <a:ext uri="{FF2B5EF4-FFF2-40B4-BE49-F238E27FC236}">
                <a16:creationId xmlns:a16="http://schemas.microsoft.com/office/drawing/2014/main" id="{CE6235EF-1BEF-4DDD-978B-34D780D2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3625853" y="7546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74" name="s3-124">
            <a:extLst xmlns:a="http://schemas.openxmlformats.org/drawingml/2006/main">
              <a:ext uri="{FF2B5EF4-FFF2-40B4-BE49-F238E27FC236}">
                <a16:creationId xmlns:a16="http://schemas.microsoft.com/office/drawing/2014/main" id="{ED159495-CE81-41F2-B42E-86E45856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075" y="761047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กำลังปิด</a:t>
            </a:r>
          </a:p>
        </p:txBody>
      </p:sp>
      <p:sp>
        <p:nvSpPr>
          <p:cNvPr id="75" name="s3-125">
            <a:extLst xmlns:a="http://schemas.openxmlformats.org/drawingml/2006/main">
              <a:ext uri="{FF2B5EF4-FFF2-40B4-BE49-F238E27FC236}">
                <a16:creationId xmlns:a16="http://schemas.microsoft.com/office/drawing/2014/main" id="{CD14302C-57EF-473B-A4EB-B12E30CC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24900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เมื่อเริ่มที่ LO ให้เข้า HOLD    START ไม่ทราบตำแหน่งเข้า FAULT    การกดปุ่มขณะปิดให้ผลเหมือนถูกบัง</a:t>
            </a:r>
          </a:p>
        </p:txBody>
      </p:sp>
    </p:spTree>
    <p:extLst>
      <p:ext uri="{BB962C8B-B14F-4D97-AF65-F5344CB8AC3E}">
        <p14:creationId xmlns:p14="http://schemas.microsoft.com/office/powerpoint/2010/main" val="565907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s4-126">
            <a:extLst xmlns:a="http://schemas.openxmlformats.org/drawingml/2006/main">
              <a:ext uri="{FF2B5EF4-FFF2-40B4-BE49-F238E27FC236}">
                <a16:creationId xmlns:a16="http://schemas.microsoft.com/office/drawing/2014/main" id="{CE01DBCD-D951-417A-AD7E-9724FD03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การเชื่อมต่อวงจรฮาร์ดแวร์</a:t>
            </a:r>
          </a:p>
        </p:txBody>
      </p:sp>
      <p:sp>
        <p:nvSpPr>
          <p:cNvPr id="2" name="s4-127">
            <a:extLst xmlns:a="http://schemas.openxmlformats.org/drawingml/2006/main">
              <a:ext uri="{FF2B5EF4-FFF2-40B4-BE49-F238E27FC236}">
                <a16:creationId xmlns:a16="http://schemas.microsoft.com/office/drawing/2014/main" id="{14907E59-7EED-4F6D-ADFD-F0C0C382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L293D รับคำสั่งทิศทางจาก 8051 และจ่ายกระแสให้มอเตอร์</a:t>
            </a:r>
          </a:p>
        </p:txBody>
      </p:sp>
      <p:sp>
        <p:nvSpPr>
          <p:cNvPr id="3" name="s4-128">
            <a:extLst xmlns:a="http://schemas.openxmlformats.org/drawingml/2006/main">
              <a:ext uri="{FF2B5EF4-FFF2-40B4-BE49-F238E27FC236}">
                <a16:creationId xmlns:a16="http://schemas.microsoft.com/office/drawing/2014/main" id="{F029BDBC-CE51-4047-A8BF-C49623ED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4-129">
            <a:extLst xmlns:a="http://schemas.openxmlformats.org/drawingml/2006/main">
              <a:ext uri="{FF2B5EF4-FFF2-40B4-BE49-F238E27FC236}">
                <a16:creationId xmlns:a16="http://schemas.microsoft.com/office/drawing/2014/main" id="{1AEF8703-2ED6-42EF-ABF1-12C5C49A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5" name="s4-130">
            <a:extLst xmlns:a="http://schemas.openxmlformats.org/drawingml/2006/main">
              <a:ext uri="{FF2B5EF4-FFF2-40B4-BE49-F238E27FC236}">
                <a16:creationId xmlns:a16="http://schemas.microsoft.com/office/drawing/2014/main" id="{5EE338C9-7BAA-488D-B844-A2CFFC03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81375"/>
            <a:ext cx="3790950" cy="2295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E293B"/>
            </a:solidFill>
          </a:ln>
        </p:spPr>
      </p:sp>
      <p:sp>
        <p:nvSpPr>
          <p:cNvPr id="6" name="s4-131">
            <a:extLst xmlns:a="http://schemas.openxmlformats.org/drawingml/2006/main">
              <a:ext uri="{FF2B5EF4-FFF2-40B4-BE49-F238E27FC236}">
                <a16:creationId xmlns:a16="http://schemas.microsoft.com/office/drawing/2014/main" id="{E6F7FBB3-120E-4F71-B8E4-98FCA4B6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48075"/>
            <a:ext cx="3371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4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L293D</a:t>
            </a:r>
          </a:p>
        </p:txBody>
      </p:sp>
      <p:sp>
        <p:nvSpPr>
          <p:cNvPr id="7" name="s4-132">
            <a:extLst xmlns:a="http://schemas.openxmlformats.org/drawingml/2006/main">
              <a:ext uri="{FF2B5EF4-FFF2-40B4-BE49-F238E27FC236}">
                <a16:creationId xmlns:a16="http://schemas.microsoft.com/office/drawing/2014/main" id="{0FC028A4-D00E-4F92-8BFC-396F3A66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57675"/>
            <a:ext cx="3371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ไอซีขับมอเตอร์</a:t>
            </a:r>
          </a:p>
        </p:txBody>
      </p:sp>
      <p:sp>
        <p:nvSpPr>
          <p:cNvPr id="8" name="s4-133">
            <a:extLst xmlns:a="http://schemas.openxmlformats.org/drawingml/2006/main">
              <a:ext uri="{FF2B5EF4-FFF2-40B4-BE49-F238E27FC236}">
                <a16:creationId xmlns:a16="http://schemas.microsoft.com/office/drawing/2014/main" id="{F10E4FBB-0A56-4709-8DC0-0EC60CEC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292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IN1</a:t>
            </a:r>
          </a:p>
        </p:txBody>
      </p:sp>
      <p:sp>
        <p:nvSpPr>
          <p:cNvPr id="9" name="s4-134">
            <a:extLst xmlns:a="http://schemas.openxmlformats.org/drawingml/2006/main">
              <a:ext uri="{FF2B5EF4-FFF2-40B4-BE49-F238E27FC236}">
                <a16:creationId xmlns:a16="http://schemas.microsoft.com/office/drawing/2014/main" id="{2D1670A3-66EC-4735-81D6-0E92D5ED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292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IN2</a:t>
            </a:r>
          </a:p>
        </p:txBody>
      </p:sp>
      <p:sp>
        <p:nvSpPr>
          <p:cNvPr id="10" name="s4-135">
            <a:extLst xmlns:a="http://schemas.openxmlformats.org/drawingml/2006/main">
              <a:ext uri="{FF2B5EF4-FFF2-40B4-BE49-F238E27FC236}">
                <a16:creationId xmlns:a16="http://schemas.microsoft.com/office/drawing/2014/main" id="{F95124D8-4B3C-4992-A18C-5F86EB3C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0292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EN</a:t>
            </a:r>
          </a:p>
        </p:txBody>
      </p:sp>
      <p:sp>
        <p:nvSpPr>
          <p:cNvPr id="11" name="diagram-136">
            <a:extLst xmlns:a="http://schemas.openxmlformats.org/drawingml/2006/main">
              <a:ext uri="{FF2B5EF4-FFF2-40B4-BE49-F238E27FC236}">
                <a16:creationId xmlns:a16="http://schemas.microsoft.com/office/drawing/2014/main" id="{9897303E-14C0-485A-9BA0-721C6F46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4133850" cy="1933575"/>
          </a:xfrm>
          <a:custGeom xmlns:a="http://schemas.openxmlformats.org/drawingml/2006/main">
            <a:pathLst>
              <a:path w="4133850" h="1933575">
                <a:moveTo>
                  <a:pt x="0" y="190500"/>
                </a:moveTo>
                <a:lnTo>
                  <a:pt x="171450" y="190500"/>
                </a:lnTo>
                <a:moveTo>
                  <a:pt x="0" y="476250"/>
                </a:moveTo>
                <a:lnTo>
                  <a:pt x="171450" y="476250"/>
                </a:lnTo>
                <a:moveTo>
                  <a:pt x="0" y="762000"/>
                </a:moveTo>
                <a:lnTo>
                  <a:pt x="171450" y="762000"/>
                </a:lnTo>
                <a:moveTo>
                  <a:pt x="0" y="1047750"/>
                </a:moveTo>
                <a:lnTo>
                  <a:pt x="171450" y="1047750"/>
                </a:lnTo>
                <a:moveTo>
                  <a:pt x="0" y="1333500"/>
                </a:moveTo>
                <a:lnTo>
                  <a:pt x="171450" y="1333500"/>
                </a:lnTo>
                <a:moveTo>
                  <a:pt x="0" y="1619250"/>
                </a:moveTo>
                <a:lnTo>
                  <a:pt x="171450" y="1619250"/>
                </a:lnTo>
                <a:moveTo>
                  <a:pt x="3962400" y="190500"/>
                </a:moveTo>
                <a:lnTo>
                  <a:pt x="4133850" y="190500"/>
                </a:lnTo>
                <a:moveTo>
                  <a:pt x="3962400" y="476250"/>
                </a:moveTo>
                <a:lnTo>
                  <a:pt x="4133850" y="476250"/>
                </a:lnTo>
                <a:moveTo>
                  <a:pt x="3962400" y="762000"/>
                </a:moveTo>
                <a:lnTo>
                  <a:pt x="4133850" y="762000"/>
                </a:lnTo>
                <a:moveTo>
                  <a:pt x="3962400" y="1047750"/>
                </a:moveTo>
                <a:lnTo>
                  <a:pt x="4133850" y="1047750"/>
                </a:lnTo>
                <a:moveTo>
                  <a:pt x="3962400" y="1333500"/>
                </a:moveTo>
                <a:lnTo>
                  <a:pt x="4133850" y="1333500"/>
                </a:lnTo>
                <a:moveTo>
                  <a:pt x="3962400" y="1619250"/>
                </a:moveTo>
                <a:lnTo>
                  <a:pt x="4133850" y="1619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E293B"/>
            </a:solidFill>
          </a:ln>
        </p:spPr>
      </p:sp>
      <p:sp>
        <p:nvSpPr>
          <p:cNvPr id="12" name="s4-137">
            <a:extLst xmlns:a="http://schemas.openxmlformats.org/drawingml/2006/main">
              <a:ext uri="{FF2B5EF4-FFF2-40B4-BE49-F238E27FC236}">
                <a16:creationId xmlns:a16="http://schemas.microsoft.com/office/drawing/2014/main" id="{4C1C36AE-72AA-4706-93BD-0BADE033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10025"/>
            <a:ext cx="15049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E293B"/>
            </a:solidFill>
          </a:ln>
        </p:spPr>
      </p:sp>
      <p:sp>
        <p:nvSpPr>
          <p:cNvPr id="13" name="s4-138">
            <a:extLst xmlns:a="http://schemas.openxmlformats.org/drawingml/2006/main">
              <a:ext uri="{FF2B5EF4-FFF2-40B4-BE49-F238E27FC236}">
                <a16:creationId xmlns:a16="http://schemas.microsoft.com/office/drawing/2014/main" id="{48B4A8F0-D38B-47F3-BDE5-F4504CFD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352925"/>
            <a:ext cx="1114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41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M</a:t>
            </a:r>
          </a:p>
        </p:txBody>
      </p:sp>
      <p:sp>
        <p:nvSpPr>
          <p:cNvPr id="14" name="s4-139">
            <a:extLst xmlns:a="http://schemas.openxmlformats.org/drawingml/2006/main">
              <a:ext uri="{FF2B5EF4-FFF2-40B4-BE49-F238E27FC236}">
                <a16:creationId xmlns:a16="http://schemas.microsoft.com/office/drawing/2014/main" id="{F7D51839-6B8B-4D93-8289-F22BAABC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67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มอเตอร์ 12 V DC</a:t>
            </a:r>
          </a:p>
        </p:txBody>
      </p:sp>
      <p:sp>
        <p:nvSpPr>
          <p:cNvPr id="15" name="s4-140">
            <a:extLst xmlns:a="http://schemas.openxmlformats.org/drawingml/2006/main">
              <a:ext uri="{FF2B5EF4-FFF2-40B4-BE49-F238E27FC236}">
                <a16:creationId xmlns:a16="http://schemas.microsoft.com/office/drawing/2014/main" id="{5E9CF3FF-9E29-4E35-9E4A-E32DB5DD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14825"/>
            <a:ext cx="9715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293B"/>
            </a:solidFill>
          </a:ln>
        </p:spPr>
      </p:sp>
      <p:sp>
        <p:nvSpPr>
          <p:cNvPr id="16" name="s4-141">
            <a:extLst xmlns:a="http://schemas.openxmlformats.org/drawingml/2006/main">
              <a:ext uri="{FF2B5EF4-FFF2-40B4-BE49-F238E27FC236}">
                <a16:creationId xmlns:a16="http://schemas.microsoft.com/office/drawing/2014/main" id="{B0056A47-6111-47A3-87B4-D44B4836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93B"/>
            </a:solidFill>
          </a:ln>
        </p:spPr>
      </p:sp>
      <p:sp>
        <p:nvSpPr>
          <p:cNvPr id="17" name="s4-142">
            <a:extLst xmlns:a="http://schemas.openxmlformats.org/drawingml/2006/main">
              <a:ext uri="{FF2B5EF4-FFF2-40B4-BE49-F238E27FC236}">
                <a16:creationId xmlns:a16="http://schemas.microsoft.com/office/drawing/2014/main" id="{C7E05923-E56E-4A1A-805C-3224BBFC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14825"/>
            <a:ext cx="1295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293B"/>
            </a:solidFill>
          </a:ln>
        </p:spPr>
      </p:sp>
      <p:sp>
        <p:nvSpPr>
          <p:cNvPr id="18" name="s4-143">
            <a:extLst xmlns:a="http://schemas.openxmlformats.org/drawingml/2006/main">
              <a:ext uri="{FF2B5EF4-FFF2-40B4-BE49-F238E27FC236}">
                <a16:creationId xmlns:a16="http://schemas.microsoft.com/office/drawing/2014/main" id="{3B64A85B-F67B-47D0-B49F-140FAD77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19700"/>
            <a:ext cx="2857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293B"/>
            </a:solidFill>
          </a:ln>
        </p:spPr>
      </p:sp>
      <p:sp>
        <p:nvSpPr>
          <p:cNvPr id="19" name="s4-144">
            <a:extLst xmlns:a="http://schemas.openxmlformats.org/drawingml/2006/main">
              <a:ext uri="{FF2B5EF4-FFF2-40B4-BE49-F238E27FC236}">
                <a16:creationId xmlns:a16="http://schemas.microsoft.com/office/drawing/2014/main" id="{20090A09-F73F-40ED-B39A-43215E3A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72075"/>
            <a:ext cx="9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293B"/>
            </a:solidFill>
          </a:ln>
        </p:spPr>
      </p:sp>
      <p:sp>
        <p:nvSpPr>
          <p:cNvPr id="20" name="s4-145">
            <a:extLst xmlns:a="http://schemas.openxmlformats.org/drawingml/2006/main">
              <a:ext uri="{FF2B5EF4-FFF2-40B4-BE49-F238E27FC236}">
                <a16:creationId xmlns:a16="http://schemas.microsoft.com/office/drawing/2014/main" id="{FF2E7250-2E18-495F-A58A-AC179AFA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72075"/>
            <a:ext cx="5905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293B"/>
            </a:solidFill>
          </a:ln>
        </p:spPr>
      </p:sp>
      <p:sp>
        <p:nvSpPr>
          <p:cNvPr id="21" name="s4-146">
            <a:extLst xmlns:a="http://schemas.openxmlformats.org/drawingml/2006/main">
              <a:ext uri="{FF2B5EF4-FFF2-40B4-BE49-F238E27FC236}">
                <a16:creationId xmlns:a16="http://schemas.microsoft.com/office/drawing/2014/main" id="{763C2936-0443-4AAE-A9C9-15D7159A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96100" y="5114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4-147">
            <a:extLst xmlns:a="http://schemas.openxmlformats.org/drawingml/2006/main">
              <a:ext uri="{FF2B5EF4-FFF2-40B4-BE49-F238E27FC236}">
                <a16:creationId xmlns:a16="http://schemas.microsoft.com/office/drawing/2014/main" id="{9B4D7E93-4DB4-42C1-A17D-6C3F85C6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814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27 Ω  10 W</a:t>
            </a:r>
          </a:p>
        </p:txBody>
      </p:sp>
      <p:sp>
        <p:nvSpPr>
          <p:cNvPr id="23" name="s4-148">
            <a:extLst xmlns:a="http://schemas.openxmlformats.org/drawingml/2006/main">
              <a:ext uri="{FF2B5EF4-FFF2-40B4-BE49-F238E27FC236}">
                <a16:creationId xmlns:a16="http://schemas.microsoft.com/office/drawing/2014/main" id="{68AD8264-60FE-4FD6-9137-4CD7300A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162800"/>
            <a:ext cx="4972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24" name="s4-149">
            <a:extLst xmlns:a="http://schemas.openxmlformats.org/drawingml/2006/main">
              <a:ext uri="{FF2B5EF4-FFF2-40B4-BE49-F238E27FC236}">
                <a16:creationId xmlns:a16="http://schemas.microsoft.com/office/drawing/2014/main" id="{92367701-B176-46B0-A382-0040DF69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343775"/>
            <a:ext cx="4495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บอร์ด 8051</a:t>
            </a:r>
          </a:p>
        </p:txBody>
      </p:sp>
      <p:sp>
        <p:nvSpPr>
          <p:cNvPr id="25" name="s4-150">
            <a:extLst xmlns:a="http://schemas.openxmlformats.org/drawingml/2006/main">
              <a:ext uri="{FF2B5EF4-FFF2-40B4-BE49-F238E27FC236}">
                <a16:creationId xmlns:a16="http://schemas.microsoft.com/office/drawing/2014/main" id="{F16C52F1-1057-4A7E-993A-DC5D5BE5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8058150"/>
            <a:ext cx="449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P1 ควบคุมเอาต์พุต     P2 รับอินพุต</a:t>
            </a:r>
          </a:p>
        </p:txBody>
      </p:sp>
      <p:sp>
        <p:nvSpPr>
          <p:cNvPr id="26" name="s4-151">
            <a:extLst xmlns:a="http://schemas.openxmlformats.org/drawingml/2006/main">
              <a:ext uri="{FF2B5EF4-FFF2-40B4-BE49-F238E27FC236}">
                <a16:creationId xmlns:a16="http://schemas.microsoft.com/office/drawing/2014/main" id="{2ECDC990-73B4-4939-9EC4-252E5CB0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76900"/>
            <a:ext cx="95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27" name="s4-152">
            <a:extLst xmlns:a="http://schemas.openxmlformats.org/drawingml/2006/main">
              <a:ext uri="{FF2B5EF4-FFF2-40B4-BE49-F238E27FC236}">
                <a16:creationId xmlns:a16="http://schemas.microsoft.com/office/drawing/2014/main" id="{556EB034-519B-4D9D-801F-353812B0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5619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28" name="s4-153">
            <a:extLst xmlns:a="http://schemas.openxmlformats.org/drawingml/2006/main">
              <a:ext uri="{FF2B5EF4-FFF2-40B4-BE49-F238E27FC236}">
                <a16:creationId xmlns:a16="http://schemas.microsoft.com/office/drawing/2014/main" id="{CA45B132-25BB-4A00-9A12-F9F8BB9B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676900"/>
            <a:ext cx="95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29" name="s4-154">
            <a:extLst xmlns:a="http://schemas.openxmlformats.org/drawingml/2006/main">
              <a:ext uri="{FF2B5EF4-FFF2-40B4-BE49-F238E27FC236}">
                <a16:creationId xmlns:a16="http://schemas.microsoft.com/office/drawing/2014/main" id="{820C0DFD-F395-4424-83EC-12001E5D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5619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30" name="s4-155">
            <a:extLst xmlns:a="http://schemas.openxmlformats.org/drawingml/2006/main">
              <a:ext uri="{FF2B5EF4-FFF2-40B4-BE49-F238E27FC236}">
                <a16:creationId xmlns:a16="http://schemas.microsoft.com/office/drawing/2014/main" id="{094B26B4-C9C8-4BE9-9D84-86688BFA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105525"/>
            <a:ext cx="1123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P1.0</a:t>
            </a:r>
          </a:p>
        </p:txBody>
      </p:sp>
      <p:sp>
        <p:nvSpPr>
          <p:cNvPr id="31" name="s4-156">
            <a:extLst xmlns:a="http://schemas.openxmlformats.org/drawingml/2006/main">
              <a:ext uri="{FF2B5EF4-FFF2-40B4-BE49-F238E27FC236}">
                <a16:creationId xmlns:a16="http://schemas.microsoft.com/office/drawing/2014/main" id="{A24DD193-ED11-4CC1-82D1-6A4C7C1E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734050"/>
            <a:ext cx="1123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P1.1</a:t>
            </a:r>
          </a:p>
        </p:txBody>
      </p:sp>
      <p:sp>
        <p:nvSpPr>
          <p:cNvPr id="32" name="s4-157">
            <a:extLst xmlns:a="http://schemas.openxmlformats.org/drawingml/2006/main">
              <a:ext uri="{FF2B5EF4-FFF2-40B4-BE49-F238E27FC236}">
                <a16:creationId xmlns:a16="http://schemas.microsoft.com/office/drawing/2014/main" id="{5809C873-C891-4FCC-84F7-2A888643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333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33" name="s4-158">
            <a:extLst xmlns:a="http://schemas.openxmlformats.org/drawingml/2006/main">
              <a:ext uri="{FF2B5EF4-FFF2-40B4-BE49-F238E27FC236}">
                <a16:creationId xmlns:a16="http://schemas.microsoft.com/office/drawing/2014/main" id="{27B46BE2-C336-4777-8405-3F2F81DB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86500"/>
            <a:ext cx="2105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HCT14 → NC1</a:t>
            </a:r>
          </a:p>
        </p:txBody>
      </p:sp>
      <p:sp>
        <p:nvSpPr>
          <p:cNvPr id="34" name="s4-159">
            <a:extLst xmlns:a="http://schemas.openxmlformats.org/drawingml/2006/main">
              <a:ext uri="{FF2B5EF4-FFF2-40B4-BE49-F238E27FC236}">
                <a16:creationId xmlns:a16="http://schemas.microsoft.com/office/drawing/2014/main" id="{4FAB956F-C558-44DF-AB12-8931316D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753225"/>
            <a:ext cx="9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35" name="s4-160">
            <a:extLst xmlns:a="http://schemas.openxmlformats.org/drawingml/2006/main">
              <a:ext uri="{FF2B5EF4-FFF2-40B4-BE49-F238E27FC236}">
                <a16:creationId xmlns:a16="http://schemas.microsoft.com/office/drawing/2014/main" id="{0567A70B-3250-4944-A537-D1098B0A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6696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36" name="s4-161">
            <a:extLst xmlns:a="http://schemas.openxmlformats.org/drawingml/2006/main">
              <a:ext uri="{FF2B5EF4-FFF2-40B4-BE49-F238E27FC236}">
                <a16:creationId xmlns:a16="http://schemas.microsoft.com/office/drawing/2014/main" id="{82F2587B-9533-4A70-A305-4DF89D6E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895975"/>
            <a:ext cx="95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37" name="s4-162">
            <a:extLst xmlns:a="http://schemas.openxmlformats.org/drawingml/2006/main">
              <a:ext uri="{FF2B5EF4-FFF2-40B4-BE49-F238E27FC236}">
                <a16:creationId xmlns:a16="http://schemas.microsoft.com/office/drawing/2014/main" id="{D0A106DF-8363-4122-BB71-41323CF1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95975"/>
            <a:ext cx="95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38" name="s4-163">
            <a:extLst xmlns:a="http://schemas.openxmlformats.org/drawingml/2006/main">
              <a:ext uri="{FF2B5EF4-FFF2-40B4-BE49-F238E27FC236}">
                <a16:creationId xmlns:a16="http://schemas.microsoft.com/office/drawing/2014/main" id="{FD8B218B-760F-4A42-AE18-2EAF5748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76900"/>
            <a:ext cx="95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39" name="s4-164">
            <a:extLst xmlns:a="http://schemas.openxmlformats.org/drawingml/2006/main">
              <a:ext uri="{FF2B5EF4-FFF2-40B4-BE49-F238E27FC236}">
                <a16:creationId xmlns:a16="http://schemas.microsoft.com/office/drawing/2014/main" id="{2A140D54-6A21-4EEC-B941-484BDB12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5619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40" name="s4-165">
            <a:extLst xmlns:a="http://schemas.openxmlformats.org/drawingml/2006/main">
              <a:ext uri="{FF2B5EF4-FFF2-40B4-BE49-F238E27FC236}">
                <a16:creationId xmlns:a16="http://schemas.microsoft.com/office/drawing/2014/main" id="{AECD6CD7-FC6D-4F89-ADBC-6707C811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8389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P1.2</a:t>
            </a:r>
          </a:p>
        </p:txBody>
      </p:sp>
      <p:sp>
        <p:nvSpPr>
          <p:cNvPr id="41" name="s4-166">
            <a:extLst xmlns:a="http://schemas.openxmlformats.org/drawingml/2006/main">
              <a:ext uri="{FF2B5EF4-FFF2-40B4-BE49-F238E27FC236}">
                <a16:creationId xmlns:a16="http://schemas.microsoft.com/office/drawing/2014/main" id="{277B4E29-403F-4125-A70F-B5EA092C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038475"/>
            <a:ext cx="3619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42" name="s4-167">
            <a:extLst xmlns:a="http://schemas.openxmlformats.org/drawingml/2006/main">
              <a:ext uri="{FF2B5EF4-FFF2-40B4-BE49-F238E27FC236}">
                <a16:creationId xmlns:a16="http://schemas.microsoft.com/office/drawing/2014/main" id="{492DB431-2402-4D4B-861A-86D8180A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1432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ลิมิตและปุ่มกด</a:t>
            </a:r>
          </a:p>
        </p:txBody>
      </p:sp>
      <p:sp>
        <p:nvSpPr>
          <p:cNvPr id="43" name="s4-168">
            <a:extLst xmlns:a="http://schemas.openxmlformats.org/drawingml/2006/main">
              <a:ext uri="{FF2B5EF4-FFF2-40B4-BE49-F238E27FC236}">
                <a16:creationId xmlns:a16="http://schemas.microsoft.com/office/drawing/2014/main" id="{3D5DF8D0-447B-4BBB-B3A7-F1909FD6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695700"/>
            <a:ext cx="3238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LO  P2.3     LC  P2.4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ปุ่มเปิด  P2.0, P2.1</a:t>
            </a:r>
          </a:p>
        </p:txBody>
      </p:sp>
      <p:sp>
        <p:nvSpPr>
          <p:cNvPr id="44" name="diagram-169">
            <a:extLst xmlns:a="http://schemas.openxmlformats.org/drawingml/2006/main">
              <a:ext uri="{FF2B5EF4-FFF2-40B4-BE49-F238E27FC236}">
                <a16:creationId xmlns:a16="http://schemas.microsoft.com/office/drawing/2014/main" id="{DCABBB31-E9B9-4378-8C86-D4942372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3352800"/>
            <a:ext cx="533400" cy="666750"/>
          </a:xfrm>
          <a:custGeom xmlns:a="http://schemas.openxmlformats.org/drawingml/2006/main">
            <a:pathLst>
              <a:path w="533400" h="666750">
                <a:moveTo>
                  <a:pt x="0" y="0"/>
                </a:moveTo>
                <a:lnTo>
                  <a:pt x="171450" y="0"/>
                </a:lnTo>
                <a:moveTo>
                  <a:pt x="171450" y="0"/>
                </a:moveTo>
                <a:lnTo>
                  <a:pt x="381000" y="209550"/>
                </a:lnTo>
                <a:moveTo>
                  <a:pt x="381000" y="381000"/>
                </a:moveTo>
                <a:lnTo>
                  <a:pt x="5334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E293B"/>
            </a:solidFill>
          </a:ln>
        </p:spPr>
      </p:sp>
      <p:sp>
        <p:nvSpPr>
          <p:cNvPr id="45" name="s4-170">
            <a:extLst xmlns:a="http://schemas.openxmlformats.org/drawingml/2006/main">
              <a:ext uri="{FF2B5EF4-FFF2-40B4-BE49-F238E27FC236}">
                <a16:creationId xmlns:a16="http://schemas.microsoft.com/office/drawing/2014/main" id="{7978F3D8-0FA3-4051-B425-44ACD888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257675"/>
            <a:ext cx="14668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46" name="s4-171">
            <a:extLst xmlns:a="http://schemas.openxmlformats.org/drawingml/2006/main">
              <a:ext uri="{FF2B5EF4-FFF2-40B4-BE49-F238E27FC236}">
                <a16:creationId xmlns:a16="http://schemas.microsoft.com/office/drawing/2014/main" id="{4C9E0770-D803-4985-AAF1-1E07873B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257675"/>
            <a:ext cx="95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47" name="s4-172">
            <a:extLst xmlns:a="http://schemas.openxmlformats.org/drawingml/2006/main">
              <a:ext uri="{FF2B5EF4-FFF2-40B4-BE49-F238E27FC236}">
                <a16:creationId xmlns:a16="http://schemas.microsoft.com/office/drawing/2014/main" id="{FC2F39B9-6B1D-4E34-941E-51BBB9B9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7534275"/>
            <a:ext cx="11239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48" name="s4-173">
            <a:extLst xmlns:a="http://schemas.openxmlformats.org/drawingml/2006/main">
              <a:ext uri="{FF2B5EF4-FFF2-40B4-BE49-F238E27FC236}">
                <a16:creationId xmlns:a16="http://schemas.microsoft.com/office/drawing/2014/main" id="{88CBA623-E711-4775-9E3A-2F4EA6C5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106150" y="7477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49" name="s4-174">
            <a:extLst xmlns:a="http://schemas.openxmlformats.org/drawingml/2006/main">
              <a:ext uri="{FF2B5EF4-FFF2-40B4-BE49-F238E27FC236}">
                <a16:creationId xmlns:a16="http://schemas.microsoft.com/office/drawing/2014/main" id="{34F8D85E-ADCF-4C8A-B8F8-EA9DED6E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4705350"/>
            <a:ext cx="4572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A5E9"/>
            </a:solidFill>
          </a:ln>
        </p:spPr>
      </p:sp>
      <p:sp>
        <p:nvSpPr>
          <p:cNvPr id="50" name="s4-175">
            <a:extLst xmlns:a="http://schemas.openxmlformats.org/drawingml/2006/main">
              <a:ext uri="{FF2B5EF4-FFF2-40B4-BE49-F238E27FC236}">
                <a16:creationId xmlns:a16="http://schemas.microsoft.com/office/drawing/2014/main" id="{B765D4E7-1B9E-492F-AF0D-91EDBB75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47339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TX</a:t>
            </a:r>
          </a:p>
        </p:txBody>
      </p:sp>
      <p:sp>
        <p:nvSpPr>
          <p:cNvPr id="51" name="s4-176">
            <a:extLst xmlns:a="http://schemas.openxmlformats.org/drawingml/2006/main">
              <a:ext uri="{FF2B5EF4-FFF2-40B4-BE49-F238E27FC236}">
                <a16:creationId xmlns:a16="http://schemas.microsoft.com/office/drawing/2014/main" id="{BBFE76E7-E613-452B-9F74-070B25A7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4705350"/>
            <a:ext cx="4572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A5E9"/>
            </a:solidFill>
          </a:ln>
        </p:spPr>
      </p:sp>
      <p:sp>
        <p:nvSpPr>
          <p:cNvPr id="52" name="s4-177">
            <a:extLst xmlns:a="http://schemas.openxmlformats.org/drawingml/2006/main">
              <a:ext uri="{FF2B5EF4-FFF2-40B4-BE49-F238E27FC236}">
                <a16:creationId xmlns:a16="http://schemas.microsoft.com/office/drawing/2014/main" id="{7546DD6B-3E9A-4FE0-82C3-2CDC8BAF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0" y="47339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RX</a:t>
            </a:r>
          </a:p>
        </p:txBody>
      </p:sp>
      <p:sp>
        <p:nvSpPr>
          <p:cNvPr id="53" name="s4-178">
            <a:extLst xmlns:a="http://schemas.openxmlformats.org/drawingml/2006/main">
              <a:ext uri="{FF2B5EF4-FFF2-40B4-BE49-F238E27FC236}">
                <a16:creationId xmlns:a16="http://schemas.microsoft.com/office/drawing/2014/main" id="{246BFAC9-7812-4F2A-88C9-79B0E73E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4876800"/>
            <a:ext cx="19240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54" name="s4-179">
            <a:extLst xmlns:a="http://schemas.openxmlformats.org/drawingml/2006/main">
              <a:ext uri="{FF2B5EF4-FFF2-40B4-BE49-F238E27FC236}">
                <a16:creationId xmlns:a16="http://schemas.microsoft.com/office/drawing/2014/main" id="{53F4A225-B0EC-4479-83D5-11B52878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516350" y="4819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55" name="s4-180">
            <a:extLst xmlns:a="http://schemas.openxmlformats.org/drawingml/2006/main">
              <a:ext uri="{FF2B5EF4-FFF2-40B4-BE49-F238E27FC236}">
                <a16:creationId xmlns:a16="http://schemas.microsoft.com/office/drawing/2014/main" id="{D7633733-2FEC-4879-A51B-F9D08D60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5219700"/>
            <a:ext cx="36195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56" name="s4-181">
            <a:extLst xmlns:a="http://schemas.openxmlformats.org/drawingml/2006/main">
              <a:ext uri="{FF2B5EF4-FFF2-40B4-BE49-F238E27FC236}">
                <a16:creationId xmlns:a16="http://schemas.microsoft.com/office/drawing/2014/main" id="{A84FE95B-A153-42A3-9274-84AEEAE2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3435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ลำแสง 12 V</a:t>
            </a:r>
          </a:p>
        </p:txBody>
      </p:sp>
      <p:sp>
        <p:nvSpPr>
          <p:cNvPr id="57" name="s4-182">
            <a:extLst xmlns:a="http://schemas.openxmlformats.org/drawingml/2006/main">
              <a:ext uri="{FF2B5EF4-FFF2-40B4-BE49-F238E27FC236}">
                <a16:creationId xmlns:a16="http://schemas.microsoft.com/office/drawing/2014/main" id="{D4F6537E-3966-4A9C-B838-706633F1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8769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ผ่าน VO617A เป็น 5 V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เข้าขา P2.2 และ P2.5</a:t>
            </a:r>
          </a:p>
        </p:txBody>
      </p:sp>
      <p:sp>
        <p:nvSpPr>
          <p:cNvPr id="58" name="s4-183">
            <a:extLst xmlns:a="http://schemas.openxmlformats.org/drawingml/2006/main">
              <a:ext uri="{FF2B5EF4-FFF2-40B4-BE49-F238E27FC236}">
                <a16:creationId xmlns:a16="http://schemas.microsoft.com/office/drawing/2014/main" id="{E884D39E-A3D8-4A29-A835-06DACE40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410325"/>
            <a:ext cx="8953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59" name="s4-184">
            <a:extLst xmlns:a="http://schemas.openxmlformats.org/drawingml/2006/main">
              <a:ext uri="{FF2B5EF4-FFF2-40B4-BE49-F238E27FC236}">
                <a16:creationId xmlns:a16="http://schemas.microsoft.com/office/drawing/2014/main" id="{22B1AF64-8071-45F3-BA1B-989236BC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410325"/>
            <a:ext cx="95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60" name="s4-185">
            <a:extLst xmlns:a="http://schemas.openxmlformats.org/drawingml/2006/main">
              <a:ext uri="{FF2B5EF4-FFF2-40B4-BE49-F238E27FC236}">
                <a16:creationId xmlns:a16="http://schemas.microsoft.com/office/drawing/2014/main" id="{1CE44B94-4A35-43B4-BC7D-50F4A166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8124825"/>
            <a:ext cx="1695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61" name="s4-186">
            <a:extLst xmlns:a="http://schemas.openxmlformats.org/drawingml/2006/main">
              <a:ext uri="{FF2B5EF4-FFF2-40B4-BE49-F238E27FC236}">
                <a16:creationId xmlns:a16="http://schemas.microsoft.com/office/drawing/2014/main" id="{71DF9AFF-B20F-4F57-A03F-85634C73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106150" y="80676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62" name="s4-187">
            <a:extLst xmlns:a="http://schemas.openxmlformats.org/drawingml/2006/main">
              <a:ext uri="{FF2B5EF4-FFF2-40B4-BE49-F238E27FC236}">
                <a16:creationId xmlns:a16="http://schemas.microsoft.com/office/drawing/2014/main" id="{DF397A91-11F6-43A3-A58E-EFDD6C4B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72771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สายอินพุต</a:t>
            </a:r>
          </a:p>
        </p:txBody>
      </p:sp>
      <p:sp>
        <p:nvSpPr>
          <p:cNvPr id="63" name="s4-188">
            <a:extLst xmlns:a="http://schemas.openxmlformats.org/drawingml/2006/main">
              <a:ext uri="{FF2B5EF4-FFF2-40B4-BE49-F238E27FC236}">
                <a16:creationId xmlns:a16="http://schemas.microsoft.com/office/drawing/2014/main" id="{B4A772D6-765B-4C9D-9442-CCB93EA3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5 V ลอจิก</a:t>
            </a:r>
          </a:p>
        </p:txBody>
      </p:sp>
      <p:sp>
        <p:nvSpPr>
          <p:cNvPr id="64" name="s4-189">
            <a:extLst xmlns:a="http://schemas.openxmlformats.org/drawingml/2006/main">
              <a:ext uri="{FF2B5EF4-FFF2-40B4-BE49-F238E27FC236}">
                <a16:creationId xmlns:a16="http://schemas.microsoft.com/office/drawing/2014/main" id="{89901040-68BB-4860-8F44-E04BB8F3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19425"/>
            <a:ext cx="9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65" name="s4-190">
            <a:extLst xmlns:a="http://schemas.openxmlformats.org/drawingml/2006/main">
              <a:ext uri="{FF2B5EF4-FFF2-40B4-BE49-F238E27FC236}">
                <a16:creationId xmlns:a16="http://schemas.microsoft.com/office/drawing/2014/main" id="{0A74C5EA-EC73-4E00-AB01-AFFAEB79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325100" y="33242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66" name="s4-191">
            <a:extLst xmlns:a="http://schemas.openxmlformats.org/drawingml/2006/main">
              <a:ext uri="{FF2B5EF4-FFF2-40B4-BE49-F238E27FC236}">
                <a16:creationId xmlns:a16="http://schemas.microsoft.com/office/drawing/2014/main" id="{9B9036A8-2D03-41D4-93F0-6C2ABD81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5717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12 V ภาคมอเตอร์</a:t>
            </a:r>
          </a:p>
        </p:txBody>
      </p:sp>
      <p:sp>
        <p:nvSpPr>
          <p:cNvPr id="67" name="s4-192">
            <a:extLst xmlns:a="http://schemas.openxmlformats.org/drawingml/2006/main">
              <a:ext uri="{FF2B5EF4-FFF2-40B4-BE49-F238E27FC236}">
                <a16:creationId xmlns:a16="http://schemas.microsoft.com/office/drawing/2014/main" id="{B76C0FD1-775F-4948-8FB0-132414D5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19425"/>
            <a:ext cx="9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293B"/>
            </a:solidFill>
          </a:ln>
        </p:spPr>
      </p:sp>
      <p:sp>
        <p:nvSpPr>
          <p:cNvPr id="68" name="s4-193">
            <a:extLst xmlns:a="http://schemas.openxmlformats.org/drawingml/2006/main">
              <a:ext uri="{FF2B5EF4-FFF2-40B4-BE49-F238E27FC236}">
                <a16:creationId xmlns:a16="http://schemas.microsoft.com/office/drawing/2014/main" id="{1751047A-D02C-4F71-ADBD-5931AB36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753350" y="33242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69" name="s4-194">
            <a:extLst xmlns:a="http://schemas.openxmlformats.org/drawingml/2006/main">
              <a:ext uri="{FF2B5EF4-FFF2-40B4-BE49-F238E27FC236}">
                <a16:creationId xmlns:a16="http://schemas.microsoft.com/office/drawing/2014/main" id="{B45A617D-1A85-4301-9AAF-F4F2B81C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53275"/>
            <a:ext cx="36385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LED แดง P1.4</a:t>
            </a:r>
          </a:p>
          <a:p xmlns:a="http://schemas.openxmlformats.org/drawingml/2006/main">
            <a:pPr algn="l">
              <a:defRPr sz="217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LED เขียว P1.5</a:t>
            </a:r>
          </a:p>
          <a:p xmlns:a="http://schemas.openxmlformats.org/drawingml/2006/main">
            <a:pPr algn="l">
              <a:defRPr sz="217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Buzzer P1.7</a:t>
            </a:r>
          </a:p>
        </p:txBody>
      </p:sp>
      <p:sp>
        <p:nvSpPr>
          <p:cNvPr id="70" name="s4-195">
            <a:extLst xmlns:a="http://schemas.openxmlformats.org/drawingml/2006/main">
              <a:ext uri="{FF2B5EF4-FFF2-40B4-BE49-F238E27FC236}">
                <a16:creationId xmlns:a16="http://schemas.microsoft.com/office/drawing/2014/main" id="{78842DE4-0AE5-4FEA-B33C-99937021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7953375"/>
            <a:ext cx="11811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71" name="s4-196">
            <a:extLst xmlns:a="http://schemas.openxmlformats.org/drawingml/2006/main">
              <a:ext uri="{FF2B5EF4-FFF2-40B4-BE49-F238E27FC236}">
                <a16:creationId xmlns:a16="http://schemas.microsoft.com/office/drawing/2014/main" id="{6D6EB3B7-F84D-4B8A-AC6E-6D619AF3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953000" y="78962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72" name="s4-197">
            <a:extLst xmlns:a="http://schemas.openxmlformats.org/drawingml/2006/main">
              <a:ext uri="{FF2B5EF4-FFF2-40B4-BE49-F238E27FC236}">
                <a16:creationId xmlns:a16="http://schemas.microsoft.com/office/drawing/2014/main" id="{A1105260-C4F9-4B62-B356-DB95A66A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848725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NC1 ตัด EN ด้วยฮาร์ดแวร์    NC2 แจ้ง P2.7    Reset ต่อ P2.6    กราวด์ลอจิกร่วมกับภาคมอเตอร์</a:t>
            </a:r>
          </a:p>
        </p:txBody>
      </p:sp>
    </p:spTree>
    <p:extLst>
      <p:ext uri="{BB962C8B-B14F-4D97-AF65-F5344CB8AC3E}">
        <p14:creationId xmlns:p14="http://schemas.microsoft.com/office/powerpoint/2010/main" val="13432943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5-198">
            <a:extLst xmlns:a="http://schemas.openxmlformats.org/drawingml/2006/main">
              <a:ext uri="{FF2B5EF4-FFF2-40B4-BE49-F238E27FC236}">
                <a16:creationId xmlns:a16="http://schemas.microsoft.com/office/drawing/2014/main" id="{506D644D-07B7-4725-8487-E0AC60CF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แรงดันไฟฟ้าที่ใช้ในระบบ</a:t>
            </a:r>
          </a:p>
        </p:txBody>
      </p:sp>
      <p:sp>
        <p:nvSpPr>
          <p:cNvPr id="2" name="s5-199">
            <a:extLst xmlns:a="http://schemas.openxmlformats.org/drawingml/2006/main">
              <a:ext uri="{FF2B5EF4-FFF2-40B4-BE49-F238E27FC236}">
                <a16:creationId xmlns:a16="http://schemas.microsoft.com/office/drawing/2014/main" id="{0905EBA5-79CE-4F62-925C-A0A21D80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แยกไฟเลี้ยงอุปกรณ์ออกจากระดับสัญญาณที่เข้าสู่ไมโครคอนโทรลเลอร์</a:t>
            </a:r>
          </a:p>
        </p:txBody>
      </p:sp>
      <p:sp>
        <p:nvSpPr>
          <p:cNvPr id="3" name="s5-200">
            <a:extLst xmlns:a="http://schemas.openxmlformats.org/drawingml/2006/main">
              <a:ext uri="{FF2B5EF4-FFF2-40B4-BE49-F238E27FC236}">
                <a16:creationId xmlns:a16="http://schemas.microsoft.com/office/drawing/2014/main" id="{9ADC65E9-F54C-443E-9116-B6EACFF1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5-201">
            <a:extLst xmlns:a="http://schemas.openxmlformats.org/drawingml/2006/main">
              <a:ext uri="{FF2B5EF4-FFF2-40B4-BE49-F238E27FC236}">
                <a16:creationId xmlns:a16="http://schemas.microsoft.com/office/drawing/2014/main" id="{01A3BBF5-BAE2-4733-8B15-E098B982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5" name="s5-202">
            <a:extLst xmlns:a="http://schemas.openxmlformats.org/drawingml/2006/main">
              <a:ext uri="{FF2B5EF4-FFF2-40B4-BE49-F238E27FC236}">
                <a16:creationId xmlns:a16="http://schemas.microsoft.com/office/drawing/2014/main" id="{1B0888B2-615E-4297-9895-D0E68649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61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5 V</a:t>
            </a:r>
          </a:p>
        </p:txBody>
      </p:sp>
      <p:sp>
        <p:nvSpPr>
          <p:cNvPr id="6" name="s5-203">
            <a:extLst xmlns:a="http://schemas.openxmlformats.org/drawingml/2006/main">
              <a:ext uri="{FF2B5EF4-FFF2-40B4-BE49-F238E27FC236}">
                <a16:creationId xmlns:a16="http://schemas.microsoft.com/office/drawing/2014/main" id="{B10F58AE-4CC4-4484-B518-6D2A34B9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วงจรลอจิก</a:t>
            </a:r>
          </a:p>
        </p:txBody>
      </p:sp>
      <p:sp>
        <p:nvSpPr>
          <p:cNvPr id="7" name="s5-204">
            <a:extLst xmlns:a="http://schemas.openxmlformats.org/drawingml/2006/main">
              <a:ext uri="{FF2B5EF4-FFF2-40B4-BE49-F238E27FC236}">
                <a16:creationId xmlns:a16="http://schemas.microsoft.com/office/drawing/2014/main" id="{D62D74DD-727B-44AD-9A70-38B23179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7572375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บอร์ด 8051 และ SN74HCT14</a:t>
            </a:r>
          </a:p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ขา VCC1 ของ L293D</a:t>
            </a:r>
          </a:p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ฝั่งเอาต์พุตของ Optocoupler</a:t>
            </a:r>
          </a:p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LED และ Buzzer</a:t>
            </a:r>
          </a:p>
        </p:txBody>
      </p:sp>
      <p:sp>
        <p:nvSpPr>
          <p:cNvPr id="8" name="s5-205">
            <a:extLst xmlns:a="http://schemas.openxmlformats.org/drawingml/2006/main">
              <a:ext uri="{FF2B5EF4-FFF2-40B4-BE49-F238E27FC236}">
                <a16:creationId xmlns:a16="http://schemas.microsoft.com/office/drawing/2014/main" id="{BAF52BD4-57F9-4B7B-A210-45E47241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43225"/>
            <a:ext cx="95" cy="422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9" name="s5-206">
            <a:extLst xmlns:a="http://schemas.openxmlformats.org/drawingml/2006/main">
              <a:ext uri="{FF2B5EF4-FFF2-40B4-BE49-F238E27FC236}">
                <a16:creationId xmlns:a16="http://schemas.microsoft.com/office/drawing/2014/main" id="{F41B14B7-ED88-4227-A2D3-EB228462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0"/>
            <a:ext cx="7277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61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12 V</a:t>
            </a:r>
          </a:p>
        </p:txBody>
      </p:sp>
      <p:sp>
        <p:nvSpPr>
          <p:cNvPr id="10" name="s5-207">
            <a:extLst xmlns:a="http://schemas.openxmlformats.org/drawingml/2006/main">
              <a:ext uri="{FF2B5EF4-FFF2-40B4-BE49-F238E27FC236}">
                <a16:creationId xmlns:a16="http://schemas.microsoft.com/office/drawing/2014/main" id="{315378B1-A27B-4B6A-8AAE-2FC1999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19550"/>
            <a:ext cx="727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วงจรกำลังและเซนเซอร์</a:t>
            </a:r>
          </a:p>
        </p:txBody>
      </p:sp>
      <p:sp>
        <p:nvSpPr>
          <p:cNvPr id="11" name="s5-208">
            <a:extLst xmlns:a="http://schemas.openxmlformats.org/drawingml/2006/main">
              <a:ext uri="{FF2B5EF4-FFF2-40B4-BE49-F238E27FC236}">
                <a16:creationId xmlns:a16="http://schemas.microsoft.com/office/drawing/2014/main" id="{9A0D5D0D-9AEF-4EC2-9238-F25DD672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33950"/>
            <a:ext cx="72771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ขา VCC2 ของ L293D</a:t>
            </a:r>
          </a:p>
          <a:p xmlns:a="http://schemas.openxmlformats.org/drawingml/2006/main">
            <a:pPr algn="l">
              <a:defRPr sz="25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แหล่งจ่ายมอเตอร์กระแสจำกัด 0.50 A</a:t>
            </a:r>
          </a:p>
          <a:p xmlns:a="http://schemas.openxmlformats.org/drawingml/2006/main">
            <a:pPr algn="l">
              <a:defRPr sz="25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เซนเซอร์ลำแสง E3Z-T61 สองคู่</a:t>
            </a:r>
          </a:p>
        </p:txBody>
      </p:sp>
      <p:sp>
        <p:nvSpPr>
          <p:cNvPr id="12" name="s5-209">
            <a:extLst xmlns:a="http://schemas.openxmlformats.org/drawingml/2006/main">
              <a:ext uri="{FF2B5EF4-FFF2-40B4-BE49-F238E27FC236}">
                <a16:creationId xmlns:a16="http://schemas.microsoft.com/office/drawing/2014/main" id="{A03C7CC5-74C2-44B1-A213-CD6AC69B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0"/>
            <a:ext cx="16459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13" name="s5-210">
            <a:extLst xmlns:a="http://schemas.openxmlformats.org/drawingml/2006/main">
              <a:ext uri="{FF2B5EF4-FFF2-40B4-BE49-F238E27FC236}">
                <a16:creationId xmlns:a16="http://schemas.microsoft.com/office/drawing/2014/main" id="{3A0E055B-A0C3-44C7-89D0-82CAD605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810500"/>
            <a:ext cx="1592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สัญญาณเข้า 8051 ต้องอยู่ในช่วง 0–5 V เท่านั้น</a:t>
            </a:r>
          </a:p>
        </p:txBody>
      </p:sp>
    </p:spTree>
    <p:extLst>
      <p:ext uri="{BB962C8B-B14F-4D97-AF65-F5344CB8AC3E}">
        <p14:creationId xmlns:p14="http://schemas.microsoft.com/office/powerpoint/2010/main" val="6593130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6-211">
            <a:extLst xmlns:a="http://schemas.openxmlformats.org/drawingml/2006/main">
              <a:ext uri="{FF2B5EF4-FFF2-40B4-BE49-F238E27FC236}">
                <a16:creationId xmlns:a16="http://schemas.microsoft.com/office/drawing/2014/main" id="{10FF547A-0309-4259-BFC2-64C32A0D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เวลารอแต่ละช่วงและเหตุผลที่เลือก</a:t>
            </a:r>
          </a:p>
        </p:txBody>
      </p:sp>
      <p:sp>
        <p:nvSpPr>
          <p:cNvPr id="2" name="s6-212">
            <a:extLst xmlns:a="http://schemas.openxmlformats.org/drawingml/2006/main">
              <a:ext uri="{FF2B5EF4-FFF2-40B4-BE49-F238E27FC236}">
                <a16:creationId xmlns:a16="http://schemas.microsoft.com/office/drawing/2014/main" id="{9A845366-779A-4E70-8386-3A020921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ค่าที่กำหนดใช้กับชุดสาธิต และต้องตรวจสอบการหยุดจริงก่อนใช้กับกลไก</a:t>
            </a:r>
          </a:p>
        </p:txBody>
      </p:sp>
      <p:sp>
        <p:nvSpPr>
          <p:cNvPr id="3" name="s6-213">
            <a:extLst xmlns:a="http://schemas.openxmlformats.org/drawingml/2006/main">
              <a:ext uri="{FF2B5EF4-FFF2-40B4-BE49-F238E27FC236}">
                <a16:creationId xmlns:a16="http://schemas.microsoft.com/office/drawing/2014/main" id="{07A0808F-49C0-460D-B430-89E8EC48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6-214">
            <a:extLst xmlns:a="http://schemas.openxmlformats.org/drawingml/2006/main">
              <a:ext uri="{FF2B5EF4-FFF2-40B4-BE49-F238E27FC236}">
                <a16:creationId xmlns:a16="http://schemas.microsoft.com/office/drawing/2014/main" id="{569FBE52-A3EB-4D59-AF2F-AC81E68A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5" name="s6-215">
            <a:extLst xmlns:a="http://schemas.openxmlformats.org/drawingml/2006/main">
              <a:ext uri="{FF2B5EF4-FFF2-40B4-BE49-F238E27FC236}">
                <a16:creationId xmlns:a16="http://schemas.microsoft.com/office/drawing/2014/main" id="{D05261B0-8CC9-4A78-A6C4-1C7F5AAA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20 ms</a:t>
            </a:r>
          </a:p>
        </p:txBody>
      </p:sp>
      <p:sp>
        <p:nvSpPr>
          <p:cNvPr id="6" name="s6-216">
            <a:extLst xmlns:a="http://schemas.openxmlformats.org/drawingml/2006/main">
              <a:ext uri="{FF2B5EF4-FFF2-40B4-BE49-F238E27FC236}">
                <a16:creationId xmlns:a16="http://schemas.microsoft.com/office/drawing/2014/main" id="{4011EADC-3F4F-446A-93AA-1DB8117B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00350"/>
            <a:ext cx="3752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กรองสวิตช์</a:t>
            </a:r>
          </a:p>
        </p:txBody>
      </p:sp>
      <p:sp>
        <p:nvSpPr>
          <p:cNvPr id="7" name="s6-217">
            <a:extLst xmlns:a="http://schemas.openxmlformats.org/drawingml/2006/main">
              <a:ext uri="{FF2B5EF4-FFF2-40B4-BE49-F238E27FC236}">
                <a16:creationId xmlns:a16="http://schemas.microsoft.com/office/drawing/2014/main" id="{46FB9A17-8BDC-4058-AC16-91747DDE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390900"/>
            <a:ext cx="1257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ยืนยันการกดปุ่ม เพื่อลดผลจากหน้าสัมผัสกระเด้ง</a:t>
            </a:r>
          </a:p>
        </p:txBody>
      </p:sp>
      <p:sp>
        <p:nvSpPr>
          <p:cNvPr id="8" name="s6-218">
            <a:extLst xmlns:a="http://schemas.openxmlformats.org/drawingml/2006/main">
              <a:ext uri="{FF2B5EF4-FFF2-40B4-BE49-F238E27FC236}">
                <a16:creationId xmlns:a16="http://schemas.microsoft.com/office/drawing/2014/main" id="{5805AC9A-9E19-462F-B18E-8F53567C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9" name="s6-219">
            <a:extLst xmlns:a="http://schemas.openxmlformats.org/drawingml/2006/main">
              <a:ext uri="{FF2B5EF4-FFF2-40B4-BE49-F238E27FC236}">
                <a16:creationId xmlns:a16="http://schemas.microsoft.com/office/drawing/2014/main" id="{C0985CFD-116D-4E45-864A-1493A015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200 ms</a:t>
            </a:r>
          </a:p>
        </p:txBody>
      </p:sp>
      <p:sp>
        <p:nvSpPr>
          <p:cNvPr id="10" name="s6-220">
            <a:extLst xmlns:a="http://schemas.openxmlformats.org/drawingml/2006/main">
              <a:ext uri="{FF2B5EF4-FFF2-40B4-BE49-F238E27FC236}">
                <a16:creationId xmlns:a16="http://schemas.microsoft.com/office/drawing/2014/main" id="{FF49F0DA-0523-4FA2-AEE1-BACC377D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191000"/>
            <a:ext cx="3752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พักมอเตอร์</a:t>
            </a:r>
          </a:p>
        </p:txBody>
      </p:sp>
      <p:sp>
        <p:nvSpPr>
          <p:cNvPr id="11" name="s6-221">
            <a:extLst xmlns:a="http://schemas.openxmlformats.org/drawingml/2006/main">
              <a:ext uri="{FF2B5EF4-FFF2-40B4-BE49-F238E27FC236}">
                <a16:creationId xmlns:a16="http://schemas.microsoft.com/office/drawing/2014/main" id="{6C846453-2B0F-4AA8-9D9D-7193AED1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781550"/>
            <a:ext cx="1257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ตัดแรงขับก่อนกลับทิศ เพื่อให้มอเตอร์มีเวลาลดความเร็ว</a:t>
            </a:r>
          </a:p>
        </p:txBody>
      </p:sp>
      <p:sp>
        <p:nvSpPr>
          <p:cNvPr id="12" name="s6-222">
            <a:extLst xmlns:a="http://schemas.openxmlformats.org/drawingml/2006/main">
              <a:ext uri="{FF2B5EF4-FFF2-40B4-BE49-F238E27FC236}">
                <a16:creationId xmlns:a16="http://schemas.microsoft.com/office/drawing/2014/main" id="{4042640D-1A10-4684-B9FF-EA990A5F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13" name="s6-223">
            <a:extLst xmlns:a="http://schemas.openxmlformats.org/drawingml/2006/main">
              <a:ext uri="{FF2B5EF4-FFF2-40B4-BE49-F238E27FC236}">
                <a16:creationId xmlns:a16="http://schemas.microsoft.com/office/drawing/2014/main" id="{8B3050F8-721B-406F-BF5A-CB28EB55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3 วินาที</a:t>
            </a:r>
          </a:p>
        </p:txBody>
      </p:sp>
      <p:sp>
        <p:nvSpPr>
          <p:cNvPr id="14" name="s6-224">
            <a:extLst xmlns:a="http://schemas.openxmlformats.org/drawingml/2006/main">
              <a:ext uri="{FF2B5EF4-FFF2-40B4-BE49-F238E27FC236}">
                <a16:creationId xmlns:a16="http://schemas.microsoft.com/office/drawing/2014/main" id="{B9B56CF0-C7DC-4098-A0AA-DC39197D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81650"/>
            <a:ext cx="3752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เปิดค้าง</a:t>
            </a:r>
          </a:p>
        </p:txBody>
      </p:sp>
      <p:sp>
        <p:nvSpPr>
          <p:cNvPr id="15" name="s6-225">
            <a:extLst xmlns:a="http://schemas.openxmlformats.org/drawingml/2006/main">
              <a:ext uri="{FF2B5EF4-FFF2-40B4-BE49-F238E27FC236}">
                <a16:creationId xmlns:a16="http://schemas.microsoft.com/office/drawing/2014/main" id="{A91E99C9-6196-4274-87A8-79E4254B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72200"/>
            <a:ext cx="1257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เริ่มนับใหม่เมื่อถูกบัง รอคนเดินพ้นก่อนเริ่มปิด</a:t>
            </a:r>
          </a:p>
        </p:txBody>
      </p:sp>
      <p:sp>
        <p:nvSpPr>
          <p:cNvPr id="16" name="s6-226">
            <a:extLst xmlns:a="http://schemas.openxmlformats.org/drawingml/2006/main">
              <a:ext uri="{FF2B5EF4-FFF2-40B4-BE49-F238E27FC236}">
                <a16:creationId xmlns:a16="http://schemas.microsoft.com/office/drawing/2014/main" id="{03C1454D-44AE-496D-A14C-9CDC4921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00850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17" name="s6-227">
            <a:extLst xmlns:a="http://schemas.openxmlformats.org/drawingml/2006/main">
              <a:ext uri="{FF2B5EF4-FFF2-40B4-BE49-F238E27FC236}">
                <a16:creationId xmlns:a16="http://schemas.microsoft.com/office/drawing/2014/main" id="{52FFD661-3CFB-4BB6-B423-42D89C0D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723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5 วินาที</a:t>
            </a:r>
          </a:p>
        </p:txBody>
      </p:sp>
      <p:sp>
        <p:nvSpPr>
          <p:cNvPr id="18" name="s6-228">
            <a:extLst xmlns:a="http://schemas.openxmlformats.org/drawingml/2006/main">
              <a:ext uri="{FF2B5EF4-FFF2-40B4-BE49-F238E27FC236}">
                <a16:creationId xmlns:a16="http://schemas.microsoft.com/office/drawing/2014/main" id="{D8C32FE7-0026-43E1-B184-2FB4E417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972300"/>
            <a:ext cx="3752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จำกัดเวลาการเดินทาง</a:t>
            </a:r>
          </a:p>
        </p:txBody>
      </p:sp>
      <p:sp>
        <p:nvSpPr>
          <p:cNvPr id="19" name="s6-229">
            <a:extLst xmlns:a="http://schemas.openxmlformats.org/drawingml/2006/main">
              <a:ext uri="{FF2B5EF4-FFF2-40B4-BE49-F238E27FC236}">
                <a16:creationId xmlns:a16="http://schemas.microsoft.com/office/drawing/2014/main" id="{C58FE462-8E3D-4960-8D23-2F501E32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7562850"/>
            <a:ext cx="1257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ไม่ถึงลิมิตตามกำหนด ให้ตัดแรงขับและเข้าสถานะขัดข้อง</a:t>
            </a:r>
          </a:p>
        </p:txBody>
      </p:sp>
      <p:sp>
        <p:nvSpPr>
          <p:cNvPr id="20" name="s6-230">
            <a:extLst xmlns:a="http://schemas.openxmlformats.org/drawingml/2006/main">
              <a:ext uri="{FF2B5EF4-FFF2-40B4-BE49-F238E27FC236}">
                <a16:creationId xmlns:a16="http://schemas.microsoft.com/office/drawing/2014/main" id="{F8CC42D3-895D-4958-BAE5-0CE6B737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24900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ฉบับขยายเพิ่มการตรวจลิมิตต้นทาง: หากยังไม่ปล่อยภายใน 500 ms ให้เข้า FAULT</a:t>
            </a:r>
          </a:p>
        </p:txBody>
      </p:sp>
    </p:spTree>
    <p:extLst>
      <p:ext uri="{BB962C8B-B14F-4D97-AF65-F5344CB8AC3E}">
        <p14:creationId xmlns:p14="http://schemas.microsoft.com/office/powerpoint/2010/main" val="8672907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7-231">
            <a:extLst xmlns:a="http://schemas.openxmlformats.org/drawingml/2006/main">
              <a:ext uri="{FF2B5EF4-FFF2-40B4-BE49-F238E27FC236}">
                <a16:creationId xmlns:a16="http://schemas.microsoft.com/office/drawing/2014/main" id="{05360C48-9214-45A8-866C-250B0360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ค่าพอร์ตในแต่ละสถานะ</a:t>
            </a:r>
          </a:p>
        </p:txBody>
      </p:sp>
      <p:sp>
        <p:nvSpPr>
          <p:cNvPr id="2" name="s7-232">
            <a:extLst xmlns:a="http://schemas.openxmlformats.org/drawingml/2006/main">
              <a:ext uri="{FF2B5EF4-FFF2-40B4-BE49-F238E27FC236}">
                <a16:creationId xmlns:a16="http://schemas.microsoft.com/office/drawing/2014/main" id="{6168CE2D-6E4D-4065-9876-5E129D18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P0 แสดงรหัสสถานะ ส่วน P1 ควบคุมทิศทางมอเตอร์ ไฟ และเสียง</a:t>
            </a:r>
          </a:p>
        </p:txBody>
      </p:sp>
      <p:sp>
        <p:nvSpPr>
          <p:cNvPr id="3" name="s7-233">
            <a:extLst xmlns:a="http://schemas.openxmlformats.org/drawingml/2006/main">
              <a:ext uri="{FF2B5EF4-FFF2-40B4-BE49-F238E27FC236}">
                <a16:creationId xmlns:a16="http://schemas.microsoft.com/office/drawing/2014/main" id="{16A3DAD3-53B2-41D7-9585-AFB52557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7-234">
            <a:extLst xmlns:a="http://schemas.openxmlformats.org/drawingml/2006/main">
              <a:ext uri="{FF2B5EF4-FFF2-40B4-BE49-F238E27FC236}">
                <a16:creationId xmlns:a16="http://schemas.microsoft.com/office/drawing/2014/main" id="{5BDAA459-5268-4867-8468-4E5C9762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914400" y="2705100"/>
          <a:ext xmlns:a="http://schemas.openxmlformats.org/drawingml/2006/main" cx="16459200" cy="5229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33700"/>
                <a:gridCol w="1238250"/>
                <a:gridCol w="1238250"/>
                <a:gridCol w="1285875"/>
                <a:gridCol w="1285875"/>
                <a:gridCol w="2114550"/>
                <a:gridCol w="2114550"/>
                <a:gridCol w="2114550"/>
                <a:gridCol w="2133600"/>
              </a:tblGrid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สถานะ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P1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IN1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IN2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RUN_N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RED_N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GREEN_N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BUZZ_N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</a:tr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START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F8H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ECH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CLOSED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F9H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OPENING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FAH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D9H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HOLD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FBH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DCH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CLOSING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6AH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REV_WAIT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FDH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6CH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REOPEN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FEH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69H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FAULT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FFH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6CH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7-235">
            <a:extLst xmlns:a="http://schemas.openxmlformats.org/drawingml/2006/main">
              <a:ext uri="{FF2B5EF4-FFF2-40B4-BE49-F238E27FC236}">
                <a16:creationId xmlns:a16="http://schemas.microsoft.com/office/drawing/2014/main" id="{4447A400-19B9-4530-8803-B070A3EF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43875"/>
            <a:ext cx="16459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RUN_N = 1 หมายถึงตัดแรงขับ     สัญญาณลงท้าย _N ทำงานที่ระดับ 0</a:t>
            </a:r>
          </a:p>
        </p:txBody>
      </p:sp>
      <p:sp>
        <p:nvSpPr>
          <p:cNvPr id="7" name="s7-236">
            <a:extLst xmlns:a="http://schemas.openxmlformats.org/drawingml/2006/main">
              <a:ext uri="{FF2B5EF4-FFF2-40B4-BE49-F238E27FC236}">
                <a16:creationId xmlns:a16="http://schemas.microsoft.com/office/drawing/2014/main" id="{F49165B2-E954-489C-91DC-37119278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15375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P2 ตั้ง latch เป็น FFH เพื่ออ่านอินพุต    P1.3 และ P1.6 คงค่า 1    P0 ต้องมี pull-up ภายนอก</a:t>
            </a:r>
          </a:p>
        </p:txBody>
      </p:sp>
    </p:spTree>
    <p:extLst>
      <p:ext uri="{BB962C8B-B14F-4D97-AF65-F5344CB8AC3E}">
        <p14:creationId xmlns:p14="http://schemas.microsoft.com/office/powerpoint/2010/main" val="17184785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8-237">
            <a:extLst xmlns:a="http://schemas.openxmlformats.org/drawingml/2006/main">
              <a:ext uri="{FF2B5EF4-FFF2-40B4-BE49-F238E27FC236}">
                <a16:creationId xmlns:a16="http://schemas.microsoft.com/office/drawing/2014/main" id="{5AEE3A09-4E66-4FF1-9036-DECB1D08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เริ่มระบบและตรวจตำแหน่งประตู</a:t>
            </a:r>
          </a:p>
        </p:txBody>
      </p:sp>
      <p:sp>
        <p:nvSpPr>
          <p:cNvPr id="2" name="s8-238">
            <a:extLst xmlns:a="http://schemas.openxmlformats.org/drawingml/2006/main">
              <a:ext uri="{FF2B5EF4-FFF2-40B4-BE49-F238E27FC236}">
                <a16:creationId xmlns:a16="http://schemas.microsoft.com/office/drawing/2014/main" id="{DA09B602-7BE3-440E-8882-954DCE66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โค้ดฉบับสอนใช้ชื่อ START ส่วนฉบับขยายใช้ INIT</a:t>
            </a:r>
          </a:p>
        </p:txBody>
      </p:sp>
      <p:sp>
        <p:nvSpPr>
          <p:cNvPr id="3" name="s8-239">
            <a:extLst xmlns:a="http://schemas.openxmlformats.org/drawingml/2006/main">
              <a:ext uri="{FF2B5EF4-FFF2-40B4-BE49-F238E27FC236}">
                <a16:creationId xmlns:a16="http://schemas.microsoft.com/office/drawing/2014/main" id="{C54979A2-3C09-4489-BF1C-A37AACA9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8-240">
            <a:extLst xmlns:a="http://schemas.openxmlformats.org/drawingml/2006/main">
              <a:ext uri="{FF2B5EF4-FFF2-40B4-BE49-F238E27FC236}">
                <a16:creationId xmlns:a16="http://schemas.microsoft.com/office/drawing/2014/main" id="{F2682108-F3EB-4B1B-A85B-0F6B0DC0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5" name="s8-241">
            <a:extLst xmlns:a="http://schemas.openxmlformats.org/drawingml/2006/main">
              <a:ext uri="{FF2B5EF4-FFF2-40B4-BE49-F238E27FC236}">
                <a16:creationId xmlns:a16="http://schemas.microsoft.com/office/drawing/2014/main" id="{4B035CCE-095A-4248-A2E2-F1C9404A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8-242">
            <a:extLst xmlns:a="http://schemas.openxmlformats.org/drawingml/2006/main">
              <a:ext uri="{FF2B5EF4-FFF2-40B4-BE49-F238E27FC236}">
                <a16:creationId xmlns:a16="http://schemas.microsoft.com/office/drawing/2014/main" id="{CF4B17D1-9B4B-4F3A-B661-8CDCA256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เปิดเครื่อง</a:t>
            </a:r>
          </a:p>
        </p:txBody>
      </p:sp>
      <p:sp>
        <p:nvSpPr>
          <p:cNvPr id="7" name="s8-243">
            <a:extLst xmlns:a="http://schemas.openxmlformats.org/drawingml/2006/main">
              <a:ext uri="{FF2B5EF4-FFF2-40B4-BE49-F238E27FC236}">
                <a16:creationId xmlns:a16="http://schemas.microsoft.com/office/drawing/2014/main" id="{A9AE6CFA-0E1E-4F85-B1BA-CDDF8863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485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8-244">
            <a:extLst xmlns:a="http://schemas.openxmlformats.org/drawingml/2006/main">
              <a:ext uri="{FF2B5EF4-FFF2-40B4-BE49-F238E27FC236}">
                <a16:creationId xmlns:a16="http://schemas.microsoft.com/office/drawing/2014/main" id="{9CB4EFFD-2555-4EA3-BAB5-2C1F6A11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START</a:t>
            </a:r>
          </a:p>
        </p:txBody>
      </p:sp>
      <p:sp>
        <p:nvSpPr>
          <p:cNvPr id="9" name="s8-245">
            <a:extLst xmlns:a="http://schemas.openxmlformats.org/drawingml/2006/main">
              <a:ext uri="{FF2B5EF4-FFF2-40B4-BE49-F238E27FC236}">
                <a16:creationId xmlns:a16="http://schemas.microsoft.com/office/drawing/2014/main" id="{3562434A-75CB-4EE2-B124-A257674A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8-246">
            <a:extLst xmlns:a="http://schemas.openxmlformats.org/drawingml/2006/main">
              <a:ext uri="{FF2B5EF4-FFF2-40B4-BE49-F238E27FC236}">
                <a16:creationId xmlns:a16="http://schemas.microsoft.com/office/drawing/2014/main" id="{FEB17F13-2BC5-44FC-AE80-56CC0ECF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0225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CLOSED หรือ HOLD</a:t>
            </a:r>
          </a:p>
        </p:txBody>
      </p:sp>
      <p:sp>
        <p:nvSpPr>
          <p:cNvPr id="11" name="s8-247">
            <a:extLst xmlns:a="http://schemas.openxmlformats.org/drawingml/2006/main">
              <a:ext uri="{FF2B5EF4-FFF2-40B4-BE49-F238E27FC236}">
                <a16:creationId xmlns:a16="http://schemas.microsoft.com/office/drawing/2014/main" id="{B6C30DC1-49B7-4ADD-9810-61E79E65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5757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8-248">
            <a:extLst xmlns:a="http://schemas.openxmlformats.org/drawingml/2006/main">
              <a:ext uri="{FF2B5EF4-FFF2-40B4-BE49-F238E27FC236}">
                <a16:creationId xmlns:a16="http://schemas.microsoft.com/office/drawing/2014/main" id="{1C142953-4060-4BBB-81CB-577E9AD3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029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8-249">
            <a:extLst xmlns:a="http://schemas.openxmlformats.org/drawingml/2006/main">
              <a:ext uri="{FF2B5EF4-FFF2-40B4-BE49-F238E27FC236}">
                <a16:creationId xmlns:a16="http://schemas.microsoft.com/office/drawing/2014/main" id="{A2C26A21-8DFF-4E9F-A807-EC986056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8-250">
            <a:extLst xmlns:a="http://schemas.openxmlformats.org/drawingml/2006/main">
              <a:ext uri="{FF2B5EF4-FFF2-40B4-BE49-F238E27FC236}">
                <a16:creationId xmlns:a16="http://schemas.microsoft.com/office/drawing/2014/main" id="{C803796E-8852-48C3-B038-789D396A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5495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8-251">
            <a:extLst xmlns:a="http://schemas.openxmlformats.org/drawingml/2006/main">
              <a:ext uri="{FF2B5EF4-FFF2-40B4-BE49-F238E27FC236}">
                <a16:creationId xmlns:a16="http://schemas.microsoft.com/office/drawing/2014/main" id="{BED0FD39-146D-4DE2-86FF-534A987C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34175"/>
            <a:ext cx="5467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P0 = F8H    P1 = ECH</a:t>
            </a:r>
          </a:p>
        </p:txBody>
      </p:sp>
      <p:sp>
        <p:nvSpPr>
          <p:cNvPr id="16" name="s8-252">
            <a:extLst xmlns:a="http://schemas.openxmlformats.org/drawingml/2006/main">
              <a:ext uri="{FF2B5EF4-FFF2-40B4-BE49-F238E27FC236}">
                <a16:creationId xmlns:a16="http://schemas.microsoft.com/office/drawing/2014/main" id="{124B964D-DCCD-47B3-8E24-BDE1021C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524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ตัดแรงขับก่อนอ่านลิมิต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ลิมิตไม่ถูกต้อง ให้เข้า FAULT</a:t>
            </a:r>
          </a:p>
        </p:txBody>
      </p:sp>
      <p:sp>
        <p:nvSpPr>
          <p:cNvPr id="17" name="s8-253">
            <a:extLst xmlns:a="http://schemas.openxmlformats.org/drawingml/2006/main">
              <a:ext uri="{FF2B5EF4-FFF2-40B4-BE49-F238E27FC236}">
                <a16:creationId xmlns:a16="http://schemas.microsoft.com/office/drawing/2014/main" id="{75319F0C-540B-4B01-B80C-15C2F55F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10575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รอให้สัญญาณนิ่ง 20 ms</a:t>
            </a:r>
          </a:p>
        </p:txBody>
      </p:sp>
      <p:sp>
        <p:nvSpPr>
          <p:cNvPr id="18" name="s8-254">
            <a:extLst xmlns:a="http://schemas.openxmlformats.org/drawingml/2006/main">
              <a:ext uri="{FF2B5EF4-FFF2-40B4-BE49-F238E27FC236}">
                <a16:creationId xmlns:a16="http://schemas.microsoft.com/office/drawing/2014/main" id="{9EA067D1-F36C-487C-880C-0EE2680C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9" name="s8-255">
            <a:extLst xmlns:a="http://schemas.openxmlformats.org/drawingml/2006/main">
              <a:ext uri="{FF2B5EF4-FFF2-40B4-BE49-F238E27FC236}">
                <a16:creationId xmlns:a16="http://schemas.microsoft.com/office/drawing/2014/main" id="{D623D9D4-2DD1-4B4C-B708-7057F30A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โค้ดเริ่มต้นจากฉบับสอน</a:t>
            </a:r>
          </a:p>
        </p:txBody>
      </p:sp>
      <p:sp>
        <p:nvSpPr>
          <p:cNvPr id="20" name="s8-256">
            <a:extLst xmlns:a="http://schemas.openxmlformats.org/drawingml/2006/main">
              <a:ext uri="{FF2B5EF4-FFF2-40B4-BE49-F238E27FC236}">
                <a16:creationId xmlns:a16="http://schemas.microsoft.com/office/drawing/2014/main" id="{26D97F77-D269-4D05-B1DE-911D378E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21" name="s8-257">
            <a:extLst xmlns:a="http://schemas.openxmlformats.org/drawingml/2006/main">
              <a:ext uri="{FF2B5EF4-FFF2-40B4-BE49-F238E27FC236}">
                <a16:creationId xmlns:a16="http://schemas.microsoft.com/office/drawing/2014/main" id="{2DD9D601-7BEE-4C9F-AFC3-05F8E7B9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START:</a:t>
            </a:r>
          </a:p>
        </p:txBody>
      </p:sp>
      <p:sp>
        <p:nvSpPr>
          <p:cNvPr id="22" name="s8-258">
            <a:extLst xmlns:a="http://schemas.openxmlformats.org/drawingml/2006/main">
              <a:ext uri="{FF2B5EF4-FFF2-40B4-BE49-F238E27FC236}">
                <a16:creationId xmlns:a16="http://schemas.microsoft.com/office/drawing/2014/main" id="{60DB3FDA-99E1-47EB-A42D-78FD314D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52315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P2,#0FFH</a:t>
            </a:r>
          </a:p>
        </p:txBody>
      </p:sp>
      <p:sp>
        <p:nvSpPr>
          <p:cNvPr id="23" name="s8-259">
            <a:extLst xmlns:a="http://schemas.openxmlformats.org/drawingml/2006/main">
              <a:ext uri="{FF2B5EF4-FFF2-40B4-BE49-F238E27FC236}">
                <a16:creationId xmlns:a16="http://schemas.microsoft.com/office/drawing/2014/main" id="{9F7FB64A-F6BA-4EC4-B1FE-36069009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47029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24" name="s8-260">
            <a:extLst xmlns:a="http://schemas.openxmlformats.org/drawingml/2006/main">
              <a:ext uri="{FF2B5EF4-FFF2-40B4-BE49-F238E27FC236}">
                <a16:creationId xmlns:a16="http://schemas.microsoft.com/office/drawing/2014/main" id="{D93CDB88-8221-4378-9FD2-BFD0259F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41744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P1,#0ECH</a:t>
            </a:r>
          </a:p>
        </p:txBody>
      </p:sp>
      <p:sp>
        <p:nvSpPr>
          <p:cNvPr id="25" name="s8-261">
            <a:extLst xmlns:a="http://schemas.openxmlformats.org/drawingml/2006/main">
              <a:ext uri="{FF2B5EF4-FFF2-40B4-BE49-F238E27FC236}">
                <a16:creationId xmlns:a16="http://schemas.microsoft.com/office/drawing/2014/main" id="{C046E3E8-DFAC-4B36-B789-8D9D086C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36459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P0,#0F8H</a:t>
            </a:r>
          </a:p>
        </p:txBody>
      </p:sp>
      <p:sp>
        <p:nvSpPr>
          <p:cNvPr id="26" name="s8-262">
            <a:extLst xmlns:a="http://schemas.openxmlformats.org/drawingml/2006/main">
              <a:ext uri="{FF2B5EF4-FFF2-40B4-BE49-F238E27FC236}">
                <a16:creationId xmlns:a16="http://schemas.microsoft.com/office/drawing/2014/main" id="{5575C398-974C-42F0-AE8A-3E285B8B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31174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TMOD,#01H</a:t>
            </a:r>
          </a:p>
        </p:txBody>
      </p:sp>
      <p:sp>
        <p:nvSpPr>
          <p:cNvPr id="27" name="s8-263">
            <a:extLst xmlns:a="http://schemas.openxmlformats.org/drawingml/2006/main">
              <a:ext uri="{FF2B5EF4-FFF2-40B4-BE49-F238E27FC236}">
                <a16:creationId xmlns:a16="http://schemas.microsoft.com/office/drawing/2014/main" id="{74A474C6-4343-4E93-90B8-4D42CC80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25888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28" name="s8-264">
            <a:extLst xmlns:a="http://schemas.openxmlformats.org/drawingml/2006/main">
              <a:ext uri="{FF2B5EF4-FFF2-40B4-BE49-F238E27FC236}">
                <a16:creationId xmlns:a16="http://schemas.microsoft.com/office/drawing/2014/main" id="{DA765D0C-221D-4C87-BF4E-2C65CF15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20603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P2.7,StartFault</a:t>
            </a:r>
          </a:p>
        </p:txBody>
      </p:sp>
      <p:sp>
        <p:nvSpPr>
          <p:cNvPr id="29" name="s8-265">
            <a:extLst xmlns:a="http://schemas.openxmlformats.org/drawingml/2006/main">
              <a:ext uri="{FF2B5EF4-FFF2-40B4-BE49-F238E27FC236}">
                <a16:creationId xmlns:a16="http://schemas.microsoft.com/office/drawing/2014/main" id="{F7F29BE5-B81A-49D9-9DA0-94E84026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15318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P2.3,StartOpen</a:t>
            </a:r>
          </a:p>
        </p:txBody>
      </p:sp>
      <p:sp>
        <p:nvSpPr>
          <p:cNvPr id="30" name="s8-266">
            <a:extLst xmlns:a="http://schemas.openxmlformats.org/drawingml/2006/main">
              <a:ext uri="{FF2B5EF4-FFF2-40B4-BE49-F238E27FC236}">
                <a16:creationId xmlns:a16="http://schemas.microsoft.com/office/drawing/2014/main" id="{2680A106-A7ED-4D59-8230-C668CAF3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310032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P2.4,StartClosed</a:t>
            </a:r>
          </a:p>
        </p:txBody>
      </p:sp>
      <p:sp>
        <p:nvSpPr>
          <p:cNvPr id="31" name="s8-267">
            <a:extLst xmlns:a="http://schemas.openxmlformats.org/drawingml/2006/main">
              <a:ext uri="{FF2B5EF4-FFF2-40B4-BE49-F238E27FC236}">
                <a16:creationId xmlns:a16="http://schemas.microsoft.com/office/drawing/2014/main" id="{E2F5D68B-7D33-446B-B8B3-9D2E6574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604747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StartFault:</a:t>
            </a:r>
          </a:p>
        </p:txBody>
      </p:sp>
      <p:sp>
        <p:nvSpPr>
          <p:cNvPr id="32" name="s8-268">
            <a:extLst xmlns:a="http://schemas.openxmlformats.org/drawingml/2006/main">
              <a:ext uri="{FF2B5EF4-FFF2-40B4-BE49-F238E27FC236}">
                <a16:creationId xmlns:a16="http://schemas.microsoft.com/office/drawing/2014/main" id="{2FE00FC7-4042-4874-A298-68FC0089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899462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33" name="s8-269">
            <a:extLst xmlns:a="http://schemas.openxmlformats.org/drawingml/2006/main">
              <a:ext uri="{FF2B5EF4-FFF2-40B4-BE49-F238E27FC236}">
                <a16:creationId xmlns:a16="http://schemas.microsoft.com/office/drawing/2014/main" id="{79529218-92FA-4D0B-91D3-BB428268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194176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StartOpen:</a:t>
            </a:r>
          </a:p>
        </p:txBody>
      </p:sp>
      <p:sp>
        <p:nvSpPr>
          <p:cNvPr id="34" name="s8-270">
            <a:extLst xmlns:a="http://schemas.openxmlformats.org/drawingml/2006/main">
              <a:ext uri="{FF2B5EF4-FFF2-40B4-BE49-F238E27FC236}">
                <a16:creationId xmlns:a16="http://schemas.microsoft.com/office/drawing/2014/main" id="{6DF03D07-48BB-4D67-8D0D-E576EB22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488891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P2.4,StartFault</a:t>
            </a:r>
          </a:p>
        </p:txBody>
      </p:sp>
      <p:sp>
        <p:nvSpPr>
          <p:cNvPr id="35" name="s8-271">
            <a:extLst xmlns:a="http://schemas.openxmlformats.org/drawingml/2006/main">
              <a:ext uri="{FF2B5EF4-FFF2-40B4-BE49-F238E27FC236}">
                <a16:creationId xmlns:a16="http://schemas.microsoft.com/office/drawing/2014/main" id="{011521B2-3DDF-4C23-85F0-AB19920D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783606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HoldState</a:t>
            </a:r>
          </a:p>
        </p:txBody>
      </p:sp>
      <p:sp>
        <p:nvSpPr>
          <p:cNvPr id="36" name="s8-272">
            <a:extLst xmlns:a="http://schemas.openxmlformats.org/drawingml/2006/main">
              <a:ext uri="{FF2B5EF4-FFF2-40B4-BE49-F238E27FC236}">
                <a16:creationId xmlns:a16="http://schemas.microsoft.com/office/drawing/2014/main" id="{439BA428-1B59-423A-9292-D38DB048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078321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StartClosed:</a:t>
            </a:r>
          </a:p>
        </p:txBody>
      </p:sp>
      <p:sp>
        <p:nvSpPr>
          <p:cNvPr id="37" name="s8-273">
            <a:extLst xmlns:a="http://schemas.openxmlformats.org/drawingml/2006/main">
              <a:ext uri="{FF2B5EF4-FFF2-40B4-BE49-F238E27FC236}">
                <a16:creationId xmlns:a16="http://schemas.microsoft.com/office/drawing/2014/main" id="{EDE87D0F-9051-47B8-B4FF-F76D2D4B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373035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ClosedState</a:t>
            </a:r>
          </a:p>
        </p:txBody>
      </p:sp>
    </p:spTree>
    <p:extLst>
      <p:ext uri="{BB962C8B-B14F-4D97-AF65-F5344CB8AC3E}">
        <p14:creationId xmlns:p14="http://schemas.microsoft.com/office/powerpoint/2010/main" val="12027095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9-274">
            <a:extLst xmlns:a="http://schemas.openxmlformats.org/drawingml/2006/main">
              <a:ext uri="{FF2B5EF4-FFF2-40B4-BE49-F238E27FC236}">
                <a16:creationId xmlns:a16="http://schemas.microsoft.com/office/drawing/2014/main" id="{7423125A-C781-41E8-8149-E7F3A6E6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ซับรูทีนหน่วงเวลา 20 ms</a:t>
            </a:r>
          </a:p>
        </p:txBody>
      </p:sp>
      <p:sp>
        <p:nvSpPr>
          <p:cNvPr id="2" name="s9-275">
            <a:extLst xmlns:a="http://schemas.openxmlformats.org/drawingml/2006/main">
              <a:ext uri="{FF2B5EF4-FFF2-40B4-BE49-F238E27FC236}">
                <a16:creationId xmlns:a16="http://schemas.microsoft.com/office/drawing/2014/main" id="{6117A922-E43B-4C5E-A5A4-C350CFA3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ฉบับสอนใช้ Timer 0 โหมด 1 ที่คริสตัล 12 MHz แบบ 12 clocks</a:t>
            </a:r>
          </a:p>
        </p:txBody>
      </p:sp>
      <p:sp>
        <p:nvSpPr>
          <p:cNvPr id="3" name="s9-276">
            <a:extLst xmlns:a="http://schemas.openxmlformats.org/drawingml/2006/main">
              <a:ext uri="{FF2B5EF4-FFF2-40B4-BE49-F238E27FC236}">
                <a16:creationId xmlns:a16="http://schemas.microsoft.com/office/drawing/2014/main" id="{F0C238E5-A423-4D00-8DAA-E26E50EB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9-277">
            <a:extLst xmlns:a="http://schemas.openxmlformats.org/drawingml/2006/main">
              <a:ext uri="{FF2B5EF4-FFF2-40B4-BE49-F238E27FC236}">
                <a16:creationId xmlns:a16="http://schemas.microsoft.com/office/drawing/2014/main" id="{DDC5F450-B39A-40E1-AD95-EBC72F66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5" name="s9-278">
            <a:extLst xmlns:a="http://schemas.openxmlformats.org/drawingml/2006/main">
              <a:ext uri="{FF2B5EF4-FFF2-40B4-BE49-F238E27FC236}">
                <a16:creationId xmlns:a16="http://schemas.microsoft.com/office/drawing/2014/main" id="{7F293A43-0D14-4C70-858F-F50D940B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47975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9-279">
            <a:extLst xmlns:a="http://schemas.openxmlformats.org/drawingml/2006/main">
              <a:ext uri="{FF2B5EF4-FFF2-40B4-BE49-F238E27FC236}">
                <a16:creationId xmlns:a16="http://schemas.microsoft.com/office/drawing/2014/main" id="{7E58B5C4-F74F-4289-BB6A-2927ABEC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4705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CALL Delay</a:t>
            </a:r>
          </a:p>
        </p:txBody>
      </p:sp>
      <p:sp>
        <p:nvSpPr>
          <p:cNvPr id="7" name="s9-280">
            <a:extLst xmlns:a="http://schemas.openxmlformats.org/drawingml/2006/main">
              <a:ext uri="{FF2B5EF4-FFF2-40B4-BE49-F238E27FC236}">
                <a16:creationId xmlns:a16="http://schemas.microsoft.com/office/drawing/2014/main" id="{F2586D97-5998-42E8-8C77-F0852EAA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67225"/>
            <a:ext cx="4857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9-281">
            <a:extLst xmlns:a="http://schemas.openxmlformats.org/drawingml/2006/main">
              <a:ext uri="{FF2B5EF4-FFF2-40B4-BE49-F238E27FC236}">
                <a16:creationId xmlns:a16="http://schemas.microsoft.com/office/drawing/2014/main" id="{481CF9D6-18EC-460B-84F5-72B73CA6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24375"/>
            <a:ext cx="4705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Timer 0 นับครบ</a:t>
            </a:r>
          </a:p>
        </p:txBody>
      </p:sp>
      <p:sp>
        <p:nvSpPr>
          <p:cNvPr id="9" name="s9-282">
            <a:extLst xmlns:a="http://schemas.openxmlformats.org/drawingml/2006/main">
              <a:ext uri="{FF2B5EF4-FFF2-40B4-BE49-F238E27FC236}">
                <a16:creationId xmlns:a16="http://schemas.microsoft.com/office/drawing/2014/main" id="{842EE496-D7ED-4BE4-A742-F15CC066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62675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9-283">
            <a:extLst xmlns:a="http://schemas.openxmlformats.org/drawingml/2006/main">
              <a:ext uri="{FF2B5EF4-FFF2-40B4-BE49-F238E27FC236}">
                <a16:creationId xmlns:a16="http://schemas.microsoft.com/office/drawing/2014/main" id="{C970B2D7-0126-45AD-869A-4CE0F3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19825"/>
            <a:ext cx="4705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RET กลับไปทำงานต่อ</a:t>
            </a:r>
          </a:p>
        </p:txBody>
      </p:sp>
      <p:sp>
        <p:nvSpPr>
          <p:cNvPr id="11" name="s9-284">
            <a:extLst xmlns:a="http://schemas.openxmlformats.org/drawingml/2006/main">
              <a:ext uri="{FF2B5EF4-FFF2-40B4-BE49-F238E27FC236}">
                <a16:creationId xmlns:a16="http://schemas.microsoft.com/office/drawing/2014/main" id="{6C5E3C26-95A8-4E9E-99EA-485037E0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90925"/>
            <a:ext cx="95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9-285">
            <a:extLst xmlns:a="http://schemas.openxmlformats.org/drawingml/2006/main">
              <a:ext uri="{FF2B5EF4-FFF2-40B4-BE49-F238E27FC236}">
                <a16:creationId xmlns:a16="http://schemas.microsoft.com/office/drawing/2014/main" id="{60ED1D07-14D6-41AF-9726-BB35F053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410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9-286">
            <a:extLst xmlns:a="http://schemas.openxmlformats.org/drawingml/2006/main">
              <a:ext uri="{FF2B5EF4-FFF2-40B4-BE49-F238E27FC236}">
                <a16:creationId xmlns:a16="http://schemas.microsoft.com/office/drawing/2014/main" id="{D93F6850-CCD7-41FD-824A-9E0561D5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86375"/>
            <a:ext cx="95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9-287">
            <a:extLst xmlns:a="http://schemas.openxmlformats.org/drawingml/2006/main">
              <a:ext uri="{FF2B5EF4-FFF2-40B4-BE49-F238E27FC236}">
                <a16:creationId xmlns:a16="http://schemas.microsoft.com/office/drawing/2014/main" id="{17FE452F-204B-4DCF-83FB-2375BC57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6105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9-288">
            <a:extLst xmlns:a="http://schemas.openxmlformats.org/drawingml/2006/main">
              <a:ext uri="{FF2B5EF4-FFF2-40B4-BE49-F238E27FC236}">
                <a16:creationId xmlns:a16="http://schemas.microsoft.com/office/drawing/2014/main" id="{F384EC1D-F13B-4A99-B965-B8FA1B84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448550"/>
            <a:ext cx="54673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ค่าเริ่มนับ B1E0H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65536 − 20000 = 45536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นับ 20000 รอบ รอบละ 1 µs</a:t>
            </a:r>
          </a:p>
        </p:txBody>
      </p:sp>
      <p:sp>
        <p:nvSpPr>
          <p:cNvPr id="16" name="s9-289">
            <a:extLst xmlns:a="http://schemas.openxmlformats.org/drawingml/2006/main">
              <a:ext uri="{FF2B5EF4-FFF2-40B4-BE49-F238E27FC236}">
                <a16:creationId xmlns:a16="http://schemas.microsoft.com/office/drawing/2014/main" id="{05977539-2B9F-40AC-8F14-90369516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7" name="s9-290">
            <a:extLst xmlns:a="http://schemas.openxmlformats.org/drawingml/2006/main">
              <a:ext uri="{FF2B5EF4-FFF2-40B4-BE49-F238E27FC236}">
                <a16:creationId xmlns:a16="http://schemas.microsoft.com/office/drawing/2014/main" id="{979226A1-0F88-4B42-B6DD-88D37E12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ซับรูทีนที่ใช้ร่วมกันทุกสถานะ</a:t>
            </a:r>
          </a:p>
        </p:txBody>
      </p:sp>
      <p:sp>
        <p:nvSpPr>
          <p:cNvPr id="18" name="s9-291">
            <a:extLst xmlns:a="http://schemas.openxmlformats.org/drawingml/2006/main">
              <a:ext uri="{FF2B5EF4-FFF2-40B4-BE49-F238E27FC236}">
                <a16:creationId xmlns:a16="http://schemas.microsoft.com/office/drawing/2014/main" id="{2CC9BDBB-B8EC-4A38-AA19-9B1A6FFB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19" name="s9-292">
            <a:extLst xmlns:a="http://schemas.openxmlformats.org/drawingml/2006/main">
              <a:ext uri="{FF2B5EF4-FFF2-40B4-BE49-F238E27FC236}">
                <a16:creationId xmlns:a16="http://schemas.microsoft.com/office/drawing/2014/main" id="{0C41D571-5EE3-4565-9A5C-D9B996BB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Delay:</a:t>
            </a:r>
          </a:p>
        </p:txBody>
      </p:sp>
      <p:sp>
        <p:nvSpPr>
          <p:cNvPr id="20" name="s9-293">
            <a:extLst xmlns:a="http://schemas.openxmlformats.org/drawingml/2006/main">
              <a:ext uri="{FF2B5EF4-FFF2-40B4-BE49-F238E27FC236}">
                <a16:creationId xmlns:a16="http://schemas.microsoft.com/office/drawing/2014/main" id="{C678F694-D35B-458D-8FB2-6940F678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CLR  TR0</a:t>
            </a:r>
          </a:p>
        </p:txBody>
      </p:sp>
      <p:sp>
        <p:nvSpPr>
          <p:cNvPr id="21" name="s9-294">
            <a:extLst xmlns:a="http://schemas.openxmlformats.org/drawingml/2006/main">
              <a:ext uri="{FF2B5EF4-FFF2-40B4-BE49-F238E27FC236}">
                <a16:creationId xmlns:a16="http://schemas.microsoft.com/office/drawing/2014/main" id="{BA884BD6-33F4-4396-9004-FF1CF721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67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TH0,#0B1H</a:t>
            </a:r>
          </a:p>
        </p:txBody>
      </p:sp>
      <p:sp>
        <p:nvSpPr>
          <p:cNvPr id="22" name="s9-295">
            <a:extLst xmlns:a="http://schemas.openxmlformats.org/drawingml/2006/main">
              <a:ext uri="{FF2B5EF4-FFF2-40B4-BE49-F238E27FC236}">
                <a16:creationId xmlns:a16="http://schemas.microsoft.com/office/drawing/2014/main" id="{0284B103-6CF5-499D-AB0A-56407FDB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TL0,#0E0H</a:t>
            </a:r>
          </a:p>
        </p:txBody>
      </p:sp>
      <p:sp>
        <p:nvSpPr>
          <p:cNvPr id="23" name="s9-296">
            <a:extLst xmlns:a="http://schemas.openxmlformats.org/drawingml/2006/main">
              <a:ext uri="{FF2B5EF4-FFF2-40B4-BE49-F238E27FC236}">
                <a16:creationId xmlns:a16="http://schemas.microsoft.com/office/drawing/2014/main" id="{79BE0405-2D35-4EE4-A052-2AE6C070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76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CLR  TF0</a:t>
            </a:r>
          </a:p>
        </p:txBody>
      </p:sp>
      <p:sp>
        <p:nvSpPr>
          <p:cNvPr id="24" name="s9-297">
            <a:extLst xmlns:a="http://schemas.openxmlformats.org/drawingml/2006/main">
              <a:ext uri="{FF2B5EF4-FFF2-40B4-BE49-F238E27FC236}">
                <a16:creationId xmlns:a16="http://schemas.microsoft.com/office/drawing/2014/main" id="{E99C6C56-ADDD-425F-9A3A-8B651985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81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TR0</a:t>
            </a:r>
          </a:p>
        </p:txBody>
      </p:sp>
      <p:sp>
        <p:nvSpPr>
          <p:cNvPr id="25" name="s9-298">
            <a:extLst xmlns:a="http://schemas.openxmlformats.org/drawingml/2006/main">
              <a:ext uri="{FF2B5EF4-FFF2-40B4-BE49-F238E27FC236}">
                <a16:creationId xmlns:a16="http://schemas.microsoft.com/office/drawing/2014/main" id="{62BF1DF7-0379-4B13-9B82-B6BBDFCC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86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DelayWait:</a:t>
            </a:r>
          </a:p>
        </p:txBody>
      </p:sp>
      <p:sp>
        <p:nvSpPr>
          <p:cNvPr id="26" name="s9-299">
            <a:extLst xmlns:a="http://schemas.openxmlformats.org/drawingml/2006/main">
              <a:ext uri="{FF2B5EF4-FFF2-40B4-BE49-F238E27FC236}">
                <a16:creationId xmlns:a16="http://schemas.microsoft.com/office/drawing/2014/main" id="{C192AA80-AFA2-4BFD-869E-901A5416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91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TF0,DelayWait</a:t>
            </a:r>
          </a:p>
        </p:txBody>
      </p:sp>
      <p:sp>
        <p:nvSpPr>
          <p:cNvPr id="27" name="s9-300">
            <a:extLst xmlns:a="http://schemas.openxmlformats.org/drawingml/2006/main">
              <a:ext uri="{FF2B5EF4-FFF2-40B4-BE49-F238E27FC236}">
                <a16:creationId xmlns:a16="http://schemas.microsoft.com/office/drawing/2014/main" id="{635A0CA4-3A2B-45D0-80C5-14A62FB7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96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CLR  TR0</a:t>
            </a:r>
          </a:p>
        </p:txBody>
      </p:sp>
      <p:sp>
        <p:nvSpPr>
          <p:cNvPr id="28" name="s9-301">
            <a:extLst xmlns:a="http://schemas.openxmlformats.org/drawingml/2006/main">
              <a:ext uri="{FF2B5EF4-FFF2-40B4-BE49-F238E27FC236}">
                <a16:creationId xmlns:a16="http://schemas.microsoft.com/office/drawing/2014/main" id="{F5E488B4-CAAF-42B0-9C54-9C02437A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00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CLR  TF0</a:t>
            </a:r>
          </a:p>
        </p:txBody>
      </p:sp>
      <p:sp>
        <p:nvSpPr>
          <p:cNvPr id="29" name="s9-302">
            <a:extLst xmlns:a="http://schemas.openxmlformats.org/drawingml/2006/main">
              <a:ext uri="{FF2B5EF4-FFF2-40B4-BE49-F238E27FC236}">
                <a16:creationId xmlns:a16="http://schemas.microsoft.com/office/drawing/2014/main" id="{B19AA526-98A2-4B0F-A8AE-D65DC701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05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RET</a:t>
            </a:r>
          </a:p>
        </p:txBody>
      </p:sp>
    </p:spTree>
    <p:extLst>
      <p:ext uri="{BB962C8B-B14F-4D97-AF65-F5344CB8AC3E}">
        <p14:creationId xmlns:p14="http://schemas.microsoft.com/office/powerpoint/2010/main" val="15086448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10-303">
            <a:extLst xmlns:a="http://schemas.openxmlformats.org/drawingml/2006/main">
              <a:ext uri="{FF2B5EF4-FFF2-40B4-BE49-F238E27FC236}">
                <a16:creationId xmlns:a16="http://schemas.microsoft.com/office/drawing/2014/main" id="{4960087E-202E-42F6-A876-9ACC5215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ประตูปิดสนิท</a:t>
            </a:r>
          </a:p>
        </p:txBody>
      </p:sp>
      <p:sp>
        <p:nvSpPr>
          <p:cNvPr id="2" name="s10-304">
            <a:extLst xmlns:a="http://schemas.openxmlformats.org/drawingml/2006/main">
              <a:ext uri="{FF2B5EF4-FFF2-40B4-BE49-F238E27FC236}">
                <a16:creationId xmlns:a16="http://schemas.microsoft.com/office/drawing/2014/main" id="{F35BB518-3A01-4F65-981E-923A3C6C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CLOSED จากเฟิร์มแวร์ฉบับสอน</a:t>
            </a:r>
          </a:p>
        </p:txBody>
      </p:sp>
      <p:sp>
        <p:nvSpPr>
          <p:cNvPr id="3" name="s10-305">
            <a:extLst xmlns:a="http://schemas.openxmlformats.org/drawingml/2006/main">
              <a:ext uri="{FF2B5EF4-FFF2-40B4-BE49-F238E27FC236}">
                <a16:creationId xmlns:a16="http://schemas.microsoft.com/office/drawing/2014/main" id="{10F3F0CE-6129-4B3E-9409-C1E0F396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0-306">
            <a:extLst xmlns:a="http://schemas.openxmlformats.org/drawingml/2006/main">
              <a:ext uri="{FF2B5EF4-FFF2-40B4-BE49-F238E27FC236}">
                <a16:creationId xmlns:a16="http://schemas.microsoft.com/office/drawing/2014/main" id="{086A98E8-0744-48C3-9A7C-3B2EB75B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5" name="s10-307">
            <a:extLst xmlns:a="http://schemas.openxmlformats.org/drawingml/2006/main">
              <a:ext uri="{FF2B5EF4-FFF2-40B4-BE49-F238E27FC236}">
                <a16:creationId xmlns:a16="http://schemas.microsoft.com/office/drawing/2014/main" id="{1B52B011-DC61-4215-9C84-8591304E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10-308">
            <a:extLst xmlns:a="http://schemas.openxmlformats.org/drawingml/2006/main">
              <a:ext uri="{FF2B5EF4-FFF2-40B4-BE49-F238E27FC236}">
                <a16:creationId xmlns:a16="http://schemas.microsoft.com/office/drawing/2014/main" id="{3E40A227-A374-4940-895E-973EB020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START หรือ CLOSING</a:t>
            </a:r>
          </a:p>
        </p:txBody>
      </p:sp>
      <p:sp>
        <p:nvSpPr>
          <p:cNvPr id="7" name="s10-309">
            <a:extLst xmlns:a="http://schemas.openxmlformats.org/drawingml/2006/main">
              <a:ext uri="{FF2B5EF4-FFF2-40B4-BE49-F238E27FC236}">
                <a16:creationId xmlns:a16="http://schemas.microsoft.com/office/drawing/2014/main" id="{6AEEF2F9-CCF2-46B6-B74B-39C5EA38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485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10-310">
            <a:extLst xmlns:a="http://schemas.openxmlformats.org/drawingml/2006/main">
              <a:ext uri="{FF2B5EF4-FFF2-40B4-BE49-F238E27FC236}">
                <a16:creationId xmlns:a16="http://schemas.microsoft.com/office/drawing/2014/main" id="{079C40AA-5DDC-4117-B801-DE882512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CLOSED</a:t>
            </a:r>
          </a:p>
        </p:txBody>
      </p:sp>
      <p:sp>
        <p:nvSpPr>
          <p:cNvPr id="9" name="s10-311">
            <a:extLst xmlns:a="http://schemas.openxmlformats.org/drawingml/2006/main">
              <a:ext uri="{FF2B5EF4-FFF2-40B4-BE49-F238E27FC236}">
                <a16:creationId xmlns:a16="http://schemas.microsoft.com/office/drawing/2014/main" id="{A74ABA8F-151E-4F40-A8FF-5EE65A3D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10-312">
            <a:extLst xmlns:a="http://schemas.openxmlformats.org/drawingml/2006/main">
              <a:ext uri="{FF2B5EF4-FFF2-40B4-BE49-F238E27FC236}">
                <a16:creationId xmlns:a16="http://schemas.microsoft.com/office/drawing/2014/main" id="{5653C5FE-639C-41F7-BF41-C6353246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0225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OPENING</a:t>
            </a:r>
          </a:p>
        </p:txBody>
      </p:sp>
      <p:sp>
        <p:nvSpPr>
          <p:cNvPr id="11" name="s10-313">
            <a:extLst xmlns:a="http://schemas.openxmlformats.org/drawingml/2006/main">
              <a:ext uri="{FF2B5EF4-FFF2-40B4-BE49-F238E27FC236}">
                <a16:creationId xmlns:a16="http://schemas.microsoft.com/office/drawing/2014/main" id="{A0EFF00C-610E-4696-B03F-3DE0F8A6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5757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10-314">
            <a:extLst xmlns:a="http://schemas.openxmlformats.org/drawingml/2006/main">
              <a:ext uri="{FF2B5EF4-FFF2-40B4-BE49-F238E27FC236}">
                <a16:creationId xmlns:a16="http://schemas.microsoft.com/office/drawing/2014/main" id="{E616F422-31AD-46E4-B0B5-BDF56307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029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10-315">
            <a:extLst xmlns:a="http://schemas.openxmlformats.org/drawingml/2006/main">
              <a:ext uri="{FF2B5EF4-FFF2-40B4-BE49-F238E27FC236}">
                <a16:creationId xmlns:a16="http://schemas.microsoft.com/office/drawing/2014/main" id="{954FC753-F49F-42B3-AE8E-476DEE3D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10-316">
            <a:extLst xmlns:a="http://schemas.openxmlformats.org/drawingml/2006/main">
              <a:ext uri="{FF2B5EF4-FFF2-40B4-BE49-F238E27FC236}">
                <a16:creationId xmlns:a16="http://schemas.microsoft.com/office/drawing/2014/main" id="{6EE12227-1CF6-40B5-BF51-65EA4D96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5495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10-317">
            <a:extLst xmlns:a="http://schemas.openxmlformats.org/drawingml/2006/main">
              <a:ext uri="{FF2B5EF4-FFF2-40B4-BE49-F238E27FC236}">
                <a16:creationId xmlns:a16="http://schemas.microsoft.com/office/drawing/2014/main" id="{925A8029-7ECE-43CB-9C20-2AD2C29C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34175"/>
            <a:ext cx="5467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P0 = F9H    P1 = FCH</a:t>
            </a:r>
          </a:p>
        </p:txBody>
      </p:sp>
      <p:sp>
        <p:nvSpPr>
          <p:cNvPr id="16" name="s10-318">
            <a:extLst xmlns:a="http://schemas.openxmlformats.org/drawingml/2006/main">
              <a:ext uri="{FF2B5EF4-FFF2-40B4-BE49-F238E27FC236}">
                <a16:creationId xmlns:a16="http://schemas.microsoft.com/office/drawing/2014/main" id="{9C0DA578-89EA-4BDD-B896-D1A972DF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524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มอเตอร์หยุด ไฟและเสียงดับ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รับคำสั่งจากปุ่มทั้งสองฝั่ง</a:t>
            </a:r>
          </a:p>
        </p:txBody>
      </p:sp>
      <p:sp>
        <p:nvSpPr>
          <p:cNvPr id="17" name="s10-319">
            <a:extLst xmlns:a="http://schemas.openxmlformats.org/drawingml/2006/main">
              <a:ext uri="{FF2B5EF4-FFF2-40B4-BE49-F238E27FC236}">
                <a16:creationId xmlns:a16="http://schemas.microsoft.com/office/drawing/2014/main" id="{81E88ADB-0D79-4806-AE67-E2E5CE52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10575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หยุด 200 ms และกรองปุ่ม 20 ms</a:t>
            </a:r>
          </a:p>
        </p:txBody>
      </p:sp>
      <p:sp>
        <p:nvSpPr>
          <p:cNvPr id="18" name="s10-320">
            <a:extLst xmlns:a="http://schemas.openxmlformats.org/drawingml/2006/main">
              <a:ext uri="{FF2B5EF4-FFF2-40B4-BE49-F238E27FC236}">
                <a16:creationId xmlns:a16="http://schemas.microsoft.com/office/drawing/2014/main" id="{7D0DF126-A01F-4DA9-AC49-10603C53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9" name="s10-321">
            <a:extLst xmlns:a="http://schemas.openxmlformats.org/drawingml/2006/main">
              <a:ext uri="{FF2B5EF4-FFF2-40B4-BE49-F238E27FC236}">
                <a16:creationId xmlns:a16="http://schemas.microsoft.com/office/drawing/2014/main" id="{9A9C25FF-B3A0-4E76-8D67-AB0AF101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โค้ดส่วนสำคัญของสถานะ</a:t>
            </a:r>
          </a:p>
        </p:txBody>
      </p:sp>
      <p:sp>
        <p:nvSpPr>
          <p:cNvPr id="20" name="s10-322">
            <a:extLst xmlns:a="http://schemas.openxmlformats.org/drawingml/2006/main">
              <a:ext uri="{FF2B5EF4-FFF2-40B4-BE49-F238E27FC236}">
                <a16:creationId xmlns:a16="http://schemas.microsoft.com/office/drawing/2014/main" id="{C13DEA5B-1EB0-4CDE-8CDA-D4A93A3B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21" name="s10-323">
            <a:extLst xmlns:a="http://schemas.openxmlformats.org/drawingml/2006/main">
              <a:ext uri="{FF2B5EF4-FFF2-40B4-BE49-F238E27FC236}">
                <a16:creationId xmlns:a16="http://schemas.microsoft.com/office/drawing/2014/main" id="{8452C718-2100-4877-A2DF-08064293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ClosedLoop:</a:t>
            </a:r>
          </a:p>
        </p:txBody>
      </p:sp>
      <p:sp>
        <p:nvSpPr>
          <p:cNvPr id="22" name="s10-324">
            <a:extLst xmlns:a="http://schemas.openxmlformats.org/drawingml/2006/main">
              <a:ext uri="{FF2B5EF4-FFF2-40B4-BE49-F238E27FC236}">
                <a16:creationId xmlns:a16="http://schemas.microsoft.com/office/drawing/2014/main" id="{E14EDBF0-58E5-4E06-95FB-CE9BE162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P2.7,ClosedFault</a:t>
            </a:r>
          </a:p>
        </p:txBody>
      </p:sp>
      <p:sp>
        <p:nvSpPr>
          <p:cNvPr id="23" name="s10-325">
            <a:extLst xmlns:a="http://schemas.openxmlformats.org/drawingml/2006/main">
              <a:ext uri="{FF2B5EF4-FFF2-40B4-BE49-F238E27FC236}">
                <a16:creationId xmlns:a16="http://schemas.microsoft.com/office/drawing/2014/main" id="{24FFDCE3-7A4D-4026-8C4A-BD7E0930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67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P2.4,ClosedFault</a:t>
            </a:r>
          </a:p>
        </p:txBody>
      </p:sp>
      <p:sp>
        <p:nvSpPr>
          <p:cNvPr id="24" name="s10-326">
            <a:extLst xmlns:a="http://schemas.openxmlformats.org/drawingml/2006/main">
              <a:ext uri="{FF2B5EF4-FFF2-40B4-BE49-F238E27FC236}">
                <a16:creationId xmlns:a16="http://schemas.microsoft.com/office/drawing/2014/main" id="{9AA1D645-D44B-46B8-B9A2-1668AFCF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P2.0,ClosedPress</a:t>
            </a:r>
          </a:p>
        </p:txBody>
      </p:sp>
      <p:sp>
        <p:nvSpPr>
          <p:cNvPr id="25" name="s10-327">
            <a:extLst xmlns:a="http://schemas.openxmlformats.org/drawingml/2006/main">
              <a:ext uri="{FF2B5EF4-FFF2-40B4-BE49-F238E27FC236}">
                <a16:creationId xmlns:a16="http://schemas.microsoft.com/office/drawing/2014/main" id="{47E45E6D-5873-4C24-92BB-B48BF205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76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P2.1,ClosedPress</a:t>
            </a:r>
          </a:p>
        </p:txBody>
      </p:sp>
      <p:sp>
        <p:nvSpPr>
          <p:cNvPr id="26" name="s10-328">
            <a:extLst xmlns:a="http://schemas.openxmlformats.org/drawingml/2006/main">
              <a:ext uri="{FF2B5EF4-FFF2-40B4-BE49-F238E27FC236}">
                <a16:creationId xmlns:a16="http://schemas.microsoft.com/office/drawing/2014/main" id="{1C202578-564C-4884-91F2-160FED67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81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SJMP ClosedLoop</a:t>
            </a:r>
          </a:p>
        </p:txBody>
      </p:sp>
      <p:sp>
        <p:nvSpPr>
          <p:cNvPr id="27" name="s10-329">
            <a:extLst xmlns:a="http://schemas.openxmlformats.org/drawingml/2006/main">
              <a:ext uri="{FF2B5EF4-FFF2-40B4-BE49-F238E27FC236}">
                <a16:creationId xmlns:a16="http://schemas.microsoft.com/office/drawing/2014/main" id="{95FB2B87-227C-43E1-8EC5-ADBE442A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86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ClosedPress:</a:t>
            </a:r>
          </a:p>
        </p:txBody>
      </p:sp>
      <p:sp>
        <p:nvSpPr>
          <p:cNvPr id="28" name="s10-330">
            <a:extLst xmlns:a="http://schemas.openxmlformats.org/drawingml/2006/main">
              <a:ext uri="{FF2B5EF4-FFF2-40B4-BE49-F238E27FC236}">
                <a16:creationId xmlns:a16="http://schemas.microsoft.com/office/drawing/2014/main" id="{BE8BCA46-164E-4CC3-B974-F10C1DD8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91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29" name="s10-331">
            <a:extLst xmlns:a="http://schemas.openxmlformats.org/drawingml/2006/main">
              <a:ext uri="{FF2B5EF4-FFF2-40B4-BE49-F238E27FC236}">
                <a16:creationId xmlns:a16="http://schemas.microsoft.com/office/drawing/2014/main" id="{F2E062E6-5671-4B15-9716-7EDB604C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96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P2.0,ClosedGo</a:t>
            </a:r>
          </a:p>
        </p:txBody>
      </p:sp>
      <p:sp>
        <p:nvSpPr>
          <p:cNvPr id="30" name="s10-332">
            <a:extLst xmlns:a="http://schemas.openxmlformats.org/drawingml/2006/main">
              <a:ext uri="{FF2B5EF4-FFF2-40B4-BE49-F238E27FC236}">
                <a16:creationId xmlns:a16="http://schemas.microsoft.com/office/drawing/2014/main" id="{BB918F33-50E4-4159-8202-FE13C23F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00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P2.1,ClosedGo</a:t>
            </a:r>
          </a:p>
        </p:txBody>
      </p:sp>
      <p:sp>
        <p:nvSpPr>
          <p:cNvPr id="31" name="s10-333">
            <a:extLst xmlns:a="http://schemas.openxmlformats.org/drawingml/2006/main">
              <a:ext uri="{FF2B5EF4-FFF2-40B4-BE49-F238E27FC236}">
                <a16:creationId xmlns:a16="http://schemas.microsoft.com/office/drawing/2014/main" id="{D03CC342-9268-47E1-BA33-0E05C985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05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SJMP ClosedLoop</a:t>
            </a:r>
          </a:p>
        </p:txBody>
      </p:sp>
      <p:sp>
        <p:nvSpPr>
          <p:cNvPr id="32" name="s10-334">
            <a:extLst xmlns:a="http://schemas.openxmlformats.org/drawingml/2006/main">
              <a:ext uri="{FF2B5EF4-FFF2-40B4-BE49-F238E27FC236}">
                <a16:creationId xmlns:a16="http://schemas.microsoft.com/office/drawing/2014/main" id="{0CBA53C2-3771-4183-B704-68A1CE1B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010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ClosedGo:</a:t>
            </a:r>
          </a:p>
        </p:txBody>
      </p:sp>
      <p:sp>
        <p:nvSpPr>
          <p:cNvPr id="33" name="s10-335">
            <a:extLst xmlns:a="http://schemas.openxmlformats.org/drawingml/2006/main">
              <a:ext uri="{FF2B5EF4-FFF2-40B4-BE49-F238E27FC236}">
                <a16:creationId xmlns:a16="http://schemas.microsoft.com/office/drawing/2014/main" id="{F3FDEBB9-BB92-4F1F-B99B-467293D5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315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OpeningState</a:t>
            </a:r>
          </a:p>
        </p:txBody>
      </p:sp>
      <p:sp>
        <p:nvSpPr>
          <p:cNvPr id="34" name="s10-336">
            <a:extLst xmlns:a="http://schemas.openxmlformats.org/drawingml/2006/main">
              <a:ext uri="{FF2B5EF4-FFF2-40B4-BE49-F238E27FC236}">
                <a16:creationId xmlns:a16="http://schemas.microsoft.com/office/drawing/2014/main" id="{78D21632-99A0-4C2B-B7CC-85D4CC63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ClosedFault:</a:t>
            </a:r>
          </a:p>
        </p:txBody>
      </p:sp>
      <p:sp>
        <p:nvSpPr>
          <p:cNvPr id="35" name="s10-337">
            <a:extLst xmlns:a="http://schemas.openxmlformats.org/drawingml/2006/main">
              <a:ext uri="{FF2B5EF4-FFF2-40B4-BE49-F238E27FC236}">
                <a16:creationId xmlns:a16="http://schemas.microsoft.com/office/drawing/2014/main" id="{353E4D60-6F1D-426A-A651-E0D3AC21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924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</p:spTree>
    <p:extLst>
      <p:ext uri="{BB962C8B-B14F-4D97-AF65-F5344CB8AC3E}">
        <p14:creationId xmlns:p14="http://schemas.microsoft.com/office/powerpoint/2010/main" val="12154239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11-338">
            <a:extLst xmlns:a="http://schemas.openxmlformats.org/drawingml/2006/main">
              <a:ext uri="{FF2B5EF4-FFF2-40B4-BE49-F238E27FC236}">
                <a16:creationId xmlns:a16="http://schemas.microsoft.com/office/drawing/2014/main" id="{AB427458-D823-466F-A26F-DC5F3D77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ประตูกำลังเปิด</a:t>
            </a:r>
          </a:p>
        </p:txBody>
      </p:sp>
      <p:sp>
        <p:nvSpPr>
          <p:cNvPr id="2" name="s11-339">
            <a:extLst xmlns:a="http://schemas.openxmlformats.org/drawingml/2006/main">
              <a:ext uri="{FF2B5EF4-FFF2-40B4-BE49-F238E27FC236}">
                <a16:creationId xmlns:a16="http://schemas.microsoft.com/office/drawing/2014/main" id="{EFF6DD36-5A25-414B-84BE-A9D32A85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OPENING จากเฟิร์มแวร์ฉบับสอน</a:t>
            </a:r>
          </a:p>
        </p:txBody>
      </p:sp>
      <p:sp>
        <p:nvSpPr>
          <p:cNvPr id="3" name="s11-340">
            <a:extLst xmlns:a="http://schemas.openxmlformats.org/drawingml/2006/main">
              <a:ext uri="{FF2B5EF4-FFF2-40B4-BE49-F238E27FC236}">
                <a16:creationId xmlns:a16="http://schemas.microsoft.com/office/drawing/2014/main" id="{9A9E45B9-4B6C-4423-A3CD-DAA1C228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1-341">
            <a:extLst xmlns:a="http://schemas.openxmlformats.org/drawingml/2006/main">
              <a:ext uri="{FF2B5EF4-FFF2-40B4-BE49-F238E27FC236}">
                <a16:creationId xmlns:a16="http://schemas.microsoft.com/office/drawing/2014/main" id="{C94B82F1-6496-4A08-8579-A1D3498F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5" name="s11-342">
            <a:extLst xmlns:a="http://schemas.openxmlformats.org/drawingml/2006/main">
              <a:ext uri="{FF2B5EF4-FFF2-40B4-BE49-F238E27FC236}">
                <a16:creationId xmlns:a16="http://schemas.microsoft.com/office/drawing/2014/main" id="{E61810A7-7E34-4787-A683-D4B36BDD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11-343">
            <a:extLst xmlns:a="http://schemas.openxmlformats.org/drawingml/2006/main">
              <a:ext uri="{FF2B5EF4-FFF2-40B4-BE49-F238E27FC236}">
                <a16:creationId xmlns:a16="http://schemas.microsoft.com/office/drawing/2014/main" id="{E49A700A-3D49-4E8C-9E58-F187D04C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CLOSED</a:t>
            </a:r>
          </a:p>
        </p:txBody>
      </p:sp>
      <p:sp>
        <p:nvSpPr>
          <p:cNvPr id="7" name="s11-344">
            <a:extLst xmlns:a="http://schemas.openxmlformats.org/drawingml/2006/main">
              <a:ext uri="{FF2B5EF4-FFF2-40B4-BE49-F238E27FC236}">
                <a16:creationId xmlns:a16="http://schemas.microsoft.com/office/drawing/2014/main" id="{9BBF8592-57D2-4674-871C-0E4350B2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485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11-345">
            <a:extLst xmlns:a="http://schemas.openxmlformats.org/drawingml/2006/main">
              <a:ext uri="{FF2B5EF4-FFF2-40B4-BE49-F238E27FC236}">
                <a16:creationId xmlns:a16="http://schemas.microsoft.com/office/drawing/2014/main" id="{ACD33B14-11F4-4099-A8BE-A7318E19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OPENING</a:t>
            </a:r>
          </a:p>
        </p:txBody>
      </p:sp>
      <p:sp>
        <p:nvSpPr>
          <p:cNvPr id="9" name="s11-346">
            <a:extLst xmlns:a="http://schemas.openxmlformats.org/drawingml/2006/main">
              <a:ext uri="{FF2B5EF4-FFF2-40B4-BE49-F238E27FC236}">
                <a16:creationId xmlns:a16="http://schemas.microsoft.com/office/drawing/2014/main" id="{7E6C1B28-5AFD-4795-8DCA-45CF94A6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11-347">
            <a:extLst xmlns:a="http://schemas.openxmlformats.org/drawingml/2006/main">
              <a:ext uri="{FF2B5EF4-FFF2-40B4-BE49-F238E27FC236}">
                <a16:creationId xmlns:a16="http://schemas.microsoft.com/office/drawing/2014/main" id="{C5DF539E-13F7-43CB-85C3-985C9D54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0225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HOLD</a:t>
            </a:r>
          </a:p>
        </p:txBody>
      </p:sp>
      <p:sp>
        <p:nvSpPr>
          <p:cNvPr id="11" name="s11-348">
            <a:extLst xmlns:a="http://schemas.openxmlformats.org/drawingml/2006/main">
              <a:ext uri="{FF2B5EF4-FFF2-40B4-BE49-F238E27FC236}">
                <a16:creationId xmlns:a16="http://schemas.microsoft.com/office/drawing/2014/main" id="{0E680263-46F8-4518-9E6C-0FD01301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5757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11-349">
            <a:extLst xmlns:a="http://schemas.openxmlformats.org/drawingml/2006/main">
              <a:ext uri="{FF2B5EF4-FFF2-40B4-BE49-F238E27FC236}">
                <a16:creationId xmlns:a16="http://schemas.microsoft.com/office/drawing/2014/main" id="{66BC8237-8483-41C2-A029-2ECDE4AF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029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11-350">
            <a:extLst xmlns:a="http://schemas.openxmlformats.org/drawingml/2006/main">
              <a:ext uri="{FF2B5EF4-FFF2-40B4-BE49-F238E27FC236}">
                <a16:creationId xmlns:a16="http://schemas.microsoft.com/office/drawing/2014/main" id="{EB6EE370-325E-45EC-9C32-84C16B8D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11-351">
            <a:extLst xmlns:a="http://schemas.openxmlformats.org/drawingml/2006/main">
              <a:ext uri="{FF2B5EF4-FFF2-40B4-BE49-F238E27FC236}">
                <a16:creationId xmlns:a16="http://schemas.microsoft.com/office/drawing/2014/main" id="{A027E8EA-0028-417A-856E-1241466E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5495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11-352">
            <a:extLst xmlns:a="http://schemas.openxmlformats.org/drawingml/2006/main">
              <a:ext uri="{FF2B5EF4-FFF2-40B4-BE49-F238E27FC236}">
                <a16:creationId xmlns:a16="http://schemas.microsoft.com/office/drawing/2014/main" id="{1D41702D-1E1E-45AE-B731-1BBC7176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34175"/>
            <a:ext cx="5467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P0 = FAH    P1 = D9H</a:t>
            </a:r>
          </a:p>
        </p:txBody>
      </p:sp>
      <p:sp>
        <p:nvSpPr>
          <p:cNvPr id="16" name="s11-353">
            <a:extLst xmlns:a="http://schemas.openxmlformats.org/drawingml/2006/main">
              <a:ext uri="{FF2B5EF4-FFF2-40B4-BE49-F238E27FC236}">
                <a16:creationId xmlns:a16="http://schemas.microsoft.com/office/drawing/2014/main" id="{156CE32B-7647-4027-B469-048D6F11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524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จ่ายแรงขับในทิศเปิด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ไฟเขียวติดจนถึงลิมิต LO</a:t>
            </a:r>
          </a:p>
        </p:txBody>
      </p:sp>
      <p:sp>
        <p:nvSpPr>
          <p:cNvPr id="17" name="s11-354">
            <a:extLst xmlns:a="http://schemas.openxmlformats.org/drawingml/2006/main">
              <a:ext uri="{FF2B5EF4-FFF2-40B4-BE49-F238E27FC236}">
                <a16:creationId xmlns:a16="http://schemas.microsoft.com/office/drawing/2014/main" id="{0C808F4E-60CA-4C46-BF20-BD6A7F2E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10575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เกิน 5 วินาที ให้เข้า FAULT</a:t>
            </a:r>
          </a:p>
        </p:txBody>
      </p:sp>
      <p:sp>
        <p:nvSpPr>
          <p:cNvPr id="18" name="s11-355">
            <a:extLst xmlns:a="http://schemas.openxmlformats.org/drawingml/2006/main">
              <a:ext uri="{FF2B5EF4-FFF2-40B4-BE49-F238E27FC236}">
                <a16:creationId xmlns:a16="http://schemas.microsoft.com/office/drawing/2014/main" id="{97E00259-93D6-42F2-A72D-15637E71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9" name="s11-356">
            <a:extLst xmlns:a="http://schemas.openxmlformats.org/drawingml/2006/main">
              <a:ext uri="{FF2B5EF4-FFF2-40B4-BE49-F238E27FC236}">
                <a16:creationId xmlns:a16="http://schemas.microsoft.com/office/drawing/2014/main" id="{AE89DBAF-0639-4452-82C4-A71BB36B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โค้ดส่วนสำคัญของสถานะ</a:t>
            </a:r>
          </a:p>
        </p:txBody>
      </p:sp>
      <p:sp>
        <p:nvSpPr>
          <p:cNvPr id="20" name="s11-357">
            <a:extLst xmlns:a="http://schemas.openxmlformats.org/drawingml/2006/main">
              <a:ext uri="{FF2B5EF4-FFF2-40B4-BE49-F238E27FC236}">
                <a16:creationId xmlns:a16="http://schemas.microsoft.com/office/drawing/2014/main" id="{A430B6F5-6AD1-4235-AA07-D3B89A97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21" name="s11-358">
            <a:extLst xmlns:a="http://schemas.openxmlformats.org/drawingml/2006/main">
              <a:ext uri="{FF2B5EF4-FFF2-40B4-BE49-F238E27FC236}">
                <a16:creationId xmlns:a16="http://schemas.microsoft.com/office/drawing/2014/main" id="{84242470-DC47-4223-BE45-5714BD75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OpeningState:</a:t>
            </a:r>
          </a:p>
        </p:txBody>
      </p:sp>
      <p:sp>
        <p:nvSpPr>
          <p:cNvPr id="22" name="s11-359">
            <a:extLst xmlns:a="http://schemas.openxmlformats.org/drawingml/2006/main">
              <a:ext uri="{FF2B5EF4-FFF2-40B4-BE49-F238E27FC236}">
                <a16:creationId xmlns:a16="http://schemas.microsoft.com/office/drawing/2014/main" id="{18152D21-CA9C-45AC-BE93-AAA0156D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23" name="s11-360">
            <a:extLst xmlns:a="http://schemas.openxmlformats.org/drawingml/2006/main">
              <a:ext uri="{FF2B5EF4-FFF2-40B4-BE49-F238E27FC236}">
                <a16:creationId xmlns:a16="http://schemas.microsoft.com/office/drawing/2014/main" id="{22B2437E-F145-4BBF-9154-2D515B58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67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P0,#0FAH</a:t>
            </a:r>
          </a:p>
        </p:txBody>
      </p:sp>
      <p:sp>
        <p:nvSpPr>
          <p:cNvPr id="24" name="s11-361">
            <a:extLst xmlns:a="http://schemas.openxmlformats.org/drawingml/2006/main">
              <a:ext uri="{FF2B5EF4-FFF2-40B4-BE49-F238E27FC236}">
                <a16:creationId xmlns:a16="http://schemas.microsoft.com/office/drawing/2014/main" id="{155352B0-23BB-4BE9-B43D-8A5E6EAF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P1,#0DDH</a:t>
            </a:r>
          </a:p>
        </p:txBody>
      </p:sp>
      <p:sp>
        <p:nvSpPr>
          <p:cNvPr id="25" name="s11-362">
            <a:extLst xmlns:a="http://schemas.openxmlformats.org/drawingml/2006/main">
              <a:ext uri="{FF2B5EF4-FFF2-40B4-BE49-F238E27FC236}">
                <a16:creationId xmlns:a16="http://schemas.microsoft.com/office/drawing/2014/main" id="{A2822365-88E7-41C6-A171-2C3DA0AA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76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P1,#0D9H</a:t>
            </a:r>
          </a:p>
        </p:txBody>
      </p:sp>
      <p:sp>
        <p:nvSpPr>
          <p:cNvPr id="26" name="s11-363">
            <a:extLst xmlns:a="http://schemas.openxmlformats.org/drawingml/2006/main">
              <a:ext uri="{FF2B5EF4-FFF2-40B4-BE49-F238E27FC236}">
                <a16:creationId xmlns:a16="http://schemas.microsoft.com/office/drawing/2014/main" id="{99DF3FBB-1B56-40C5-B940-CBF75E5D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81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R1,#250</a:t>
            </a:r>
          </a:p>
        </p:txBody>
      </p:sp>
      <p:sp>
        <p:nvSpPr>
          <p:cNvPr id="27" name="s11-364">
            <a:extLst xmlns:a="http://schemas.openxmlformats.org/drawingml/2006/main">
              <a:ext uri="{FF2B5EF4-FFF2-40B4-BE49-F238E27FC236}">
                <a16:creationId xmlns:a16="http://schemas.microsoft.com/office/drawing/2014/main" id="{7D6F1784-7D78-41DB-B0F7-8EBD59C3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86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OpeningLoop:</a:t>
            </a:r>
          </a:p>
        </p:txBody>
      </p:sp>
      <p:sp>
        <p:nvSpPr>
          <p:cNvPr id="28" name="s11-365">
            <a:extLst xmlns:a="http://schemas.openxmlformats.org/drawingml/2006/main">
              <a:ext uri="{FF2B5EF4-FFF2-40B4-BE49-F238E27FC236}">
                <a16:creationId xmlns:a16="http://schemas.microsoft.com/office/drawing/2014/main" id="{64BF2202-7506-49F0-A683-E5CF526B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91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P2.7,OpeningFault</a:t>
            </a:r>
          </a:p>
        </p:txBody>
      </p:sp>
      <p:sp>
        <p:nvSpPr>
          <p:cNvPr id="29" name="s11-366">
            <a:extLst xmlns:a="http://schemas.openxmlformats.org/drawingml/2006/main">
              <a:ext uri="{FF2B5EF4-FFF2-40B4-BE49-F238E27FC236}">
                <a16:creationId xmlns:a16="http://schemas.microsoft.com/office/drawing/2014/main" id="{DA86A473-AFB7-4A00-BC66-DE3053C9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96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P2.3,OpeningDone</a:t>
            </a:r>
          </a:p>
        </p:txBody>
      </p:sp>
      <p:sp>
        <p:nvSpPr>
          <p:cNvPr id="30" name="s11-367">
            <a:extLst xmlns:a="http://schemas.openxmlformats.org/drawingml/2006/main">
              <a:ext uri="{FF2B5EF4-FFF2-40B4-BE49-F238E27FC236}">
                <a16:creationId xmlns:a16="http://schemas.microsoft.com/office/drawing/2014/main" id="{7530302D-89F0-4F67-B431-ADBD9FDC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00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31" name="s11-368">
            <a:extLst xmlns:a="http://schemas.openxmlformats.org/drawingml/2006/main">
              <a:ext uri="{FF2B5EF4-FFF2-40B4-BE49-F238E27FC236}">
                <a16:creationId xmlns:a16="http://schemas.microsoft.com/office/drawing/2014/main" id="{3A5DFFC8-6FA9-4CA0-AA02-3D7D0892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05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DJNZ R1,OpeningLoop</a:t>
            </a:r>
          </a:p>
        </p:txBody>
      </p:sp>
      <p:sp>
        <p:nvSpPr>
          <p:cNvPr id="32" name="s11-369">
            <a:extLst xmlns:a="http://schemas.openxmlformats.org/drawingml/2006/main">
              <a:ext uri="{FF2B5EF4-FFF2-40B4-BE49-F238E27FC236}">
                <a16:creationId xmlns:a16="http://schemas.microsoft.com/office/drawing/2014/main" id="{86AB2348-ED3E-46A5-9A61-114B166E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010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OpeningFault:</a:t>
            </a:r>
          </a:p>
        </p:txBody>
      </p:sp>
      <p:sp>
        <p:nvSpPr>
          <p:cNvPr id="33" name="s11-370">
            <a:extLst xmlns:a="http://schemas.openxmlformats.org/drawingml/2006/main">
              <a:ext uri="{FF2B5EF4-FFF2-40B4-BE49-F238E27FC236}">
                <a16:creationId xmlns:a16="http://schemas.microsoft.com/office/drawing/2014/main" id="{CBCFD629-22BA-4266-8A25-0AF39318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315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34" name="s11-371">
            <a:extLst xmlns:a="http://schemas.openxmlformats.org/drawingml/2006/main">
              <a:ext uri="{FF2B5EF4-FFF2-40B4-BE49-F238E27FC236}">
                <a16:creationId xmlns:a16="http://schemas.microsoft.com/office/drawing/2014/main" id="{B5923D6E-8D5F-47E2-B0D3-BB928102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OpeningDone:</a:t>
            </a:r>
          </a:p>
        </p:txBody>
      </p:sp>
      <p:sp>
        <p:nvSpPr>
          <p:cNvPr id="35" name="s11-372">
            <a:extLst xmlns:a="http://schemas.openxmlformats.org/drawingml/2006/main">
              <a:ext uri="{FF2B5EF4-FFF2-40B4-BE49-F238E27FC236}">
                <a16:creationId xmlns:a16="http://schemas.microsoft.com/office/drawing/2014/main" id="{B86B5E13-8EED-4620-9E90-65C9F62F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924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HoldState</a:t>
            </a:r>
          </a:p>
        </p:txBody>
      </p:sp>
    </p:spTree>
    <p:extLst>
      <p:ext uri="{BB962C8B-B14F-4D97-AF65-F5344CB8AC3E}">
        <p14:creationId xmlns:p14="http://schemas.microsoft.com/office/powerpoint/2010/main" val="14600505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12-373">
            <a:extLst xmlns:a="http://schemas.openxmlformats.org/drawingml/2006/main">
              <a:ext uri="{FF2B5EF4-FFF2-40B4-BE49-F238E27FC236}">
                <a16:creationId xmlns:a16="http://schemas.microsoft.com/office/drawing/2014/main" id="{A77F6A85-6ABC-40B9-B0B1-DD0F6160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ประตูเปิดค้าง</a:t>
            </a:r>
          </a:p>
        </p:txBody>
      </p:sp>
      <p:sp>
        <p:nvSpPr>
          <p:cNvPr id="2" name="s12-374">
            <a:extLst xmlns:a="http://schemas.openxmlformats.org/drawingml/2006/main">
              <a:ext uri="{FF2B5EF4-FFF2-40B4-BE49-F238E27FC236}">
                <a16:creationId xmlns:a16="http://schemas.microsoft.com/office/drawing/2014/main" id="{DA402A44-67EF-4553-BD36-B2BADC97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HOLD จากเฟิร์มแวร์ฉบับสอน</a:t>
            </a:r>
          </a:p>
        </p:txBody>
      </p:sp>
      <p:sp>
        <p:nvSpPr>
          <p:cNvPr id="3" name="s12-375">
            <a:extLst xmlns:a="http://schemas.openxmlformats.org/drawingml/2006/main">
              <a:ext uri="{FF2B5EF4-FFF2-40B4-BE49-F238E27FC236}">
                <a16:creationId xmlns:a16="http://schemas.microsoft.com/office/drawing/2014/main" id="{066FB7D9-2BDA-411D-B657-B63F4D60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2-376">
            <a:extLst xmlns:a="http://schemas.openxmlformats.org/drawingml/2006/main">
              <a:ext uri="{FF2B5EF4-FFF2-40B4-BE49-F238E27FC236}">
                <a16:creationId xmlns:a16="http://schemas.microsoft.com/office/drawing/2014/main" id="{4BE1D3D3-E196-42CC-BB81-EB036B44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5" name="s12-377">
            <a:extLst xmlns:a="http://schemas.openxmlformats.org/drawingml/2006/main">
              <a:ext uri="{FF2B5EF4-FFF2-40B4-BE49-F238E27FC236}">
                <a16:creationId xmlns:a16="http://schemas.microsoft.com/office/drawing/2014/main" id="{A246E657-4EB1-4C96-8CC0-D6DD8F31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12-378">
            <a:extLst xmlns:a="http://schemas.openxmlformats.org/drawingml/2006/main">
              <a:ext uri="{FF2B5EF4-FFF2-40B4-BE49-F238E27FC236}">
                <a16:creationId xmlns:a16="http://schemas.microsoft.com/office/drawing/2014/main" id="{D1E7F825-40BB-4D43-BD55-673F8552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OPENING หรือ REOPEN</a:t>
            </a:r>
          </a:p>
        </p:txBody>
      </p:sp>
      <p:sp>
        <p:nvSpPr>
          <p:cNvPr id="7" name="s12-379">
            <a:extLst xmlns:a="http://schemas.openxmlformats.org/drawingml/2006/main">
              <a:ext uri="{FF2B5EF4-FFF2-40B4-BE49-F238E27FC236}">
                <a16:creationId xmlns:a16="http://schemas.microsoft.com/office/drawing/2014/main" id="{9E167807-E61E-4632-BF17-B49A0BEF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485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12-380">
            <a:extLst xmlns:a="http://schemas.openxmlformats.org/drawingml/2006/main">
              <a:ext uri="{FF2B5EF4-FFF2-40B4-BE49-F238E27FC236}">
                <a16:creationId xmlns:a16="http://schemas.microsoft.com/office/drawing/2014/main" id="{FE2C8217-A2ED-4CC8-B9CC-E2B1494A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HOLD</a:t>
            </a:r>
          </a:p>
        </p:txBody>
      </p:sp>
      <p:sp>
        <p:nvSpPr>
          <p:cNvPr id="9" name="s12-381">
            <a:extLst xmlns:a="http://schemas.openxmlformats.org/drawingml/2006/main">
              <a:ext uri="{FF2B5EF4-FFF2-40B4-BE49-F238E27FC236}">
                <a16:creationId xmlns:a16="http://schemas.microsoft.com/office/drawing/2014/main" id="{D42D977A-97E2-44C6-B7F2-A962EB7F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12-382">
            <a:extLst xmlns:a="http://schemas.openxmlformats.org/drawingml/2006/main">
              <a:ext uri="{FF2B5EF4-FFF2-40B4-BE49-F238E27FC236}">
                <a16:creationId xmlns:a16="http://schemas.microsoft.com/office/drawing/2014/main" id="{C0A292D0-2BD7-4EBD-B45C-8CB373CA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0225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CLOSING</a:t>
            </a:r>
          </a:p>
        </p:txBody>
      </p:sp>
      <p:sp>
        <p:nvSpPr>
          <p:cNvPr id="11" name="s12-383">
            <a:extLst xmlns:a="http://schemas.openxmlformats.org/drawingml/2006/main">
              <a:ext uri="{FF2B5EF4-FFF2-40B4-BE49-F238E27FC236}">
                <a16:creationId xmlns:a16="http://schemas.microsoft.com/office/drawing/2014/main" id="{A82681A0-1059-4379-B258-FAD0BD46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5757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12-384">
            <a:extLst xmlns:a="http://schemas.openxmlformats.org/drawingml/2006/main">
              <a:ext uri="{FF2B5EF4-FFF2-40B4-BE49-F238E27FC236}">
                <a16:creationId xmlns:a16="http://schemas.microsoft.com/office/drawing/2014/main" id="{5A134DD5-DDB6-488F-9EE6-5DDA61AB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029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12-385">
            <a:extLst xmlns:a="http://schemas.openxmlformats.org/drawingml/2006/main">
              <a:ext uri="{FF2B5EF4-FFF2-40B4-BE49-F238E27FC236}">
                <a16:creationId xmlns:a16="http://schemas.microsoft.com/office/drawing/2014/main" id="{F916C37D-8DD0-4D36-9FC8-DF4FE32D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12-386">
            <a:extLst xmlns:a="http://schemas.openxmlformats.org/drawingml/2006/main">
              <a:ext uri="{FF2B5EF4-FFF2-40B4-BE49-F238E27FC236}">
                <a16:creationId xmlns:a16="http://schemas.microsoft.com/office/drawing/2014/main" id="{B69112B9-A679-45AA-ABE0-E9242449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5495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12-387">
            <a:extLst xmlns:a="http://schemas.openxmlformats.org/drawingml/2006/main">
              <a:ext uri="{FF2B5EF4-FFF2-40B4-BE49-F238E27FC236}">
                <a16:creationId xmlns:a16="http://schemas.microsoft.com/office/drawing/2014/main" id="{78DA184B-40CB-4ECE-8556-B0C3BC4E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34175"/>
            <a:ext cx="5467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P0 = FBH    P1 = DCH</a:t>
            </a:r>
          </a:p>
        </p:txBody>
      </p:sp>
      <p:sp>
        <p:nvSpPr>
          <p:cNvPr id="16" name="s12-388">
            <a:extLst xmlns:a="http://schemas.openxmlformats.org/drawingml/2006/main">
              <a:ext uri="{FF2B5EF4-FFF2-40B4-BE49-F238E27FC236}">
                <a16:creationId xmlns:a16="http://schemas.microsoft.com/office/drawing/2014/main" id="{D469C6DE-D756-4CCD-98BF-5D4E168E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524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มอเตอร์หยุด ไฟเขียวติด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ถูกบังหรือกดปุ่มให้เริ่มนับใหม่</a:t>
            </a:r>
          </a:p>
        </p:txBody>
      </p:sp>
      <p:sp>
        <p:nvSpPr>
          <p:cNvPr id="17" name="s12-389">
            <a:extLst xmlns:a="http://schemas.openxmlformats.org/drawingml/2006/main">
              <a:ext uri="{FF2B5EF4-FFF2-40B4-BE49-F238E27FC236}">
                <a16:creationId xmlns:a16="http://schemas.microsoft.com/office/drawing/2014/main" id="{6331B8FF-6A19-4793-A7CE-D17208D7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10575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ทางผ่านต้องว่างต่อเนื่อง 3 วินาที</a:t>
            </a:r>
          </a:p>
        </p:txBody>
      </p:sp>
      <p:sp>
        <p:nvSpPr>
          <p:cNvPr id="18" name="s12-390">
            <a:extLst xmlns:a="http://schemas.openxmlformats.org/drawingml/2006/main">
              <a:ext uri="{FF2B5EF4-FFF2-40B4-BE49-F238E27FC236}">
                <a16:creationId xmlns:a16="http://schemas.microsoft.com/office/drawing/2014/main" id="{4889CC8B-5C29-40FB-8A16-DFCCB681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9" name="s12-391">
            <a:extLst xmlns:a="http://schemas.openxmlformats.org/drawingml/2006/main">
              <a:ext uri="{FF2B5EF4-FFF2-40B4-BE49-F238E27FC236}">
                <a16:creationId xmlns:a16="http://schemas.microsoft.com/office/drawing/2014/main" id="{BC8B8572-9FBF-4FA1-BC6E-539E6F61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โค้ดส่วนสำคัญของสถานะ</a:t>
            </a:r>
          </a:p>
        </p:txBody>
      </p:sp>
      <p:sp>
        <p:nvSpPr>
          <p:cNvPr id="20" name="s12-392">
            <a:extLst xmlns:a="http://schemas.openxmlformats.org/drawingml/2006/main">
              <a:ext uri="{FF2B5EF4-FFF2-40B4-BE49-F238E27FC236}">
                <a16:creationId xmlns:a16="http://schemas.microsoft.com/office/drawing/2014/main" id="{B8614B0B-AB89-465A-8E6D-2483B8A0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21" name="s12-393">
            <a:extLst xmlns:a="http://schemas.openxmlformats.org/drawingml/2006/main">
              <a:ext uri="{FF2B5EF4-FFF2-40B4-BE49-F238E27FC236}">
                <a16:creationId xmlns:a16="http://schemas.microsoft.com/office/drawing/2014/main" id="{53CB6B37-93D1-46B1-A96F-E8995C68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HoldState:</a:t>
            </a:r>
          </a:p>
        </p:txBody>
      </p:sp>
      <p:sp>
        <p:nvSpPr>
          <p:cNvPr id="22" name="s12-394">
            <a:extLst xmlns:a="http://schemas.openxmlformats.org/drawingml/2006/main">
              <a:ext uri="{FF2B5EF4-FFF2-40B4-BE49-F238E27FC236}">
                <a16:creationId xmlns:a16="http://schemas.microsoft.com/office/drawing/2014/main" id="{5B42A144-9B35-4ADE-A19F-236BFD31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35942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23" name="s12-395">
            <a:extLst xmlns:a="http://schemas.openxmlformats.org/drawingml/2006/main">
              <a:ext uri="{FF2B5EF4-FFF2-40B4-BE49-F238E27FC236}">
                <a16:creationId xmlns:a16="http://schemas.microsoft.com/office/drawing/2014/main" id="{54008CB8-FDD1-4259-95F7-33D45486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14283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P0,#0FBH</a:t>
            </a:r>
          </a:p>
        </p:txBody>
      </p:sp>
      <p:sp>
        <p:nvSpPr>
          <p:cNvPr id="24" name="s12-396">
            <a:extLst xmlns:a="http://schemas.openxmlformats.org/drawingml/2006/main">
              <a:ext uri="{FF2B5EF4-FFF2-40B4-BE49-F238E27FC236}">
                <a16:creationId xmlns:a16="http://schemas.microsoft.com/office/drawing/2014/main" id="{1888D1EE-6ABE-4085-801E-B92326D9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92625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P1,#0DCH</a:t>
            </a:r>
          </a:p>
        </p:txBody>
      </p:sp>
      <p:sp>
        <p:nvSpPr>
          <p:cNvPr id="25" name="s12-397">
            <a:extLst xmlns:a="http://schemas.openxmlformats.org/drawingml/2006/main">
              <a:ext uri="{FF2B5EF4-FFF2-40B4-BE49-F238E27FC236}">
                <a16:creationId xmlns:a16="http://schemas.microsoft.com/office/drawing/2014/main" id="{10B4A69D-BFAF-48D6-A0B3-9E447A10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70967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HoldRestart:</a:t>
            </a:r>
          </a:p>
        </p:txBody>
      </p:sp>
      <p:sp>
        <p:nvSpPr>
          <p:cNvPr id="26" name="s12-398">
            <a:extLst xmlns:a="http://schemas.openxmlformats.org/drawingml/2006/main">
              <a:ext uri="{FF2B5EF4-FFF2-40B4-BE49-F238E27FC236}">
                <a16:creationId xmlns:a16="http://schemas.microsoft.com/office/drawing/2014/main" id="{351402D6-AEAC-4ECC-AEB9-995D6C41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49308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R1,#150</a:t>
            </a:r>
          </a:p>
        </p:txBody>
      </p:sp>
      <p:sp>
        <p:nvSpPr>
          <p:cNvPr id="27" name="s12-399">
            <a:extLst xmlns:a="http://schemas.openxmlformats.org/drawingml/2006/main">
              <a:ext uri="{FF2B5EF4-FFF2-40B4-BE49-F238E27FC236}">
                <a16:creationId xmlns:a16="http://schemas.microsoft.com/office/drawing/2014/main" id="{067E9FF6-786E-4A04-B645-09F1D512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27650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HoldLoop:</a:t>
            </a:r>
          </a:p>
        </p:txBody>
      </p:sp>
      <p:sp>
        <p:nvSpPr>
          <p:cNvPr id="28" name="s12-400">
            <a:extLst xmlns:a="http://schemas.openxmlformats.org/drawingml/2006/main">
              <a:ext uri="{FF2B5EF4-FFF2-40B4-BE49-F238E27FC236}">
                <a16:creationId xmlns:a16="http://schemas.microsoft.com/office/drawing/2014/main" id="{153367BE-382C-4AE8-9C70-72453BF3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05992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P2.7,HoldFault</a:t>
            </a:r>
          </a:p>
        </p:txBody>
      </p:sp>
      <p:sp>
        <p:nvSpPr>
          <p:cNvPr id="29" name="s12-401">
            <a:extLst xmlns:a="http://schemas.openxmlformats.org/drawingml/2006/main">
              <a:ext uri="{FF2B5EF4-FFF2-40B4-BE49-F238E27FC236}">
                <a16:creationId xmlns:a16="http://schemas.microsoft.com/office/drawing/2014/main" id="{2B7D4A60-CF54-4C5C-8D65-A804ACA7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84333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P2.3,HoldFault</a:t>
            </a:r>
          </a:p>
        </p:txBody>
      </p:sp>
      <p:sp>
        <p:nvSpPr>
          <p:cNvPr id="30" name="s12-402">
            <a:extLst xmlns:a="http://schemas.openxmlformats.org/drawingml/2006/main">
              <a:ext uri="{FF2B5EF4-FFF2-40B4-BE49-F238E27FC236}">
                <a16:creationId xmlns:a16="http://schemas.microsoft.com/office/drawing/2014/main" id="{F3F4DB47-7565-4107-858C-28F778CC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162675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P2.2,HoldRestart</a:t>
            </a:r>
          </a:p>
        </p:txBody>
      </p:sp>
      <p:sp>
        <p:nvSpPr>
          <p:cNvPr id="31" name="s12-403">
            <a:extLst xmlns:a="http://schemas.openxmlformats.org/drawingml/2006/main">
              <a:ext uri="{FF2B5EF4-FFF2-40B4-BE49-F238E27FC236}">
                <a16:creationId xmlns:a16="http://schemas.microsoft.com/office/drawing/2014/main" id="{B9A4FED0-867E-48FC-AF0E-9BDDA01E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41017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P2.5,HoldRestart</a:t>
            </a:r>
          </a:p>
        </p:txBody>
      </p:sp>
      <p:sp>
        <p:nvSpPr>
          <p:cNvPr id="32" name="s12-404">
            <a:extLst xmlns:a="http://schemas.openxmlformats.org/drawingml/2006/main">
              <a:ext uri="{FF2B5EF4-FFF2-40B4-BE49-F238E27FC236}">
                <a16:creationId xmlns:a16="http://schemas.microsoft.com/office/drawing/2014/main" id="{F76A0DF5-E22D-4ADB-B403-E71FAD3B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19358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P2.0,HoldRestart</a:t>
            </a:r>
          </a:p>
        </p:txBody>
      </p:sp>
      <p:sp>
        <p:nvSpPr>
          <p:cNvPr id="33" name="s12-405">
            <a:extLst xmlns:a="http://schemas.openxmlformats.org/drawingml/2006/main">
              <a:ext uri="{FF2B5EF4-FFF2-40B4-BE49-F238E27FC236}">
                <a16:creationId xmlns:a16="http://schemas.microsoft.com/office/drawing/2014/main" id="{325FC94C-1C33-4DA7-B3FA-35E1BFDF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997700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P2.1,HoldRestart</a:t>
            </a:r>
          </a:p>
        </p:txBody>
      </p:sp>
      <p:sp>
        <p:nvSpPr>
          <p:cNvPr id="34" name="s12-406">
            <a:extLst xmlns:a="http://schemas.openxmlformats.org/drawingml/2006/main">
              <a:ext uri="{FF2B5EF4-FFF2-40B4-BE49-F238E27FC236}">
                <a16:creationId xmlns:a16="http://schemas.microsoft.com/office/drawing/2014/main" id="{599CDD9C-4ACD-4E2F-9427-1554DEB1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76042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35" name="s12-407">
            <a:extLst xmlns:a="http://schemas.openxmlformats.org/drawingml/2006/main">
              <a:ext uri="{FF2B5EF4-FFF2-40B4-BE49-F238E27FC236}">
                <a16:creationId xmlns:a16="http://schemas.microsoft.com/office/drawing/2014/main" id="{4462CCD3-A34A-4DED-ABEE-425703C8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554383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DJNZ R1,HoldLoop</a:t>
            </a:r>
          </a:p>
        </p:txBody>
      </p:sp>
      <p:sp>
        <p:nvSpPr>
          <p:cNvPr id="36" name="s12-408">
            <a:extLst xmlns:a="http://schemas.openxmlformats.org/drawingml/2006/main">
              <a:ext uri="{FF2B5EF4-FFF2-40B4-BE49-F238E27FC236}">
                <a16:creationId xmlns:a16="http://schemas.microsoft.com/office/drawing/2014/main" id="{3BC2854B-1DC6-46DE-A8AE-6DEE0D30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832725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ClosingState</a:t>
            </a:r>
          </a:p>
        </p:txBody>
      </p:sp>
      <p:sp>
        <p:nvSpPr>
          <p:cNvPr id="37" name="s12-409">
            <a:extLst xmlns:a="http://schemas.openxmlformats.org/drawingml/2006/main">
              <a:ext uri="{FF2B5EF4-FFF2-40B4-BE49-F238E27FC236}">
                <a16:creationId xmlns:a16="http://schemas.microsoft.com/office/drawing/2014/main" id="{BF40F0B8-03BC-44EC-8B26-9CA760A2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111067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HoldFault:</a:t>
            </a:r>
          </a:p>
        </p:txBody>
      </p:sp>
      <p:sp>
        <p:nvSpPr>
          <p:cNvPr id="38" name="s12-410">
            <a:extLst xmlns:a="http://schemas.openxmlformats.org/drawingml/2006/main">
              <a:ext uri="{FF2B5EF4-FFF2-40B4-BE49-F238E27FC236}">
                <a16:creationId xmlns:a16="http://schemas.microsoft.com/office/drawing/2014/main" id="{C60FAEBD-119A-4763-B522-32B265C2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389408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</p:spTree>
    <p:extLst>
      <p:ext uri="{BB962C8B-B14F-4D97-AF65-F5344CB8AC3E}">
        <p14:creationId xmlns:p14="http://schemas.microsoft.com/office/powerpoint/2010/main" val="8730279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13-411">
            <a:extLst xmlns:a="http://schemas.openxmlformats.org/drawingml/2006/main">
              <a:ext uri="{FF2B5EF4-FFF2-40B4-BE49-F238E27FC236}">
                <a16:creationId xmlns:a16="http://schemas.microsoft.com/office/drawing/2014/main" id="{51CF139D-7FD9-4910-A9DE-E41D6003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ประตูกำลังปิด</a:t>
            </a:r>
          </a:p>
        </p:txBody>
      </p:sp>
      <p:sp>
        <p:nvSpPr>
          <p:cNvPr id="2" name="s13-412">
            <a:extLst xmlns:a="http://schemas.openxmlformats.org/drawingml/2006/main">
              <a:ext uri="{FF2B5EF4-FFF2-40B4-BE49-F238E27FC236}">
                <a16:creationId xmlns:a16="http://schemas.microsoft.com/office/drawing/2014/main" id="{63815D30-4C92-4A1A-97EE-6489DE79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CLOSING จากเฟิร์มแวร์ฉบับสอน</a:t>
            </a:r>
          </a:p>
        </p:txBody>
      </p:sp>
      <p:sp>
        <p:nvSpPr>
          <p:cNvPr id="3" name="s13-413">
            <a:extLst xmlns:a="http://schemas.openxmlformats.org/drawingml/2006/main">
              <a:ext uri="{FF2B5EF4-FFF2-40B4-BE49-F238E27FC236}">
                <a16:creationId xmlns:a16="http://schemas.microsoft.com/office/drawing/2014/main" id="{8BFEBE29-5E17-43F2-BC19-3C66A386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3-414">
            <a:extLst xmlns:a="http://schemas.openxmlformats.org/drawingml/2006/main">
              <a:ext uri="{FF2B5EF4-FFF2-40B4-BE49-F238E27FC236}">
                <a16:creationId xmlns:a16="http://schemas.microsoft.com/office/drawing/2014/main" id="{6E85B381-C3E1-4196-A8B4-D64EFA16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5" name="s13-415">
            <a:extLst xmlns:a="http://schemas.openxmlformats.org/drawingml/2006/main">
              <a:ext uri="{FF2B5EF4-FFF2-40B4-BE49-F238E27FC236}">
                <a16:creationId xmlns:a16="http://schemas.microsoft.com/office/drawing/2014/main" id="{D8386F56-EE8B-4563-8779-46686844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13-416">
            <a:extLst xmlns:a="http://schemas.openxmlformats.org/drawingml/2006/main">
              <a:ext uri="{FF2B5EF4-FFF2-40B4-BE49-F238E27FC236}">
                <a16:creationId xmlns:a16="http://schemas.microsoft.com/office/drawing/2014/main" id="{131B8E41-D5DF-4EC8-873C-4841DF69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HOLD</a:t>
            </a:r>
          </a:p>
        </p:txBody>
      </p:sp>
      <p:sp>
        <p:nvSpPr>
          <p:cNvPr id="7" name="s13-417">
            <a:extLst xmlns:a="http://schemas.openxmlformats.org/drawingml/2006/main">
              <a:ext uri="{FF2B5EF4-FFF2-40B4-BE49-F238E27FC236}">
                <a16:creationId xmlns:a16="http://schemas.microsoft.com/office/drawing/2014/main" id="{884F2E93-639B-4DE4-8F9B-81CB76BC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485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13-418">
            <a:extLst xmlns:a="http://schemas.openxmlformats.org/drawingml/2006/main">
              <a:ext uri="{FF2B5EF4-FFF2-40B4-BE49-F238E27FC236}">
                <a16:creationId xmlns:a16="http://schemas.microsoft.com/office/drawing/2014/main" id="{51558646-E47E-4006-99B7-B03A13E2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CLOSING</a:t>
            </a:r>
          </a:p>
        </p:txBody>
      </p:sp>
      <p:sp>
        <p:nvSpPr>
          <p:cNvPr id="9" name="s13-419">
            <a:extLst xmlns:a="http://schemas.openxmlformats.org/drawingml/2006/main">
              <a:ext uri="{FF2B5EF4-FFF2-40B4-BE49-F238E27FC236}">
                <a16:creationId xmlns:a16="http://schemas.microsoft.com/office/drawing/2014/main" id="{929EAB64-179B-42D1-8677-67271C55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13-420">
            <a:extLst xmlns:a="http://schemas.openxmlformats.org/drawingml/2006/main">
              <a:ext uri="{FF2B5EF4-FFF2-40B4-BE49-F238E27FC236}">
                <a16:creationId xmlns:a16="http://schemas.microsoft.com/office/drawing/2014/main" id="{5BDD8D99-ACF7-4D1A-8E8A-E657C4AF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0225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CLOSED หรือ REV_WAIT</a:t>
            </a:r>
          </a:p>
        </p:txBody>
      </p:sp>
      <p:sp>
        <p:nvSpPr>
          <p:cNvPr id="11" name="s13-421">
            <a:extLst xmlns:a="http://schemas.openxmlformats.org/drawingml/2006/main">
              <a:ext uri="{FF2B5EF4-FFF2-40B4-BE49-F238E27FC236}">
                <a16:creationId xmlns:a16="http://schemas.microsoft.com/office/drawing/2014/main" id="{0FD37F50-98A5-4575-B334-AA12B493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5757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13-422">
            <a:extLst xmlns:a="http://schemas.openxmlformats.org/drawingml/2006/main">
              <a:ext uri="{FF2B5EF4-FFF2-40B4-BE49-F238E27FC236}">
                <a16:creationId xmlns:a16="http://schemas.microsoft.com/office/drawing/2014/main" id="{DF822FE4-E51A-44B2-B659-484B5897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029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13-423">
            <a:extLst xmlns:a="http://schemas.openxmlformats.org/drawingml/2006/main">
              <a:ext uri="{FF2B5EF4-FFF2-40B4-BE49-F238E27FC236}">
                <a16:creationId xmlns:a16="http://schemas.microsoft.com/office/drawing/2014/main" id="{11C595B4-9B9C-4B5E-AB6B-377BDC45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13-424">
            <a:extLst xmlns:a="http://schemas.openxmlformats.org/drawingml/2006/main">
              <a:ext uri="{FF2B5EF4-FFF2-40B4-BE49-F238E27FC236}">
                <a16:creationId xmlns:a16="http://schemas.microsoft.com/office/drawing/2014/main" id="{D913FCC8-6D46-40B6-8830-483BEA39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5495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13-425">
            <a:extLst xmlns:a="http://schemas.openxmlformats.org/drawingml/2006/main">
              <a:ext uri="{FF2B5EF4-FFF2-40B4-BE49-F238E27FC236}">
                <a16:creationId xmlns:a16="http://schemas.microsoft.com/office/drawing/2014/main" id="{11F25F5E-6821-4857-A240-58699646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34175"/>
            <a:ext cx="5467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P0 = FCH    P1 = 6AH</a:t>
            </a:r>
          </a:p>
        </p:txBody>
      </p:sp>
      <p:sp>
        <p:nvSpPr>
          <p:cNvPr id="16" name="s13-426">
            <a:extLst xmlns:a="http://schemas.openxmlformats.org/drawingml/2006/main">
              <a:ext uri="{FF2B5EF4-FFF2-40B4-BE49-F238E27FC236}">
                <a16:creationId xmlns:a16="http://schemas.microsoft.com/office/drawing/2014/main" id="{C9943383-B0ED-4BDD-BC36-34428EBB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524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ปิดพร้อมไฟแดงและเสียงเตือน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ตรวจลำแสงก่อนตรวจลิมิตปิด</a:t>
            </a:r>
          </a:p>
        </p:txBody>
      </p:sp>
      <p:sp>
        <p:nvSpPr>
          <p:cNvPr id="17" name="s13-427">
            <a:extLst xmlns:a="http://schemas.openxmlformats.org/drawingml/2006/main">
              <a:ext uri="{FF2B5EF4-FFF2-40B4-BE49-F238E27FC236}">
                <a16:creationId xmlns:a16="http://schemas.microsoft.com/office/drawing/2014/main" id="{3D755E03-7521-480C-96A2-CE9C2CC4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10575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พบสิ่งกีดขวางให้ตัดแรงขับก่อน</a:t>
            </a:r>
          </a:p>
        </p:txBody>
      </p:sp>
      <p:sp>
        <p:nvSpPr>
          <p:cNvPr id="18" name="s13-428">
            <a:extLst xmlns:a="http://schemas.openxmlformats.org/drawingml/2006/main">
              <a:ext uri="{FF2B5EF4-FFF2-40B4-BE49-F238E27FC236}">
                <a16:creationId xmlns:a16="http://schemas.microsoft.com/office/drawing/2014/main" id="{91A05963-6CD8-43D9-8C4E-C2AB0816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9" name="s13-429">
            <a:extLst xmlns:a="http://schemas.openxmlformats.org/drawingml/2006/main">
              <a:ext uri="{FF2B5EF4-FFF2-40B4-BE49-F238E27FC236}">
                <a16:creationId xmlns:a16="http://schemas.microsoft.com/office/drawing/2014/main" id="{B617B494-6BA5-4702-90D4-0FABFD71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โค้ดส่วนสำคัญของสถานะ</a:t>
            </a:r>
          </a:p>
        </p:txBody>
      </p:sp>
      <p:sp>
        <p:nvSpPr>
          <p:cNvPr id="20" name="s13-430">
            <a:extLst xmlns:a="http://schemas.openxmlformats.org/drawingml/2006/main">
              <a:ext uri="{FF2B5EF4-FFF2-40B4-BE49-F238E27FC236}">
                <a16:creationId xmlns:a16="http://schemas.microsoft.com/office/drawing/2014/main" id="{B8E2FC5F-05F5-4AB8-8E12-C66275C3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21" name="s13-431">
            <a:extLst xmlns:a="http://schemas.openxmlformats.org/drawingml/2006/main">
              <a:ext uri="{FF2B5EF4-FFF2-40B4-BE49-F238E27FC236}">
                <a16:creationId xmlns:a16="http://schemas.microsoft.com/office/drawing/2014/main" id="{9DD1B455-C331-4C4E-B9FD-C94F2CB9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R1,#250</a:t>
            </a:r>
          </a:p>
        </p:txBody>
      </p:sp>
      <p:sp>
        <p:nvSpPr>
          <p:cNvPr id="22" name="s13-432">
            <a:extLst xmlns:a="http://schemas.openxmlformats.org/drawingml/2006/main">
              <a:ext uri="{FF2B5EF4-FFF2-40B4-BE49-F238E27FC236}">
                <a16:creationId xmlns:a16="http://schemas.microsoft.com/office/drawing/2014/main" id="{0B77B1AC-D024-4332-9E26-2129D5D1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52315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ClosingLoop:</a:t>
            </a:r>
          </a:p>
        </p:txBody>
      </p:sp>
      <p:sp>
        <p:nvSpPr>
          <p:cNvPr id="23" name="s13-433">
            <a:extLst xmlns:a="http://schemas.openxmlformats.org/drawingml/2006/main">
              <a:ext uri="{FF2B5EF4-FFF2-40B4-BE49-F238E27FC236}">
                <a16:creationId xmlns:a16="http://schemas.microsoft.com/office/drawing/2014/main" id="{81476A5B-21E9-43A6-92ED-523D3618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47029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P2.7,ClosingFault</a:t>
            </a:r>
          </a:p>
        </p:txBody>
      </p:sp>
      <p:sp>
        <p:nvSpPr>
          <p:cNvPr id="24" name="s13-434">
            <a:extLst xmlns:a="http://schemas.openxmlformats.org/drawingml/2006/main">
              <a:ext uri="{FF2B5EF4-FFF2-40B4-BE49-F238E27FC236}">
                <a16:creationId xmlns:a16="http://schemas.microsoft.com/office/drawing/2014/main" id="{CDC33A23-8C76-4BB9-B0FD-23FA8937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41744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P2.2,ClosingStop</a:t>
            </a:r>
          </a:p>
        </p:txBody>
      </p:sp>
      <p:sp>
        <p:nvSpPr>
          <p:cNvPr id="25" name="s13-435">
            <a:extLst xmlns:a="http://schemas.openxmlformats.org/drawingml/2006/main">
              <a:ext uri="{FF2B5EF4-FFF2-40B4-BE49-F238E27FC236}">
                <a16:creationId xmlns:a16="http://schemas.microsoft.com/office/drawing/2014/main" id="{F691AC89-A763-417A-97B5-DAE188B4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36459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P2.5,ClosingStop</a:t>
            </a:r>
          </a:p>
        </p:txBody>
      </p:sp>
      <p:sp>
        <p:nvSpPr>
          <p:cNvPr id="26" name="s13-436">
            <a:extLst xmlns:a="http://schemas.openxmlformats.org/drawingml/2006/main">
              <a:ext uri="{FF2B5EF4-FFF2-40B4-BE49-F238E27FC236}">
                <a16:creationId xmlns:a16="http://schemas.microsoft.com/office/drawing/2014/main" id="{1560A81D-F748-4F3D-87F7-1045A47D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31174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P2.0,ClosingStop</a:t>
            </a:r>
          </a:p>
        </p:txBody>
      </p:sp>
      <p:sp>
        <p:nvSpPr>
          <p:cNvPr id="27" name="s13-437">
            <a:extLst xmlns:a="http://schemas.openxmlformats.org/drawingml/2006/main">
              <a:ext uri="{FF2B5EF4-FFF2-40B4-BE49-F238E27FC236}">
                <a16:creationId xmlns:a16="http://schemas.microsoft.com/office/drawing/2014/main" id="{D92781D3-8EAC-4DCC-B9DD-8913074C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25888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P2.1,ClosingStop</a:t>
            </a:r>
          </a:p>
        </p:txBody>
      </p:sp>
      <p:sp>
        <p:nvSpPr>
          <p:cNvPr id="28" name="s13-438">
            <a:extLst xmlns:a="http://schemas.openxmlformats.org/drawingml/2006/main">
              <a:ext uri="{FF2B5EF4-FFF2-40B4-BE49-F238E27FC236}">
                <a16:creationId xmlns:a16="http://schemas.microsoft.com/office/drawing/2014/main" id="{5E82B4C9-1F89-4A0E-AB36-5FDB653A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20603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P2.4,ClosingDone</a:t>
            </a:r>
          </a:p>
        </p:txBody>
      </p:sp>
      <p:sp>
        <p:nvSpPr>
          <p:cNvPr id="29" name="s13-439">
            <a:extLst xmlns:a="http://schemas.openxmlformats.org/drawingml/2006/main">
              <a:ext uri="{FF2B5EF4-FFF2-40B4-BE49-F238E27FC236}">
                <a16:creationId xmlns:a16="http://schemas.microsoft.com/office/drawing/2014/main" id="{F1122285-2B11-49E8-92B7-01432D1E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15318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30" name="s13-440">
            <a:extLst xmlns:a="http://schemas.openxmlformats.org/drawingml/2006/main">
              <a:ext uri="{FF2B5EF4-FFF2-40B4-BE49-F238E27FC236}">
                <a16:creationId xmlns:a16="http://schemas.microsoft.com/office/drawing/2014/main" id="{582D3071-9EA7-450F-92DE-1F5A02AB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310032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DJNZ R1,ClosingLoop</a:t>
            </a:r>
          </a:p>
        </p:txBody>
      </p:sp>
      <p:sp>
        <p:nvSpPr>
          <p:cNvPr id="31" name="s13-441">
            <a:extLst xmlns:a="http://schemas.openxmlformats.org/drawingml/2006/main">
              <a:ext uri="{FF2B5EF4-FFF2-40B4-BE49-F238E27FC236}">
                <a16:creationId xmlns:a16="http://schemas.microsoft.com/office/drawing/2014/main" id="{5A2546AE-80AD-4EF9-8928-1D121173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604747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ClosingFault:</a:t>
            </a:r>
          </a:p>
        </p:txBody>
      </p:sp>
      <p:sp>
        <p:nvSpPr>
          <p:cNvPr id="32" name="s13-442">
            <a:extLst xmlns:a="http://schemas.openxmlformats.org/drawingml/2006/main">
              <a:ext uri="{FF2B5EF4-FFF2-40B4-BE49-F238E27FC236}">
                <a16:creationId xmlns:a16="http://schemas.microsoft.com/office/drawing/2014/main" id="{29B0C04A-ED1E-4DDB-9CEF-C1615F84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899462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33" name="s13-443">
            <a:extLst xmlns:a="http://schemas.openxmlformats.org/drawingml/2006/main">
              <a:ext uri="{FF2B5EF4-FFF2-40B4-BE49-F238E27FC236}">
                <a16:creationId xmlns:a16="http://schemas.microsoft.com/office/drawing/2014/main" id="{822B90D7-784D-4A59-B7B1-E52B2B0C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194176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ClosingStop:</a:t>
            </a:r>
          </a:p>
        </p:txBody>
      </p:sp>
      <p:sp>
        <p:nvSpPr>
          <p:cNvPr id="34" name="s13-444">
            <a:extLst xmlns:a="http://schemas.openxmlformats.org/drawingml/2006/main">
              <a:ext uri="{FF2B5EF4-FFF2-40B4-BE49-F238E27FC236}">
                <a16:creationId xmlns:a16="http://schemas.microsoft.com/office/drawing/2014/main" id="{DA45DB17-BE5E-4742-A1E3-9E441324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488891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5" name="s13-445">
            <a:extLst xmlns:a="http://schemas.openxmlformats.org/drawingml/2006/main">
              <a:ext uri="{FF2B5EF4-FFF2-40B4-BE49-F238E27FC236}">
                <a16:creationId xmlns:a16="http://schemas.microsoft.com/office/drawing/2014/main" id="{396E150B-9F33-4E86-A768-A37B8912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783606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RevWaitState</a:t>
            </a:r>
          </a:p>
        </p:txBody>
      </p:sp>
      <p:sp>
        <p:nvSpPr>
          <p:cNvPr id="36" name="s13-446">
            <a:extLst xmlns:a="http://schemas.openxmlformats.org/drawingml/2006/main">
              <a:ext uri="{FF2B5EF4-FFF2-40B4-BE49-F238E27FC236}">
                <a16:creationId xmlns:a16="http://schemas.microsoft.com/office/drawing/2014/main" id="{30F3FEFF-1E4A-45D5-B8C4-11664F48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078321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ClosingDone:</a:t>
            </a:r>
          </a:p>
        </p:txBody>
      </p:sp>
      <p:sp>
        <p:nvSpPr>
          <p:cNvPr id="37" name="s13-447">
            <a:extLst xmlns:a="http://schemas.openxmlformats.org/drawingml/2006/main">
              <a:ext uri="{FF2B5EF4-FFF2-40B4-BE49-F238E27FC236}">
                <a16:creationId xmlns:a16="http://schemas.microsoft.com/office/drawing/2014/main" id="{B67A26F8-D62E-4553-9ACA-B24A6932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373035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ClosedState</a:t>
            </a:r>
          </a:p>
        </p:txBody>
      </p:sp>
    </p:spTree>
    <p:extLst>
      <p:ext uri="{BB962C8B-B14F-4D97-AF65-F5344CB8AC3E}">
        <p14:creationId xmlns:p14="http://schemas.microsoft.com/office/powerpoint/2010/main" val="3162206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14-448">
            <a:extLst xmlns:a="http://schemas.openxmlformats.org/drawingml/2006/main">
              <a:ext uri="{FF2B5EF4-FFF2-40B4-BE49-F238E27FC236}">
                <a16:creationId xmlns:a16="http://schemas.microsoft.com/office/drawing/2014/main" id="{0134DB8B-E362-4C89-AD37-5C0C41C7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พักมอเตอร์ก่อนกลับทิศ</a:t>
            </a:r>
          </a:p>
        </p:txBody>
      </p:sp>
      <p:sp>
        <p:nvSpPr>
          <p:cNvPr id="2" name="s14-449">
            <a:extLst xmlns:a="http://schemas.openxmlformats.org/drawingml/2006/main">
              <a:ext uri="{FF2B5EF4-FFF2-40B4-BE49-F238E27FC236}">
                <a16:creationId xmlns:a16="http://schemas.microsoft.com/office/drawing/2014/main" id="{0F352343-4DE2-4FC5-A565-117A3294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REV_WAIT จากเฟิร์มแวร์ฉบับสอน</a:t>
            </a:r>
          </a:p>
        </p:txBody>
      </p:sp>
      <p:sp>
        <p:nvSpPr>
          <p:cNvPr id="3" name="s14-450">
            <a:extLst xmlns:a="http://schemas.openxmlformats.org/drawingml/2006/main">
              <a:ext uri="{FF2B5EF4-FFF2-40B4-BE49-F238E27FC236}">
                <a16:creationId xmlns:a16="http://schemas.microsoft.com/office/drawing/2014/main" id="{6D3EA15E-09F9-4FDD-AE53-D51556EE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4-451">
            <a:extLst xmlns:a="http://schemas.openxmlformats.org/drawingml/2006/main">
              <a:ext uri="{FF2B5EF4-FFF2-40B4-BE49-F238E27FC236}">
                <a16:creationId xmlns:a16="http://schemas.microsoft.com/office/drawing/2014/main" id="{49FD45E2-BC55-4759-A469-D1365360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5" name="s14-452">
            <a:extLst xmlns:a="http://schemas.openxmlformats.org/drawingml/2006/main">
              <a:ext uri="{FF2B5EF4-FFF2-40B4-BE49-F238E27FC236}">
                <a16:creationId xmlns:a16="http://schemas.microsoft.com/office/drawing/2014/main" id="{74715E08-3B74-4B43-9E26-994791EF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14-453">
            <a:extLst xmlns:a="http://schemas.openxmlformats.org/drawingml/2006/main">
              <a:ext uri="{FF2B5EF4-FFF2-40B4-BE49-F238E27FC236}">
                <a16:creationId xmlns:a16="http://schemas.microsoft.com/office/drawing/2014/main" id="{8AA5D5EC-39E0-448B-814C-42225385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CLOSING</a:t>
            </a:r>
          </a:p>
        </p:txBody>
      </p:sp>
      <p:sp>
        <p:nvSpPr>
          <p:cNvPr id="7" name="s14-454">
            <a:extLst xmlns:a="http://schemas.openxmlformats.org/drawingml/2006/main">
              <a:ext uri="{FF2B5EF4-FFF2-40B4-BE49-F238E27FC236}">
                <a16:creationId xmlns:a16="http://schemas.microsoft.com/office/drawing/2014/main" id="{7C834713-33C8-4C16-B9A1-AE2C806F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485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14-455">
            <a:extLst xmlns:a="http://schemas.openxmlformats.org/drawingml/2006/main">
              <a:ext uri="{FF2B5EF4-FFF2-40B4-BE49-F238E27FC236}">
                <a16:creationId xmlns:a16="http://schemas.microsoft.com/office/drawing/2014/main" id="{E0B81BE9-2768-40BF-89F6-025CF5BA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REV_WAIT</a:t>
            </a:r>
          </a:p>
        </p:txBody>
      </p:sp>
      <p:sp>
        <p:nvSpPr>
          <p:cNvPr id="9" name="s14-456">
            <a:extLst xmlns:a="http://schemas.openxmlformats.org/drawingml/2006/main">
              <a:ext uri="{FF2B5EF4-FFF2-40B4-BE49-F238E27FC236}">
                <a16:creationId xmlns:a16="http://schemas.microsoft.com/office/drawing/2014/main" id="{6494360C-0678-41DB-AEC0-39457B9F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14-457">
            <a:extLst xmlns:a="http://schemas.openxmlformats.org/drawingml/2006/main">
              <a:ext uri="{FF2B5EF4-FFF2-40B4-BE49-F238E27FC236}">
                <a16:creationId xmlns:a16="http://schemas.microsoft.com/office/drawing/2014/main" id="{9509E9C8-FFCA-4564-B1CE-58E871A2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0225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REOPEN</a:t>
            </a:r>
          </a:p>
        </p:txBody>
      </p:sp>
      <p:sp>
        <p:nvSpPr>
          <p:cNvPr id="11" name="s14-458">
            <a:extLst xmlns:a="http://schemas.openxmlformats.org/drawingml/2006/main">
              <a:ext uri="{FF2B5EF4-FFF2-40B4-BE49-F238E27FC236}">
                <a16:creationId xmlns:a16="http://schemas.microsoft.com/office/drawing/2014/main" id="{C8012FAC-0E38-4FD3-8AC7-130ABADA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5757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14-459">
            <a:extLst xmlns:a="http://schemas.openxmlformats.org/drawingml/2006/main">
              <a:ext uri="{FF2B5EF4-FFF2-40B4-BE49-F238E27FC236}">
                <a16:creationId xmlns:a16="http://schemas.microsoft.com/office/drawing/2014/main" id="{DEA1B262-7CA2-482F-A98D-04F779D1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029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14-460">
            <a:extLst xmlns:a="http://schemas.openxmlformats.org/drawingml/2006/main">
              <a:ext uri="{FF2B5EF4-FFF2-40B4-BE49-F238E27FC236}">
                <a16:creationId xmlns:a16="http://schemas.microsoft.com/office/drawing/2014/main" id="{0DFF047D-F371-49F1-AB8F-9057EFC4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14-461">
            <a:extLst xmlns:a="http://schemas.openxmlformats.org/drawingml/2006/main">
              <a:ext uri="{FF2B5EF4-FFF2-40B4-BE49-F238E27FC236}">
                <a16:creationId xmlns:a16="http://schemas.microsoft.com/office/drawing/2014/main" id="{26564364-F129-4E5C-93B1-212B9585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5495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14-462">
            <a:extLst xmlns:a="http://schemas.openxmlformats.org/drawingml/2006/main">
              <a:ext uri="{FF2B5EF4-FFF2-40B4-BE49-F238E27FC236}">
                <a16:creationId xmlns:a16="http://schemas.microsoft.com/office/drawing/2014/main" id="{62B41A8F-FBB8-4325-B5BE-A9FDAAB6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34175"/>
            <a:ext cx="5467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P0 = FDH    P1 = 6CH</a:t>
            </a:r>
          </a:p>
        </p:txBody>
      </p:sp>
      <p:sp>
        <p:nvSpPr>
          <p:cNvPr id="16" name="s14-463">
            <a:extLst xmlns:a="http://schemas.openxmlformats.org/drawingml/2006/main">
              <a:ext uri="{FF2B5EF4-FFF2-40B4-BE49-F238E27FC236}">
                <a16:creationId xmlns:a16="http://schemas.microsoft.com/office/drawing/2014/main" id="{C57C0F84-B2FB-43A6-A80C-3EF6EC34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524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ตัดแรงขับพร้อมเสียงเตือน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ยังตรวจปุ่มหยุดฉุกเฉินระหว่างรอ</a:t>
            </a:r>
          </a:p>
        </p:txBody>
      </p:sp>
      <p:sp>
        <p:nvSpPr>
          <p:cNvPr id="17" name="s14-464">
            <a:extLst xmlns:a="http://schemas.openxmlformats.org/drawingml/2006/main">
              <a:ext uri="{FF2B5EF4-FFF2-40B4-BE49-F238E27FC236}">
                <a16:creationId xmlns:a16="http://schemas.microsoft.com/office/drawing/2014/main" id="{78A6AC62-D1BC-4DA7-968C-4F107BB9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10575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พักมอเตอร์อย่างน้อย 200 ms</a:t>
            </a:r>
          </a:p>
        </p:txBody>
      </p:sp>
      <p:sp>
        <p:nvSpPr>
          <p:cNvPr id="18" name="s14-465">
            <a:extLst xmlns:a="http://schemas.openxmlformats.org/drawingml/2006/main">
              <a:ext uri="{FF2B5EF4-FFF2-40B4-BE49-F238E27FC236}">
                <a16:creationId xmlns:a16="http://schemas.microsoft.com/office/drawing/2014/main" id="{0166D3E3-5049-4F41-858F-4DF366C4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9" name="s14-466">
            <a:extLst xmlns:a="http://schemas.openxmlformats.org/drawingml/2006/main">
              <a:ext uri="{FF2B5EF4-FFF2-40B4-BE49-F238E27FC236}">
                <a16:creationId xmlns:a16="http://schemas.microsoft.com/office/drawing/2014/main" id="{BDDA672C-5C6E-4CF4-A529-642F8D4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โค้ดส่วนสำคัญของสถานะ</a:t>
            </a:r>
          </a:p>
        </p:txBody>
      </p:sp>
      <p:sp>
        <p:nvSpPr>
          <p:cNvPr id="20" name="s14-467">
            <a:extLst xmlns:a="http://schemas.openxmlformats.org/drawingml/2006/main">
              <a:ext uri="{FF2B5EF4-FFF2-40B4-BE49-F238E27FC236}">
                <a16:creationId xmlns:a16="http://schemas.microsoft.com/office/drawing/2014/main" id="{25179571-DB21-47C8-BA7A-0D5ADC88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21" name="s14-468">
            <a:extLst xmlns:a="http://schemas.openxmlformats.org/drawingml/2006/main">
              <a:ext uri="{FF2B5EF4-FFF2-40B4-BE49-F238E27FC236}">
                <a16:creationId xmlns:a16="http://schemas.microsoft.com/office/drawing/2014/main" id="{5F59F66D-27DA-4060-A4BD-DE110F13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RevWaitState:</a:t>
            </a:r>
          </a:p>
        </p:txBody>
      </p:sp>
      <p:sp>
        <p:nvSpPr>
          <p:cNvPr id="22" name="s14-469">
            <a:extLst xmlns:a="http://schemas.openxmlformats.org/drawingml/2006/main">
              <a:ext uri="{FF2B5EF4-FFF2-40B4-BE49-F238E27FC236}">
                <a16:creationId xmlns:a16="http://schemas.microsoft.com/office/drawing/2014/main" id="{8499850B-480A-459B-9CD7-A828600A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23" name="s14-470">
            <a:extLst xmlns:a="http://schemas.openxmlformats.org/drawingml/2006/main">
              <a:ext uri="{FF2B5EF4-FFF2-40B4-BE49-F238E27FC236}">
                <a16:creationId xmlns:a16="http://schemas.microsoft.com/office/drawing/2014/main" id="{3A04D64A-C0CA-4222-94E9-92FACD94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67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P0,#0FDH</a:t>
            </a:r>
          </a:p>
        </p:txBody>
      </p:sp>
      <p:sp>
        <p:nvSpPr>
          <p:cNvPr id="24" name="s14-471">
            <a:extLst xmlns:a="http://schemas.openxmlformats.org/drawingml/2006/main">
              <a:ext uri="{FF2B5EF4-FFF2-40B4-BE49-F238E27FC236}">
                <a16:creationId xmlns:a16="http://schemas.microsoft.com/office/drawing/2014/main" id="{C74EE897-3F14-40E4-A194-EAE7FCFD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P1,#06CH</a:t>
            </a:r>
          </a:p>
        </p:txBody>
      </p:sp>
      <p:sp>
        <p:nvSpPr>
          <p:cNvPr id="25" name="s14-472">
            <a:extLst xmlns:a="http://schemas.openxmlformats.org/drawingml/2006/main">
              <a:ext uri="{FF2B5EF4-FFF2-40B4-BE49-F238E27FC236}">
                <a16:creationId xmlns:a16="http://schemas.microsoft.com/office/drawing/2014/main" id="{06EFF1FC-CAD0-49AD-80E2-53EDA19A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76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R1,#10</a:t>
            </a:r>
          </a:p>
        </p:txBody>
      </p:sp>
      <p:sp>
        <p:nvSpPr>
          <p:cNvPr id="26" name="s14-473">
            <a:extLst xmlns:a="http://schemas.openxmlformats.org/drawingml/2006/main">
              <a:ext uri="{FF2B5EF4-FFF2-40B4-BE49-F238E27FC236}">
                <a16:creationId xmlns:a16="http://schemas.microsoft.com/office/drawing/2014/main" id="{E8DBDC3A-9103-4E49-8C09-4D1C7793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81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RevLoop:</a:t>
            </a:r>
          </a:p>
        </p:txBody>
      </p:sp>
      <p:sp>
        <p:nvSpPr>
          <p:cNvPr id="27" name="s14-474">
            <a:extLst xmlns:a="http://schemas.openxmlformats.org/drawingml/2006/main">
              <a:ext uri="{FF2B5EF4-FFF2-40B4-BE49-F238E27FC236}">
                <a16:creationId xmlns:a16="http://schemas.microsoft.com/office/drawing/2014/main" id="{8603F371-718E-41FE-9222-305827E3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86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P2.7,RevFault</a:t>
            </a:r>
          </a:p>
        </p:txBody>
      </p:sp>
      <p:sp>
        <p:nvSpPr>
          <p:cNvPr id="28" name="s14-475">
            <a:extLst xmlns:a="http://schemas.openxmlformats.org/drawingml/2006/main">
              <a:ext uri="{FF2B5EF4-FFF2-40B4-BE49-F238E27FC236}">
                <a16:creationId xmlns:a16="http://schemas.microsoft.com/office/drawing/2014/main" id="{08CFE188-2A13-47A8-A316-9A934109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91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29" name="s14-476">
            <a:extLst xmlns:a="http://schemas.openxmlformats.org/drawingml/2006/main">
              <a:ext uri="{FF2B5EF4-FFF2-40B4-BE49-F238E27FC236}">
                <a16:creationId xmlns:a16="http://schemas.microsoft.com/office/drawing/2014/main" id="{80871708-E666-4C42-98E3-F0B15B7C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96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DJNZ R1,RevLoop</a:t>
            </a:r>
          </a:p>
        </p:txBody>
      </p:sp>
      <p:sp>
        <p:nvSpPr>
          <p:cNvPr id="30" name="s14-477">
            <a:extLst xmlns:a="http://schemas.openxmlformats.org/drawingml/2006/main">
              <a:ext uri="{FF2B5EF4-FFF2-40B4-BE49-F238E27FC236}">
                <a16:creationId xmlns:a16="http://schemas.microsoft.com/office/drawing/2014/main" id="{1FA55AE1-AB3C-4D57-8B3B-BE4A8AF9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00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ReopenState</a:t>
            </a:r>
          </a:p>
        </p:txBody>
      </p:sp>
      <p:sp>
        <p:nvSpPr>
          <p:cNvPr id="31" name="s14-478">
            <a:extLst xmlns:a="http://schemas.openxmlformats.org/drawingml/2006/main">
              <a:ext uri="{FF2B5EF4-FFF2-40B4-BE49-F238E27FC236}">
                <a16:creationId xmlns:a16="http://schemas.microsoft.com/office/drawing/2014/main" id="{E41C4CCC-099C-44A0-8C9E-CF37387F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05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RevFault:</a:t>
            </a:r>
          </a:p>
        </p:txBody>
      </p:sp>
      <p:sp>
        <p:nvSpPr>
          <p:cNvPr id="32" name="s14-479">
            <a:extLst xmlns:a="http://schemas.openxmlformats.org/drawingml/2006/main">
              <a:ext uri="{FF2B5EF4-FFF2-40B4-BE49-F238E27FC236}">
                <a16:creationId xmlns:a16="http://schemas.microsoft.com/office/drawing/2014/main" id="{9544F4C3-53C5-4E04-BFA0-909E219A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010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</p:spTree>
    <p:extLst>
      <p:ext uri="{BB962C8B-B14F-4D97-AF65-F5344CB8AC3E}">
        <p14:creationId xmlns:p14="http://schemas.microsoft.com/office/powerpoint/2010/main" val="1968791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15-480">
            <a:extLst xmlns:a="http://schemas.openxmlformats.org/drawingml/2006/main">
              <a:ext uri="{FF2B5EF4-FFF2-40B4-BE49-F238E27FC236}">
                <a16:creationId xmlns:a16="http://schemas.microsoft.com/office/drawing/2014/main" id="{9BEA83B6-CD55-4C9E-9875-C0147BB5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ประตูเปิดกลับ</a:t>
            </a:r>
          </a:p>
        </p:txBody>
      </p:sp>
      <p:sp>
        <p:nvSpPr>
          <p:cNvPr id="2" name="s15-481">
            <a:extLst xmlns:a="http://schemas.openxmlformats.org/drawingml/2006/main">
              <a:ext uri="{FF2B5EF4-FFF2-40B4-BE49-F238E27FC236}">
                <a16:creationId xmlns:a16="http://schemas.microsoft.com/office/drawing/2014/main" id="{16EC777F-F63D-4C04-810F-3A426EB4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REOPEN จากเฟิร์มแวร์ฉบับสอน</a:t>
            </a:r>
          </a:p>
        </p:txBody>
      </p:sp>
      <p:sp>
        <p:nvSpPr>
          <p:cNvPr id="3" name="s15-482">
            <a:extLst xmlns:a="http://schemas.openxmlformats.org/drawingml/2006/main">
              <a:ext uri="{FF2B5EF4-FFF2-40B4-BE49-F238E27FC236}">
                <a16:creationId xmlns:a16="http://schemas.microsoft.com/office/drawing/2014/main" id="{6F81EE1E-2B16-42CE-ACC3-6004B6C9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5-483">
            <a:extLst xmlns:a="http://schemas.openxmlformats.org/drawingml/2006/main">
              <a:ext uri="{FF2B5EF4-FFF2-40B4-BE49-F238E27FC236}">
                <a16:creationId xmlns:a16="http://schemas.microsoft.com/office/drawing/2014/main" id="{C47270A5-6586-4FC1-B173-FBC2CF75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5" name="s15-484">
            <a:extLst xmlns:a="http://schemas.openxmlformats.org/drawingml/2006/main">
              <a:ext uri="{FF2B5EF4-FFF2-40B4-BE49-F238E27FC236}">
                <a16:creationId xmlns:a16="http://schemas.microsoft.com/office/drawing/2014/main" id="{F390398A-0287-400F-A14E-7B150680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15-485">
            <a:extLst xmlns:a="http://schemas.openxmlformats.org/drawingml/2006/main">
              <a:ext uri="{FF2B5EF4-FFF2-40B4-BE49-F238E27FC236}">
                <a16:creationId xmlns:a16="http://schemas.microsoft.com/office/drawing/2014/main" id="{A7E7ADD6-8253-416D-8CB0-9B88E1C7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REV_WAIT</a:t>
            </a:r>
          </a:p>
        </p:txBody>
      </p:sp>
      <p:sp>
        <p:nvSpPr>
          <p:cNvPr id="7" name="s15-486">
            <a:extLst xmlns:a="http://schemas.openxmlformats.org/drawingml/2006/main">
              <a:ext uri="{FF2B5EF4-FFF2-40B4-BE49-F238E27FC236}">
                <a16:creationId xmlns:a16="http://schemas.microsoft.com/office/drawing/2014/main" id="{252316F2-F8A5-44E7-A54C-CAFDF703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485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15-487">
            <a:extLst xmlns:a="http://schemas.openxmlformats.org/drawingml/2006/main">
              <a:ext uri="{FF2B5EF4-FFF2-40B4-BE49-F238E27FC236}">
                <a16:creationId xmlns:a16="http://schemas.microsoft.com/office/drawing/2014/main" id="{60C01CCB-CB89-4295-A86D-4AE529C3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REOPEN</a:t>
            </a:r>
          </a:p>
        </p:txBody>
      </p:sp>
      <p:sp>
        <p:nvSpPr>
          <p:cNvPr id="9" name="s15-488">
            <a:extLst xmlns:a="http://schemas.openxmlformats.org/drawingml/2006/main">
              <a:ext uri="{FF2B5EF4-FFF2-40B4-BE49-F238E27FC236}">
                <a16:creationId xmlns:a16="http://schemas.microsoft.com/office/drawing/2014/main" id="{FCF169B7-D535-4AD1-BBE8-38C1D292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15-489">
            <a:extLst xmlns:a="http://schemas.openxmlformats.org/drawingml/2006/main">
              <a:ext uri="{FF2B5EF4-FFF2-40B4-BE49-F238E27FC236}">
                <a16:creationId xmlns:a16="http://schemas.microsoft.com/office/drawing/2014/main" id="{4F3EDFBD-8D91-41CF-B4DE-69E81DEA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0225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HOLD</a:t>
            </a:r>
          </a:p>
        </p:txBody>
      </p:sp>
      <p:sp>
        <p:nvSpPr>
          <p:cNvPr id="11" name="s15-490">
            <a:extLst xmlns:a="http://schemas.openxmlformats.org/drawingml/2006/main">
              <a:ext uri="{FF2B5EF4-FFF2-40B4-BE49-F238E27FC236}">
                <a16:creationId xmlns:a16="http://schemas.microsoft.com/office/drawing/2014/main" id="{4F5120FF-0892-4FD5-B8C0-B56AF158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5757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15-491">
            <a:extLst xmlns:a="http://schemas.openxmlformats.org/drawingml/2006/main">
              <a:ext uri="{FF2B5EF4-FFF2-40B4-BE49-F238E27FC236}">
                <a16:creationId xmlns:a16="http://schemas.microsoft.com/office/drawing/2014/main" id="{03BD3F67-0F28-4A70-820A-6EF81E87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029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15-492">
            <a:extLst xmlns:a="http://schemas.openxmlformats.org/drawingml/2006/main">
              <a:ext uri="{FF2B5EF4-FFF2-40B4-BE49-F238E27FC236}">
                <a16:creationId xmlns:a16="http://schemas.microsoft.com/office/drawing/2014/main" id="{88489E64-B34F-4BA6-B6E9-7910689B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15-493">
            <a:extLst xmlns:a="http://schemas.openxmlformats.org/drawingml/2006/main">
              <a:ext uri="{FF2B5EF4-FFF2-40B4-BE49-F238E27FC236}">
                <a16:creationId xmlns:a16="http://schemas.microsoft.com/office/drawing/2014/main" id="{2E09CC2D-89F9-437F-917A-77740CD3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5495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15-494">
            <a:extLst xmlns:a="http://schemas.openxmlformats.org/drawingml/2006/main">
              <a:ext uri="{FF2B5EF4-FFF2-40B4-BE49-F238E27FC236}">
                <a16:creationId xmlns:a16="http://schemas.microsoft.com/office/drawing/2014/main" id="{CBA0992E-329D-4018-A835-1292FD8C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34175"/>
            <a:ext cx="5467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P0 = FEH    P1 = 69H</a:t>
            </a:r>
          </a:p>
        </p:txBody>
      </p:sp>
      <p:sp>
        <p:nvSpPr>
          <p:cNvPr id="16" name="s15-495">
            <a:extLst xmlns:a="http://schemas.openxmlformats.org/drawingml/2006/main">
              <a:ext uri="{FF2B5EF4-FFF2-40B4-BE49-F238E27FC236}">
                <a16:creationId xmlns:a16="http://schemas.microsoft.com/office/drawing/2014/main" id="{9969A6EA-C623-45B4-A4A8-14FCEF33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524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เปิดกลับพร้อมไฟแดงและเสียง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ถึงลิมิต LO จึงหยุดเปิด</a:t>
            </a:r>
          </a:p>
        </p:txBody>
      </p:sp>
      <p:sp>
        <p:nvSpPr>
          <p:cNvPr id="17" name="s15-496">
            <a:extLst xmlns:a="http://schemas.openxmlformats.org/drawingml/2006/main">
              <a:ext uri="{FF2B5EF4-FFF2-40B4-BE49-F238E27FC236}">
                <a16:creationId xmlns:a16="http://schemas.microsoft.com/office/drawing/2014/main" id="{FB9910DD-F2FD-43FF-859D-940D3FF1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10575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เกิน 5 วินาที ให้เข้า FAULT</a:t>
            </a:r>
          </a:p>
        </p:txBody>
      </p:sp>
      <p:sp>
        <p:nvSpPr>
          <p:cNvPr id="18" name="s15-497">
            <a:extLst xmlns:a="http://schemas.openxmlformats.org/drawingml/2006/main">
              <a:ext uri="{FF2B5EF4-FFF2-40B4-BE49-F238E27FC236}">
                <a16:creationId xmlns:a16="http://schemas.microsoft.com/office/drawing/2014/main" id="{19F08DC0-EB29-421D-AA33-16AB9D5B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9" name="s15-498">
            <a:extLst xmlns:a="http://schemas.openxmlformats.org/drawingml/2006/main">
              <a:ext uri="{FF2B5EF4-FFF2-40B4-BE49-F238E27FC236}">
                <a16:creationId xmlns:a16="http://schemas.microsoft.com/office/drawing/2014/main" id="{77A7B8AA-3CE2-4C7E-AE35-3E302CC7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โค้ดส่วนสำคัญของสถานะ</a:t>
            </a:r>
          </a:p>
        </p:txBody>
      </p:sp>
      <p:sp>
        <p:nvSpPr>
          <p:cNvPr id="20" name="s15-499">
            <a:extLst xmlns:a="http://schemas.openxmlformats.org/drawingml/2006/main">
              <a:ext uri="{FF2B5EF4-FFF2-40B4-BE49-F238E27FC236}">
                <a16:creationId xmlns:a16="http://schemas.microsoft.com/office/drawing/2014/main" id="{A1FF9FD9-11F2-4139-A8AE-2BDC2B87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21" name="s15-500">
            <a:extLst xmlns:a="http://schemas.openxmlformats.org/drawingml/2006/main">
              <a:ext uri="{FF2B5EF4-FFF2-40B4-BE49-F238E27FC236}">
                <a16:creationId xmlns:a16="http://schemas.microsoft.com/office/drawing/2014/main" id="{2F32D463-DCC4-4C33-8F02-E207C7D1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ReopenState:</a:t>
            </a:r>
          </a:p>
        </p:txBody>
      </p:sp>
      <p:sp>
        <p:nvSpPr>
          <p:cNvPr id="22" name="s15-501">
            <a:extLst xmlns:a="http://schemas.openxmlformats.org/drawingml/2006/main">
              <a:ext uri="{FF2B5EF4-FFF2-40B4-BE49-F238E27FC236}">
                <a16:creationId xmlns:a16="http://schemas.microsoft.com/office/drawing/2014/main" id="{8D7EC378-6FF5-46B5-A0A5-8DD173A8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23" name="s15-502">
            <a:extLst xmlns:a="http://schemas.openxmlformats.org/drawingml/2006/main">
              <a:ext uri="{FF2B5EF4-FFF2-40B4-BE49-F238E27FC236}">
                <a16:creationId xmlns:a16="http://schemas.microsoft.com/office/drawing/2014/main" id="{D5C1D197-F8B0-4E88-8637-39D993B4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67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P0,#0FEH</a:t>
            </a:r>
          </a:p>
        </p:txBody>
      </p:sp>
      <p:sp>
        <p:nvSpPr>
          <p:cNvPr id="24" name="s15-503">
            <a:extLst xmlns:a="http://schemas.openxmlformats.org/drawingml/2006/main">
              <a:ext uri="{FF2B5EF4-FFF2-40B4-BE49-F238E27FC236}">
                <a16:creationId xmlns:a16="http://schemas.microsoft.com/office/drawing/2014/main" id="{09BD6714-2E24-4432-BF6D-C388A6EC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P1,#06DH</a:t>
            </a:r>
          </a:p>
        </p:txBody>
      </p:sp>
      <p:sp>
        <p:nvSpPr>
          <p:cNvPr id="25" name="s15-504">
            <a:extLst xmlns:a="http://schemas.openxmlformats.org/drawingml/2006/main">
              <a:ext uri="{FF2B5EF4-FFF2-40B4-BE49-F238E27FC236}">
                <a16:creationId xmlns:a16="http://schemas.microsoft.com/office/drawing/2014/main" id="{3139E553-1F40-4067-BDF5-75BEF1B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76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P1,#069H</a:t>
            </a:r>
          </a:p>
        </p:txBody>
      </p:sp>
      <p:sp>
        <p:nvSpPr>
          <p:cNvPr id="26" name="s15-505">
            <a:extLst xmlns:a="http://schemas.openxmlformats.org/drawingml/2006/main">
              <a:ext uri="{FF2B5EF4-FFF2-40B4-BE49-F238E27FC236}">
                <a16:creationId xmlns:a16="http://schemas.microsoft.com/office/drawing/2014/main" id="{857D72D7-4898-4F34-BDC8-441BD166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81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R1,#250</a:t>
            </a:r>
          </a:p>
        </p:txBody>
      </p:sp>
      <p:sp>
        <p:nvSpPr>
          <p:cNvPr id="27" name="s15-506">
            <a:extLst xmlns:a="http://schemas.openxmlformats.org/drawingml/2006/main">
              <a:ext uri="{FF2B5EF4-FFF2-40B4-BE49-F238E27FC236}">
                <a16:creationId xmlns:a16="http://schemas.microsoft.com/office/drawing/2014/main" id="{741B8A5C-3B81-4EBE-A101-BC075549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86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ReopenLoop:</a:t>
            </a:r>
          </a:p>
        </p:txBody>
      </p:sp>
      <p:sp>
        <p:nvSpPr>
          <p:cNvPr id="28" name="s15-507">
            <a:extLst xmlns:a="http://schemas.openxmlformats.org/drawingml/2006/main">
              <a:ext uri="{FF2B5EF4-FFF2-40B4-BE49-F238E27FC236}">
                <a16:creationId xmlns:a16="http://schemas.microsoft.com/office/drawing/2014/main" id="{98021484-D98C-4CFB-8153-F2D19755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91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P2.7,ReopenFault</a:t>
            </a:r>
          </a:p>
        </p:txBody>
      </p:sp>
      <p:sp>
        <p:nvSpPr>
          <p:cNvPr id="29" name="s15-508">
            <a:extLst xmlns:a="http://schemas.openxmlformats.org/drawingml/2006/main">
              <a:ext uri="{FF2B5EF4-FFF2-40B4-BE49-F238E27FC236}">
                <a16:creationId xmlns:a16="http://schemas.microsoft.com/office/drawing/2014/main" id="{2EB197B6-658D-44B6-A5AF-ACA7C993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96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P2.3,ReopenDone</a:t>
            </a:r>
          </a:p>
        </p:txBody>
      </p:sp>
      <p:sp>
        <p:nvSpPr>
          <p:cNvPr id="30" name="s15-509">
            <a:extLst xmlns:a="http://schemas.openxmlformats.org/drawingml/2006/main">
              <a:ext uri="{FF2B5EF4-FFF2-40B4-BE49-F238E27FC236}">
                <a16:creationId xmlns:a16="http://schemas.microsoft.com/office/drawing/2014/main" id="{4718B77B-77B7-4758-A6E9-B6E9A9C6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00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31" name="s15-510">
            <a:extLst xmlns:a="http://schemas.openxmlformats.org/drawingml/2006/main">
              <a:ext uri="{FF2B5EF4-FFF2-40B4-BE49-F238E27FC236}">
                <a16:creationId xmlns:a16="http://schemas.microsoft.com/office/drawing/2014/main" id="{2C5AA6B2-AA7B-4F9E-9F43-A9693A69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05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DJNZ R1,ReopenLoop</a:t>
            </a:r>
          </a:p>
        </p:txBody>
      </p:sp>
      <p:sp>
        <p:nvSpPr>
          <p:cNvPr id="32" name="s15-511">
            <a:extLst xmlns:a="http://schemas.openxmlformats.org/drawingml/2006/main">
              <a:ext uri="{FF2B5EF4-FFF2-40B4-BE49-F238E27FC236}">
                <a16:creationId xmlns:a16="http://schemas.microsoft.com/office/drawing/2014/main" id="{2887B40E-995F-4A51-847D-DC08DC01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010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ReopenFault:</a:t>
            </a:r>
          </a:p>
        </p:txBody>
      </p:sp>
      <p:sp>
        <p:nvSpPr>
          <p:cNvPr id="33" name="s15-512">
            <a:extLst xmlns:a="http://schemas.openxmlformats.org/drawingml/2006/main">
              <a:ext uri="{FF2B5EF4-FFF2-40B4-BE49-F238E27FC236}">
                <a16:creationId xmlns:a16="http://schemas.microsoft.com/office/drawing/2014/main" id="{355F127E-9275-46BD-B4CC-DD0EF93A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315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34" name="s15-513">
            <a:extLst xmlns:a="http://schemas.openxmlformats.org/drawingml/2006/main">
              <a:ext uri="{FF2B5EF4-FFF2-40B4-BE49-F238E27FC236}">
                <a16:creationId xmlns:a16="http://schemas.microsoft.com/office/drawing/2014/main" id="{98F177A6-C234-41B2-A88F-4998D23E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ReopenDone:</a:t>
            </a:r>
          </a:p>
        </p:txBody>
      </p:sp>
      <p:sp>
        <p:nvSpPr>
          <p:cNvPr id="35" name="s15-514">
            <a:extLst xmlns:a="http://schemas.openxmlformats.org/drawingml/2006/main">
              <a:ext uri="{FF2B5EF4-FFF2-40B4-BE49-F238E27FC236}">
                <a16:creationId xmlns:a16="http://schemas.microsoft.com/office/drawing/2014/main" id="{D41AB854-4C1E-47A5-BC1A-645C058C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924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HoldState</a:t>
            </a:r>
          </a:p>
        </p:txBody>
      </p:sp>
    </p:spTree>
    <p:extLst>
      <p:ext uri="{BB962C8B-B14F-4D97-AF65-F5344CB8AC3E}">
        <p14:creationId xmlns:p14="http://schemas.microsoft.com/office/powerpoint/2010/main" val="3267681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16-515">
            <a:extLst xmlns:a="http://schemas.openxmlformats.org/drawingml/2006/main">
              <a:ext uri="{FF2B5EF4-FFF2-40B4-BE49-F238E27FC236}">
                <a16:creationId xmlns:a16="http://schemas.microsoft.com/office/drawing/2014/main" id="{7D410D38-1CDC-48A3-88FC-71DB20DF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หยุดเมื่อพบความผิดปกติ</a:t>
            </a:r>
          </a:p>
        </p:txBody>
      </p:sp>
      <p:sp>
        <p:nvSpPr>
          <p:cNvPr id="2" name="s16-516">
            <a:extLst xmlns:a="http://schemas.openxmlformats.org/drawingml/2006/main">
              <a:ext uri="{FF2B5EF4-FFF2-40B4-BE49-F238E27FC236}">
                <a16:creationId xmlns:a16="http://schemas.microsoft.com/office/drawing/2014/main" id="{9CBA73F4-1F5C-4892-B614-2AE73333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FAULT จากเฟิร์มแวร์ฉบับสอน</a:t>
            </a:r>
          </a:p>
        </p:txBody>
      </p:sp>
      <p:sp>
        <p:nvSpPr>
          <p:cNvPr id="3" name="s16-517">
            <a:extLst xmlns:a="http://schemas.openxmlformats.org/drawingml/2006/main">
              <a:ext uri="{FF2B5EF4-FFF2-40B4-BE49-F238E27FC236}">
                <a16:creationId xmlns:a16="http://schemas.microsoft.com/office/drawing/2014/main" id="{C41D53D5-9A61-4B71-A487-174CD5E9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6-518">
            <a:extLst xmlns:a="http://schemas.openxmlformats.org/drawingml/2006/main">
              <a:ext uri="{FF2B5EF4-FFF2-40B4-BE49-F238E27FC236}">
                <a16:creationId xmlns:a16="http://schemas.microsoft.com/office/drawing/2014/main" id="{56E254CA-A150-4CDF-ACB9-507A10A0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5" name="s16-519">
            <a:extLst xmlns:a="http://schemas.openxmlformats.org/drawingml/2006/main">
              <a:ext uri="{FF2B5EF4-FFF2-40B4-BE49-F238E27FC236}">
                <a16:creationId xmlns:a16="http://schemas.microsoft.com/office/drawing/2014/main" id="{D7C5AC64-6A0F-41D4-865C-C9043AC6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16-520">
            <a:extLst xmlns:a="http://schemas.openxmlformats.org/drawingml/2006/main">
              <a:ext uri="{FF2B5EF4-FFF2-40B4-BE49-F238E27FC236}">
                <a16:creationId xmlns:a16="http://schemas.microsoft.com/office/drawing/2014/main" id="{4D4F7570-DB7F-4BA8-A4EF-5925FF8D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พบความผิดปกติ</a:t>
            </a:r>
          </a:p>
        </p:txBody>
      </p:sp>
      <p:sp>
        <p:nvSpPr>
          <p:cNvPr id="7" name="s16-521">
            <a:extLst xmlns:a="http://schemas.openxmlformats.org/drawingml/2006/main">
              <a:ext uri="{FF2B5EF4-FFF2-40B4-BE49-F238E27FC236}">
                <a16:creationId xmlns:a16="http://schemas.microsoft.com/office/drawing/2014/main" id="{5CAC61A7-26C3-4652-A397-C4EE5E62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485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16-522">
            <a:extLst xmlns:a="http://schemas.openxmlformats.org/drawingml/2006/main">
              <a:ext uri="{FF2B5EF4-FFF2-40B4-BE49-F238E27FC236}">
                <a16:creationId xmlns:a16="http://schemas.microsoft.com/office/drawing/2014/main" id="{704754E9-168B-48DB-A378-075AF2E3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FAULT</a:t>
            </a:r>
          </a:p>
        </p:txBody>
      </p:sp>
      <p:sp>
        <p:nvSpPr>
          <p:cNvPr id="9" name="s16-523">
            <a:extLst xmlns:a="http://schemas.openxmlformats.org/drawingml/2006/main">
              <a:ext uri="{FF2B5EF4-FFF2-40B4-BE49-F238E27FC236}">
                <a16:creationId xmlns:a16="http://schemas.microsoft.com/office/drawing/2014/main" id="{0F4D8475-1A6B-4F59-A264-B479D802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16-524">
            <a:extLst xmlns:a="http://schemas.openxmlformats.org/drawingml/2006/main">
              <a:ext uri="{FF2B5EF4-FFF2-40B4-BE49-F238E27FC236}">
                <a16:creationId xmlns:a16="http://schemas.microsoft.com/office/drawing/2014/main" id="{70AB591F-8CF6-47BB-9868-90533369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0225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START</a:t>
            </a:r>
          </a:p>
        </p:txBody>
      </p:sp>
      <p:sp>
        <p:nvSpPr>
          <p:cNvPr id="11" name="s16-525">
            <a:extLst xmlns:a="http://schemas.openxmlformats.org/drawingml/2006/main">
              <a:ext uri="{FF2B5EF4-FFF2-40B4-BE49-F238E27FC236}">
                <a16:creationId xmlns:a16="http://schemas.microsoft.com/office/drawing/2014/main" id="{BF88972A-2936-4F49-A934-CF800C3C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5757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16-526">
            <a:extLst xmlns:a="http://schemas.openxmlformats.org/drawingml/2006/main">
              <a:ext uri="{FF2B5EF4-FFF2-40B4-BE49-F238E27FC236}">
                <a16:creationId xmlns:a16="http://schemas.microsoft.com/office/drawing/2014/main" id="{70CB4832-3645-49B9-A251-CDB446D9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029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16-527">
            <a:extLst xmlns:a="http://schemas.openxmlformats.org/drawingml/2006/main">
              <a:ext uri="{FF2B5EF4-FFF2-40B4-BE49-F238E27FC236}">
                <a16:creationId xmlns:a16="http://schemas.microsoft.com/office/drawing/2014/main" id="{E2546F37-AC5E-45B0-8FF0-25560A6A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16-528">
            <a:extLst xmlns:a="http://schemas.openxmlformats.org/drawingml/2006/main">
              <a:ext uri="{FF2B5EF4-FFF2-40B4-BE49-F238E27FC236}">
                <a16:creationId xmlns:a16="http://schemas.microsoft.com/office/drawing/2014/main" id="{DF4AAD37-FEE4-4DC4-BD4F-EA6AA111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5495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16-529">
            <a:extLst xmlns:a="http://schemas.openxmlformats.org/drawingml/2006/main">
              <a:ext uri="{FF2B5EF4-FFF2-40B4-BE49-F238E27FC236}">
                <a16:creationId xmlns:a16="http://schemas.microsoft.com/office/drawing/2014/main" id="{C418D637-D552-4B1C-8B91-9BD4F58F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34175"/>
            <a:ext cx="5467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P0 = FFH    P1 = 6CH</a:t>
            </a:r>
          </a:p>
        </p:txBody>
      </p:sp>
      <p:sp>
        <p:nvSpPr>
          <p:cNvPr id="16" name="s16-530">
            <a:extLst xmlns:a="http://schemas.openxmlformats.org/drawingml/2006/main">
              <a:ext uri="{FF2B5EF4-FFF2-40B4-BE49-F238E27FC236}">
                <a16:creationId xmlns:a16="http://schemas.microsoft.com/office/drawing/2014/main" id="{20EF1B47-7718-4BCA-85EC-8470BF08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524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ตัดแรงขับ คงไฟแดงและเสียง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ต้องปล่อยแล้วกด Reset ใหม่</a:t>
            </a:r>
          </a:p>
        </p:txBody>
      </p:sp>
      <p:sp>
        <p:nvSpPr>
          <p:cNvPr id="17" name="s16-531">
            <a:extLst xmlns:a="http://schemas.openxmlformats.org/drawingml/2006/main">
              <a:ext uri="{FF2B5EF4-FFF2-40B4-BE49-F238E27FC236}">
                <a16:creationId xmlns:a16="http://schemas.microsoft.com/office/drawing/2014/main" id="{ECCC9940-3541-43E5-8F33-CA997855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10575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กลับไปตรวจตำแหน่งก่อนเริ่มงาน</a:t>
            </a:r>
          </a:p>
        </p:txBody>
      </p:sp>
      <p:sp>
        <p:nvSpPr>
          <p:cNvPr id="18" name="s16-532">
            <a:extLst xmlns:a="http://schemas.openxmlformats.org/drawingml/2006/main">
              <a:ext uri="{FF2B5EF4-FFF2-40B4-BE49-F238E27FC236}">
                <a16:creationId xmlns:a16="http://schemas.microsoft.com/office/drawing/2014/main" id="{AEF44DE2-F9AC-44AA-86A6-14C34CC7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9" name="s16-533">
            <a:extLst xmlns:a="http://schemas.openxmlformats.org/drawingml/2006/main">
              <a:ext uri="{FF2B5EF4-FFF2-40B4-BE49-F238E27FC236}">
                <a16:creationId xmlns:a16="http://schemas.microsoft.com/office/drawing/2014/main" id="{15C26E68-34A7-47E9-ABC8-CEBA2E44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โค้ดส่วนสำคัญของสถานะ</a:t>
            </a:r>
          </a:p>
        </p:txBody>
      </p:sp>
      <p:sp>
        <p:nvSpPr>
          <p:cNvPr id="20" name="s16-534">
            <a:extLst xmlns:a="http://schemas.openxmlformats.org/drawingml/2006/main">
              <a:ext uri="{FF2B5EF4-FFF2-40B4-BE49-F238E27FC236}">
                <a16:creationId xmlns:a16="http://schemas.microsoft.com/office/drawing/2014/main" id="{5E96CE99-7137-4381-B968-EBABDDE0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21" name="s16-535">
            <a:extLst xmlns:a="http://schemas.openxmlformats.org/drawingml/2006/main">
              <a:ext uri="{FF2B5EF4-FFF2-40B4-BE49-F238E27FC236}">
                <a16:creationId xmlns:a16="http://schemas.microsoft.com/office/drawing/2014/main" id="{FDBD8ED9-5AE8-43FD-9C9C-D7D58E1E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FaultState:</a:t>
            </a:r>
          </a:p>
        </p:txBody>
      </p:sp>
      <p:sp>
        <p:nvSpPr>
          <p:cNvPr id="22" name="s16-536">
            <a:extLst xmlns:a="http://schemas.openxmlformats.org/drawingml/2006/main">
              <a:ext uri="{FF2B5EF4-FFF2-40B4-BE49-F238E27FC236}">
                <a16:creationId xmlns:a16="http://schemas.microsoft.com/office/drawing/2014/main" id="{0043B853-876A-4B12-8BB3-03ED0154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23" name="s16-537">
            <a:extLst xmlns:a="http://schemas.openxmlformats.org/drawingml/2006/main">
              <a:ext uri="{FF2B5EF4-FFF2-40B4-BE49-F238E27FC236}">
                <a16:creationId xmlns:a16="http://schemas.microsoft.com/office/drawing/2014/main" id="{36D6BA2C-901D-4079-95C5-2FC2E0EE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67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P0,#0FFH</a:t>
            </a:r>
          </a:p>
        </p:txBody>
      </p:sp>
      <p:sp>
        <p:nvSpPr>
          <p:cNvPr id="24" name="s16-538">
            <a:extLst xmlns:a="http://schemas.openxmlformats.org/drawingml/2006/main">
              <a:ext uri="{FF2B5EF4-FFF2-40B4-BE49-F238E27FC236}">
                <a16:creationId xmlns:a16="http://schemas.microsoft.com/office/drawing/2014/main" id="{67D885BC-9343-4CD6-B596-9D6BA043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P1,#06CH</a:t>
            </a:r>
          </a:p>
        </p:txBody>
      </p:sp>
      <p:sp>
        <p:nvSpPr>
          <p:cNvPr id="25" name="s16-539">
            <a:extLst xmlns:a="http://schemas.openxmlformats.org/drawingml/2006/main">
              <a:ext uri="{FF2B5EF4-FFF2-40B4-BE49-F238E27FC236}">
                <a16:creationId xmlns:a16="http://schemas.microsoft.com/office/drawing/2014/main" id="{23F2F186-6FB3-4262-8836-9A29DEF6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76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FaultRelease:</a:t>
            </a:r>
          </a:p>
        </p:txBody>
      </p:sp>
      <p:sp>
        <p:nvSpPr>
          <p:cNvPr id="26" name="s16-540">
            <a:extLst xmlns:a="http://schemas.openxmlformats.org/drawingml/2006/main">
              <a:ext uri="{FF2B5EF4-FFF2-40B4-BE49-F238E27FC236}">
                <a16:creationId xmlns:a16="http://schemas.microsoft.com/office/drawing/2014/main" id="{472B9296-BCE5-4124-A362-ED334D4F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81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P2.6,FaultRelease</a:t>
            </a:r>
          </a:p>
        </p:txBody>
      </p:sp>
      <p:sp>
        <p:nvSpPr>
          <p:cNvPr id="27" name="s16-541">
            <a:extLst xmlns:a="http://schemas.openxmlformats.org/drawingml/2006/main">
              <a:ext uri="{FF2B5EF4-FFF2-40B4-BE49-F238E27FC236}">
                <a16:creationId xmlns:a16="http://schemas.microsoft.com/office/drawing/2014/main" id="{78A3B0C5-0B5A-4EBA-B8E5-F54E5D7E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86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FaultLoop:</a:t>
            </a:r>
          </a:p>
        </p:txBody>
      </p:sp>
      <p:sp>
        <p:nvSpPr>
          <p:cNvPr id="28" name="s16-542">
            <a:extLst xmlns:a="http://schemas.openxmlformats.org/drawingml/2006/main">
              <a:ext uri="{FF2B5EF4-FFF2-40B4-BE49-F238E27FC236}">
                <a16:creationId xmlns:a16="http://schemas.microsoft.com/office/drawing/2014/main" id="{165BA24D-F0FF-4D9A-9640-5114A545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91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P2.6,FaultCheck</a:t>
            </a:r>
          </a:p>
        </p:txBody>
      </p:sp>
      <p:sp>
        <p:nvSpPr>
          <p:cNvPr id="29" name="s16-543">
            <a:extLst xmlns:a="http://schemas.openxmlformats.org/drawingml/2006/main">
              <a:ext uri="{FF2B5EF4-FFF2-40B4-BE49-F238E27FC236}">
                <a16:creationId xmlns:a16="http://schemas.microsoft.com/office/drawing/2014/main" id="{B14D82EA-23DF-42FE-953B-6F41DBD2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96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SJMP FaultLoop</a:t>
            </a:r>
          </a:p>
        </p:txBody>
      </p:sp>
      <p:sp>
        <p:nvSpPr>
          <p:cNvPr id="30" name="s16-544">
            <a:extLst xmlns:a="http://schemas.openxmlformats.org/drawingml/2006/main">
              <a:ext uri="{FF2B5EF4-FFF2-40B4-BE49-F238E27FC236}">
                <a16:creationId xmlns:a16="http://schemas.microsoft.com/office/drawing/2014/main" id="{07FCCDAD-45D7-44B0-AB22-A2E1DC2C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00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FaultCheck:</a:t>
            </a:r>
          </a:p>
        </p:txBody>
      </p:sp>
      <p:sp>
        <p:nvSpPr>
          <p:cNvPr id="31" name="s16-545">
            <a:extLst xmlns:a="http://schemas.openxmlformats.org/drawingml/2006/main">
              <a:ext uri="{FF2B5EF4-FFF2-40B4-BE49-F238E27FC236}">
                <a16:creationId xmlns:a16="http://schemas.microsoft.com/office/drawing/2014/main" id="{F55E4AA8-3EEB-426C-A6A0-EBF485AF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05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32" name="s16-546">
            <a:extLst xmlns:a="http://schemas.openxmlformats.org/drawingml/2006/main">
              <a:ext uri="{FF2B5EF4-FFF2-40B4-BE49-F238E27FC236}">
                <a16:creationId xmlns:a16="http://schemas.microsoft.com/office/drawing/2014/main" id="{4B42F552-8751-4AC4-A9FD-1BAF735E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010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P2.6,FaultLoop</a:t>
            </a:r>
          </a:p>
        </p:txBody>
      </p:sp>
      <p:sp>
        <p:nvSpPr>
          <p:cNvPr id="33" name="s16-547">
            <a:extLst xmlns:a="http://schemas.openxmlformats.org/drawingml/2006/main">
              <a:ext uri="{FF2B5EF4-FFF2-40B4-BE49-F238E27FC236}">
                <a16:creationId xmlns:a16="http://schemas.microsoft.com/office/drawing/2014/main" id="{B0085B8B-9203-4009-B269-8559663B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315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P2.7,FaultLoop</a:t>
            </a:r>
          </a:p>
        </p:txBody>
      </p:sp>
      <p:sp>
        <p:nvSpPr>
          <p:cNvPr id="34" name="s16-548">
            <a:extLst xmlns:a="http://schemas.openxmlformats.org/drawingml/2006/main">
              <a:ext uri="{FF2B5EF4-FFF2-40B4-BE49-F238E27FC236}">
                <a16:creationId xmlns:a16="http://schemas.microsoft.com/office/drawing/2014/main" id="{6B6507A0-0708-4999-BB57-E78186F0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P2.2,FaultLoop</a:t>
            </a:r>
          </a:p>
        </p:txBody>
      </p:sp>
      <p:sp>
        <p:nvSpPr>
          <p:cNvPr id="35" name="s16-549">
            <a:extLst xmlns:a="http://schemas.openxmlformats.org/drawingml/2006/main">
              <a:ext uri="{FF2B5EF4-FFF2-40B4-BE49-F238E27FC236}">
                <a16:creationId xmlns:a16="http://schemas.microsoft.com/office/drawing/2014/main" id="{D08D6EEA-CFB1-4E64-9E45-DEC70B63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924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P2.5,FaultLoop</a:t>
            </a:r>
          </a:p>
        </p:txBody>
      </p:sp>
      <p:sp>
        <p:nvSpPr>
          <p:cNvPr id="36" name="s16-550">
            <a:extLst xmlns:a="http://schemas.openxmlformats.org/drawingml/2006/main">
              <a:ext uri="{FF2B5EF4-FFF2-40B4-BE49-F238E27FC236}">
                <a16:creationId xmlns:a16="http://schemas.microsoft.com/office/drawing/2014/main" id="{99B9C8D0-3048-41AB-A2D6-427353A7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229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START</a:t>
            </a:r>
          </a:p>
        </p:txBody>
      </p:sp>
    </p:spTree>
    <p:extLst>
      <p:ext uri="{BB962C8B-B14F-4D97-AF65-F5344CB8AC3E}">
        <p14:creationId xmlns:p14="http://schemas.microsoft.com/office/powerpoint/2010/main" val="16452301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17-551">
            <a:extLst xmlns:a="http://schemas.openxmlformats.org/drawingml/2006/main">
              <a:ext uri="{FF2B5EF4-FFF2-40B4-BE49-F238E27FC236}">
                <a16:creationId xmlns:a16="http://schemas.microsoft.com/office/drawing/2014/main" id="{BACCD48E-20B0-475A-818B-5962CA93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เฟิร์มแวร์สองฉบับของโครงงาน</a:t>
            </a:r>
          </a:p>
        </p:txBody>
      </p:sp>
      <p:sp>
        <p:nvSpPr>
          <p:cNvPr id="2" name="s17-552">
            <a:extLst xmlns:a="http://schemas.openxmlformats.org/drawingml/2006/main">
              <a:ext uri="{FF2B5EF4-FFF2-40B4-BE49-F238E27FC236}">
                <a16:creationId xmlns:a16="http://schemas.microsoft.com/office/drawing/2014/main" id="{79FE49FB-3D4D-448C-86B1-8B982DC7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แยกรูปแบบการสอนออกจากฉบับที่เพิ่มการตรวจความผิดปกติ</a:t>
            </a:r>
          </a:p>
        </p:txBody>
      </p:sp>
      <p:sp>
        <p:nvSpPr>
          <p:cNvPr id="3" name="s17-553">
            <a:extLst xmlns:a="http://schemas.openxmlformats.org/drawingml/2006/main">
              <a:ext uri="{FF2B5EF4-FFF2-40B4-BE49-F238E27FC236}">
                <a16:creationId xmlns:a16="http://schemas.microsoft.com/office/drawing/2014/main" id="{01969825-02B5-4CC4-A7D1-A10FD4EF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7-554">
            <a:extLst xmlns:a="http://schemas.openxmlformats.org/drawingml/2006/main">
              <a:ext uri="{FF2B5EF4-FFF2-40B4-BE49-F238E27FC236}">
                <a16:creationId xmlns:a16="http://schemas.microsoft.com/office/drawing/2014/main" id="{14E29512-3D0E-4FB6-A162-6022FF1C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5" name="s17-555">
            <a:extLst xmlns:a="http://schemas.openxmlformats.org/drawingml/2006/main">
              <a:ext uri="{FF2B5EF4-FFF2-40B4-BE49-F238E27FC236}">
                <a16:creationId xmlns:a16="http://schemas.microsoft.com/office/drawing/2014/main" id="{946C9306-4865-44AC-A9B6-FC5A9FE7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776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ฉบับสอน</a:t>
            </a:r>
          </a:p>
        </p:txBody>
      </p:sp>
      <p:sp>
        <p:nvSpPr>
          <p:cNvPr id="6" name="s17-556">
            <a:extLst xmlns:a="http://schemas.openxmlformats.org/drawingml/2006/main">
              <a:ext uri="{FF2B5EF4-FFF2-40B4-BE49-F238E27FC236}">
                <a16:creationId xmlns:a16="http://schemas.microsoft.com/office/drawing/2014/main" id="{0042CF17-DC1F-44FB-8394-9910725B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775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SLIDING_DOOR_CLASSROOM.asm</a:t>
            </a:r>
          </a:p>
        </p:txBody>
      </p:sp>
      <p:sp>
        <p:nvSpPr>
          <p:cNvPr id="7" name="s17-557">
            <a:extLst xmlns:a="http://schemas.openxmlformats.org/drawingml/2006/main">
              <a:ext uri="{FF2B5EF4-FFF2-40B4-BE49-F238E27FC236}">
                <a16:creationId xmlns:a16="http://schemas.microsoft.com/office/drawing/2014/main" id="{DF6D9B7C-7723-42D1-90B3-5BBC792A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775335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ตั้งค่าพอร์ตทีละสถานะ</a:t>
            </a:r>
          </a:p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เรียก Delay รอบละ 20 ms</a:t>
            </a:r>
          </a:p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ใช้ JB และ JNB ตรวจอินพุต</a:t>
            </a:r>
          </a:p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ผ่านการจำลอง 20 เคส</a:t>
            </a:r>
          </a:p>
        </p:txBody>
      </p:sp>
      <p:sp>
        <p:nvSpPr>
          <p:cNvPr id="8" name="s17-558">
            <a:extLst xmlns:a="http://schemas.openxmlformats.org/drawingml/2006/main">
              <a:ext uri="{FF2B5EF4-FFF2-40B4-BE49-F238E27FC236}">
                <a16:creationId xmlns:a16="http://schemas.microsoft.com/office/drawing/2014/main" id="{4F78246B-2E64-4EBC-8E91-8747AA65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67025"/>
            <a:ext cx="95" cy="5133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9" name="s17-559">
            <a:extLst xmlns:a="http://schemas.openxmlformats.org/drawingml/2006/main">
              <a:ext uri="{FF2B5EF4-FFF2-40B4-BE49-F238E27FC236}">
                <a16:creationId xmlns:a16="http://schemas.microsoft.com/office/drawing/2014/main" id="{5739651B-D0D0-4565-9099-176C9D89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86075"/>
            <a:ext cx="7372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ฉบับขยาย</a:t>
            </a:r>
          </a:p>
        </p:txBody>
      </p:sp>
      <p:sp>
        <p:nvSpPr>
          <p:cNvPr id="10" name="s17-560">
            <a:extLst xmlns:a="http://schemas.openxmlformats.org/drawingml/2006/main">
              <a:ext uri="{FF2B5EF4-FFF2-40B4-BE49-F238E27FC236}">
                <a16:creationId xmlns:a16="http://schemas.microsoft.com/office/drawing/2014/main" id="{429BBA56-E547-481E-A918-3EB333AA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737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SLIDING_DOOR.asm</a:t>
            </a:r>
          </a:p>
        </p:txBody>
      </p:sp>
      <p:sp>
        <p:nvSpPr>
          <p:cNvPr id="11" name="s17-561">
            <a:extLst xmlns:a="http://schemas.openxmlformats.org/drawingml/2006/main">
              <a:ext uri="{FF2B5EF4-FFF2-40B4-BE49-F238E27FC236}">
                <a16:creationId xmlns:a16="http://schemas.microsoft.com/office/drawing/2014/main" id="{B16CDE59-D8D3-4C2D-B818-51B89678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05350"/>
            <a:ext cx="737235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ใช้ Timer 0 สร้างจังหวะ 10 ms</a:t>
            </a:r>
          </a:p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อ่านสัญญาณอันตรายระหว่างรอ</a:t>
            </a:r>
          </a:p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เพิ่มการตรวจลิมิตค้าง 500 ms</a:t>
            </a:r>
          </a:p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ผ่านการจำลอง 36 เคส</a:t>
            </a:r>
          </a:p>
        </p:txBody>
      </p:sp>
      <p:sp>
        <p:nvSpPr>
          <p:cNvPr id="12" name="s17-562">
            <a:extLst xmlns:a="http://schemas.openxmlformats.org/drawingml/2006/main">
              <a:ext uri="{FF2B5EF4-FFF2-40B4-BE49-F238E27FC236}">
                <a16:creationId xmlns:a16="http://schemas.microsoft.com/office/drawing/2014/main" id="{42F6DFB3-CC09-480C-BB30-D4943950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58150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สไลด์โค้ดก่อนหน้านี้อ้างอิงฉบับสอน ผลทดสอบ 36 เคสเป็นของฉบับขยาย</a:t>
            </a:r>
          </a:p>
        </p:txBody>
      </p:sp>
    </p:spTree>
    <p:extLst>
      <p:ext uri="{BB962C8B-B14F-4D97-AF65-F5344CB8AC3E}">
        <p14:creationId xmlns:p14="http://schemas.microsoft.com/office/powerpoint/2010/main" val="9236177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18-563">
            <a:extLst xmlns:a="http://schemas.openxmlformats.org/drawingml/2006/main">
              <a:ext uri="{FF2B5EF4-FFF2-40B4-BE49-F238E27FC236}">
                <a16:creationId xmlns:a16="http://schemas.microsoft.com/office/drawing/2014/main" id="{9E9D4BFC-1B03-4923-89B6-F30D0AA5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ผลการจำลองฉบับขยาย</a:t>
            </a:r>
          </a:p>
        </p:txBody>
      </p:sp>
      <p:sp>
        <p:nvSpPr>
          <p:cNvPr id="2" name="s18-564">
            <a:extLst xmlns:a="http://schemas.openxmlformats.org/drawingml/2006/main">
              <a:ext uri="{FF2B5EF4-FFF2-40B4-BE49-F238E27FC236}">
                <a16:creationId xmlns:a16="http://schemas.microsoft.com/office/drawing/2014/main" id="{9E82D3A2-7D7D-4E27-A3A7-9F1B3A65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รายงาน TEST_RESULTS.md จาก assembler และ CPU ของ EdSim51 2.1.39</a:t>
            </a:r>
          </a:p>
        </p:txBody>
      </p:sp>
      <p:sp>
        <p:nvSpPr>
          <p:cNvPr id="3" name="s18-565">
            <a:extLst xmlns:a="http://schemas.openxmlformats.org/drawingml/2006/main">
              <a:ext uri="{FF2B5EF4-FFF2-40B4-BE49-F238E27FC236}">
                <a16:creationId xmlns:a16="http://schemas.microsoft.com/office/drawing/2014/main" id="{A6F398BD-3D7E-433C-83D2-4D017B53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8-566">
            <a:extLst xmlns:a="http://schemas.openxmlformats.org/drawingml/2006/main">
              <a:ext uri="{FF2B5EF4-FFF2-40B4-BE49-F238E27FC236}">
                <a16:creationId xmlns:a16="http://schemas.microsoft.com/office/drawing/2014/main" id="{32604FCE-FA79-4F72-849E-41C687E9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5" name="s18-567">
            <a:extLst xmlns:a="http://schemas.openxmlformats.org/drawingml/2006/main">
              <a:ext uri="{FF2B5EF4-FFF2-40B4-BE49-F238E27FC236}">
                <a16:creationId xmlns:a16="http://schemas.microsoft.com/office/drawing/2014/main" id="{EC8AB3B7-A9DC-44B2-9ACC-E29CEE48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16459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ผ่าน 36 เคส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914400" y="4000500"/>
          <a:ext xmlns:a="http://schemas.openxmlformats.org/drawingml/2006/main" cx="16459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477250"/>
                <a:gridCol w="3619500"/>
                <a:gridCol w="4362450"/>
              </a:tblGrid>
              <a:tr h="685800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25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ช่วงเวลาที่ตรวจ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ค่าออกแบบ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ค่าจำลอง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</a:tr>
              <a:tr h="685800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ยืนยันปุ่มเปิด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20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24.854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หยุดก่อนเปิดกลับ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200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209.795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ทางผ่านว่างก่อนปิด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3.000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3.019788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ลิมิตต้นทางยังไม่ปล่อย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500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509.988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เดินทางไม่ถึงปลายทาง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5.000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5.009978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8-568">
            <a:extLst xmlns:a="http://schemas.openxmlformats.org/drawingml/2006/main">
              <a:ext uri="{FF2B5EF4-FFF2-40B4-BE49-F238E27FC236}">
                <a16:creationId xmlns:a16="http://schemas.microsoft.com/office/drawing/2014/main" id="{C72B89EA-CCC1-49A2-8690-37D2BB62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582025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ตรวจ 41,686,115 คำสั่ง    P2 latch คง FFH    IN1 และ IN2 ไม่เป็น 1 พร้อมกันหลังเขียน P1 ครั้งแรก</a:t>
            </a:r>
          </a:p>
        </p:txBody>
      </p:sp>
    </p:spTree>
    <p:extLst>
      <p:ext uri="{BB962C8B-B14F-4D97-AF65-F5344CB8AC3E}">
        <p14:creationId xmlns:p14="http://schemas.microsoft.com/office/powerpoint/2010/main" val="20357940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19-569">
            <a:extLst xmlns:a="http://schemas.openxmlformats.org/drawingml/2006/main">
              <a:ext uri="{FF2B5EF4-FFF2-40B4-BE49-F238E27FC236}">
                <a16:creationId xmlns:a16="http://schemas.microsoft.com/office/drawing/2014/main" id="{2E15B93B-2ED0-4540-81DE-C7890C97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ผลการจำลองฉบับสอน</a:t>
            </a:r>
          </a:p>
        </p:txBody>
      </p:sp>
      <p:sp>
        <p:nvSpPr>
          <p:cNvPr id="2" name="s19-570">
            <a:extLst xmlns:a="http://schemas.openxmlformats.org/drawingml/2006/main">
              <a:ext uri="{FF2B5EF4-FFF2-40B4-BE49-F238E27FC236}">
                <a16:creationId xmlns:a16="http://schemas.microsoft.com/office/drawing/2014/main" id="{EE55FB24-6380-4338-8BAD-1E1F989B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รายงาน TEST_RESULTS_CLASSROOM.md ตรงกับรูปแบบโค้ดบนสไลด์</a:t>
            </a:r>
          </a:p>
        </p:txBody>
      </p:sp>
      <p:sp>
        <p:nvSpPr>
          <p:cNvPr id="3" name="s19-571">
            <a:extLst xmlns:a="http://schemas.openxmlformats.org/drawingml/2006/main">
              <a:ext uri="{FF2B5EF4-FFF2-40B4-BE49-F238E27FC236}">
                <a16:creationId xmlns:a16="http://schemas.microsoft.com/office/drawing/2014/main" id="{262F49EB-7504-4308-A518-EF8293A6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9-572">
            <a:extLst xmlns:a="http://schemas.openxmlformats.org/drawingml/2006/main">
              <a:ext uri="{FF2B5EF4-FFF2-40B4-BE49-F238E27FC236}">
                <a16:creationId xmlns:a16="http://schemas.microsoft.com/office/drawing/2014/main" id="{877D4084-67EC-4DF6-A768-FC172847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  <p:sp>
        <p:nvSpPr>
          <p:cNvPr id="5" name="s19-573">
            <a:extLst xmlns:a="http://schemas.openxmlformats.org/drawingml/2006/main">
              <a:ext uri="{FF2B5EF4-FFF2-40B4-BE49-F238E27FC236}">
                <a16:creationId xmlns:a16="http://schemas.microsoft.com/office/drawing/2014/main" id="{C70B951A-9E50-461D-BC43-1DF07873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16459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ผ่าน 20 เคส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914400" y="4000500"/>
          <a:ext xmlns:a="http://schemas.openxmlformats.org/drawingml/2006/main" cx="164592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477250"/>
                <a:gridCol w="3619500"/>
                <a:gridCol w="4362450"/>
              </a:tblGrid>
              <a:tr h="762000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25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ช่วงเวลาที่ตรวจ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ค่าออกแบบ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ค่าจำลอง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</a:tr>
              <a:tr h="762000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หยุดนิ่งรวมการยืนยันปุ่ม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220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220.180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หยุดก่อนกลับทิศ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200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200.179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ทางผ่านว่างก่อนปิด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3.000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3.004059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เดินทางเกินเวลาขณะเปิด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5.000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25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5.004761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9-574">
            <a:extLst xmlns:a="http://schemas.openxmlformats.org/drawingml/2006/main">
              <a:ext uri="{FF2B5EF4-FFF2-40B4-BE49-F238E27FC236}">
                <a16:creationId xmlns:a16="http://schemas.microsoft.com/office/drawing/2014/main" id="{06B384F8-CF83-4141-8F21-FBF94B4C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81950"/>
            <a:ext cx="16459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ตรวจ 22,006,035 คำสั่ง และยืนยันว่าการเปลี่ยนทิศเกิดขณะตัดแรงขับเท่านั้น</a:t>
            </a:r>
          </a:p>
        </p:txBody>
      </p:sp>
      <p:sp>
        <p:nvSpPr>
          <p:cNvPr id="8" name="s19-575">
            <a:extLst xmlns:a="http://schemas.openxmlformats.org/drawingml/2006/main">
              <a:ext uri="{FF2B5EF4-FFF2-40B4-BE49-F238E27FC236}">
                <a16:creationId xmlns:a16="http://schemas.microsoft.com/office/drawing/2014/main" id="{643B5601-6F46-419E-ADCF-1E6752F8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553450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ผลทั้งสองฉบับเป็นเวลาจำลอง ไม่ยืนยันแรงหนีบ ระยะหยุด หรือความปลอดภัยของประตูจริง</a:t>
            </a:r>
          </a:p>
        </p:txBody>
      </p:sp>
    </p:spTree>
    <p:extLst>
      <p:ext uri="{BB962C8B-B14F-4D97-AF65-F5344CB8AC3E}">
        <p14:creationId xmlns:p14="http://schemas.microsoft.com/office/powerpoint/2010/main" val="3276182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20-576">
            <a:extLst xmlns:a="http://schemas.openxmlformats.org/drawingml/2006/main">
              <a:ext uri="{FF2B5EF4-FFF2-40B4-BE49-F238E27FC236}">
                <a16:creationId xmlns:a16="http://schemas.microsoft.com/office/drawing/2014/main" id="{B1AF336D-4AC5-48DE-B209-EAD96C97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สรุปและการทดสอบขั้นต่อไป</a:t>
            </a:r>
          </a:p>
        </p:txBody>
      </p:sp>
      <p:sp>
        <p:nvSpPr>
          <p:cNvPr id="2" name="s20-577">
            <a:extLst xmlns:a="http://schemas.openxmlformats.org/drawingml/2006/main">
              <a:ext uri="{FF2B5EF4-FFF2-40B4-BE49-F238E27FC236}">
                <a16:creationId xmlns:a16="http://schemas.microsoft.com/office/drawing/2014/main" id="{E3372BAC-F37B-4E66-817F-A6A7148A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ผลจำลองยืนยันลำดับควบคุม ส่วนการหยุดของบานประตูต้องตรวจบนชุดจริง</a:t>
            </a:r>
          </a:p>
        </p:txBody>
      </p:sp>
      <p:sp>
        <p:nvSpPr>
          <p:cNvPr id="3" name="s20-578">
            <a:extLst xmlns:a="http://schemas.openxmlformats.org/drawingml/2006/main">
              <a:ext uri="{FF2B5EF4-FFF2-40B4-BE49-F238E27FC236}">
                <a16:creationId xmlns:a16="http://schemas.microsoft.com/office/drawing/2014/main" id="{EC222161-EEA7-4EE9-AEB7-6FCE3CB1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20-579">
            <a:extLst xmlns:a="http://schemas.openxmlformats.org/drawingml/2006/main">
              <a:ext uri="{FF2B5EF4-FFF2-40B4-BE49-F238E27FC236}">
                <a16:creationId xmlns:a16="http://schemas.microsoft.com/office/drawing/2014/main" id="{31289F70-E9C6-4F39-AFB9-F29CD78E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20</a:t>
            </a:r>
          </a:p>
        </p:txBody>
      </p:sp>
      <p:sp>
        <p:nvSpPr>
          <p:cNvPr id="5" name="s20-580">
            <a:extLst xmlns:a="http://schemas.openxmlformats.org/drawingml/2006/main">
              <a:ext uri="{FF2B5EF4-FFF2-40B4-BE49-F238E27FC236}">
                <a16:creationId xmlns:a16="http://schemas.microsoft.com/office/drawing/2014/main" id="{06BC4428-89C8-447C-93EB-BFC77DC1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6459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สิ่งที่โครงงานทำได้</a:t>
            </a:r>
          </a:p>
        </p:txBody>
      </p:sp>
      <p:sp>
        <p:nvSpPr>
          <p:cNvPr id="6" name="s20-581">
            <a:extLst xmlns:a="http://schemas.openxmlformats.org/drawingml/2006/main">
              <a:ext uri="{FF2B5EF4-FFF2-40B4-BE49-F238E27FC236}">
                <a16:creationId xmlns:a16="http://schemas.microsoft.com/office/drawing/2014/main" id="{4F83DDBA-3642-4B37-A82A-FE430C9E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1645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8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ตรวจสิ่งกีดขวางด้วยลำแสงสองระดับ</a:t>
            </a:r>
          </a:p>
          <a:p xmlns:a="http://schemas.openxmlformats.org/drawingml/2006/main">
            <a:pPr algn="l">
              <a:defRPr sz="28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8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ตัดแรงขับ พักมอเตอร์ และเปิดกลับตามลำดับสถานะ</a:t>
            </a:r>
          </a:p>
        </p:txBody>
      </p:sp>
      <p:sp>
        <p:nvSpPr>
          <p:cNvPr id="7" name="s20-582">
            <a:extLst xmlns:a="http://schemas.openxmlformats.org/drawingml/2006/main">
              <a:ext uri="{FF2B5EF4-FFF2-40B4-BE49-F238E27FC236}">
                <a16:creationId xmlns:a16="http://schemas.microsoft.com/office/drawing/2014/main" id="{87A8A681-3D5E-4003-AD92-AF6B0539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673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8" name="s20-583">
            <a:extLst xmlns:a="http://schemas.openxmlformats.org/drawingml/2006/main">
              <a:ext uri="{FF2B5EF4-FFF2-40B4-BE49-F238E27FC236}">
                <a16:creationId xmlns:a16="http://schemas.microsoft.com/office/drawing/2014/main" id="{580494EA-9168-4397-AA9D-2A082EA5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6459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สิ่งที่ต้องวัดก่อนใช้งาน</a:t>
            </a:r>
          </a:p>
        </p:txBody>
      </p:sp>
      <p:sp>
        <p:nvSpPr>
          <p:cNvPr id="9" name="s20-584">
            <a:extLst xmlns:a="http://schemas.openxmlformats.org/drawingml/2006/main">
              <a:ext uri="{FF2B5EF4-FFF2-40B4-BE49-F238E27FC236}">
                <a16:creationId xmlns:a16="http://schemas.microsoft.com/office/drawing/2014/main" id="{321FE884-49A1-4878-89CA-5BE7DD18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19875"/>
            <a:ext cx="164592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กระแสมอเตอร์ขณะเริ่มหมุนและติดขัด</a:t>
            </a:r>
          </a:p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เวลาหยุดจริงเทียบกับค่า 200 ms และระยะหยุดของบาน</a:t>
            </a:r>
          </a:p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แรงดันอินพุต ความร้อน และช่องว่างที่ลำแสงตรวจไม่ครอบคลุม</a:t>
            </a:r>
          </a:p>
        </p:txBody>
      </p:sp>
      <p:sp>
        <p:nvSpPr>
          <p:cNvPr id="10" name="s20-585">
            <a:extLst xmlns:a="http://schemas.openxmlformats.org/drawingml/2006/main">
              <a:ext uri="{FF2B5EF4-FFF2-40B4-BE49-F238E27FC236}">
                <a16:creationId xmlns:a16="http://schemas.microsoft.com/office/drawing/2014/main" id="{6847D8FC-00F9-44B3-A037-1CCA2E88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34425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ชุดนี้เป็นประตูจำลองน้ำหนักเบา ระยะวิ่งออกแบบ 200 mm ไม่ใช่การรับรองประตูสำหรับใช้งานจริง</a:t>
            </a:r>
          </a:p>
        </p:txBody>
      </p:sp>
    </p:spTree>
    <p:extLst>
      <p:ext uri="{BB962C8B-B14F-4D97-AF65-F5344CB8AC3E}">
        <p14:creationId xmlns:p14="http://schemas.microsoft.com/office/powerpoint/2010/main" val="960045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2026-09-17T08:34:17.5210000Z</dcterms:created>
  <dcterms:modified xsi:type="dcterms:W3CDTF">2026-09-17T08:34:17.5210000Z</dcterms:modified>
</coreProperties>
</file>