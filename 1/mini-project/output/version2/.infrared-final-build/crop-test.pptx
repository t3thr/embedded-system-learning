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46a884a2af4ec5" /><Relationship Type="http://schemas.openxmlformats.org/officeDocument/2006/relationships/extended-properties" Target="/docProps/app.xml" Id="Rdbfe02f542c74335" /><Relationship Type="http://schemas.openxmlformats.org/officeDocument/2006/relationships/officeDocument" Target="/ppt/presentation.xml" Id="R4f2c7b3540444c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d42147db4746df"/>
  </p:sldMasterIdLst>
  <p:notesMasterIdLst>
    <p:notesMasterId xmlns:r="http://schemas.openxmlformats.org/officeDocument/2006/relationships" r:id="Rde2375b7d647420a"/>
  </p:notesMasterIdLst>
  <p:sldIdLst>
    <p:sldId xmlns:r="http://schemas.openxmlformats.org/officeDocument/2006/relationships" id="256" r:id="R3d0158f6cabf416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89a26a2a37d41ce" /><Relationship Type="http://schemas.openxmlformats.org/officeDocument/2006/relationships/slideMaster" Target="/ppt/slideMasters/slideMaster1.xml" Id="R7bd42147db4746df" /><Relationship Type="http://schemas.openxmlformats.org/officeDocument/2006/relationships/notesMaster" Target="/ppt/notesMasters/notesMaster1.xml" Id="Rde2375b7d647420a" /><Relationship Type="http://schemas.openxmlformats.org/officeDocument/2006/relationships/presProps" Target="/ppt/presProps.xml" Id="Ra7f9471a1cdc4ebf" /><Relationship Type="http://schemas.openxmlformats.org/officeDocument/2006/relationships/tableStyles" Target="/ppt/tableStyles.xml" Id="R0993e83bab4842a5" /><Relationship Type="http://schemas.openxmlformats.org/officeDocument/2006/relationships/slide" Target="/ppt/slides/slide1.xml" Id="R3d0158f6cabf41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f1cfaa4f1a42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8f18161fd843e0" /><Relationship Type="http://schemas.openxmlformats.org/officeDocument/2006/relationships/notesMaster" Target="/ppt/notesMasters/notesMaster1.xml" Id="R3563812bdb6d4c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5bd31c376e465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0d1264a25974d23" /><Relationship Type="http://schemas.openxmlformats.org/officeDocument/2006/relationships/slideLayout" Target="/ppt/slideLayouts/slideLayout1.xml" Id="Rf6daa2f6e1f348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6daa2f6e1f348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be866f853c4610" /><Relationship Type="http://schemas.openxmlformats.org/officeDocument/2006/relationships/image" Target="/ppt/media/image.jpeg" Id="R746c3032925341c4" /><Relationship Type="http://schemas.openxmlformats.org/officeDocument/2006/relationships/image" Target="/ppt/media/image2.jpeg" Id="R665250d305a74c42" /><Relationship Type="http://schemas.openxmlformats.org/officeDocument/2006/relationships/image" Target="/ppt/media/image3.jpeg" Id="R5948f20b7f05410b" /><Relationship Type="http://schemas.openxmlformats.org/officeDocument/2006/relationships/image" Target="/ppt/media/image4.jpeg" Id="R0e4151fe166a4039" /><Relationship Type="http://schemas.openxmlformats.org/officeDocument/2006/relationships/notesSlide" Target="/ppt/notesSlides/notesSlide1.xml" Id="R36fcda537f154db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6c3032925341c4"/>
          <a:srcRect xmlns:a="http://schemas.openxmlformats.org/drawingml/2006/main" l="24886" t="0" r="2488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" y="1905000"/>
            <a:ext cx="2476500" cy="1047750"/>
          </a:xfrm>
          <a:prstGeom xmlns:a="http://schemas.openxmlformats.org/drawingml/2006/main" prst="rect">
            <a:avLst/>
          </a:prstGeom>
        </p:spPr>
      </p:pic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5250d305a74c42"/>
          <a:stretch xmlns:a="http://schemas.openxmlformats.org/drawingml/2006/main"/>
        </p:blipFill>
        <p:spPr>
          <a:xfrm xmlns:a="http://schemas.openxmlformats.org/drawingml/2006/main">
            <a:off x="3333750" y="2165747"/>
            <a:ext cx="2476500" cy="526256"/>
          </a:xfrm>
          <a:prstGeom xmlns:a="http://schemas.openxmlformats.org/drawingml/2006/main" prst="rect">
            <a:avLst/>
          </a:prstGeom>
        </p:spPr>
      </p:pic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48f20b7f05410b"/>
          <a:srcRect xmlns:a="http://schemas.openxmlformats.org/drawingml/2006/main" l="0" t="0" r="50600" b="4000"/>
          <a:stretch xmlns:a="http://schemas.openxmlformats.org/drawingml/2006/main"/>
        </p:blipFill>
        <p:spPr>
          <a:xfrm xmlns:a="http://schemas.openxmlformats.org/drawingml/2006/main">
            <a:off x="6191250" y="1905000"/>
            <a:ext cx="2476500" cy="1047750"/>
          </a:xfrm>
          <a:prstGeom xmlns:a="http://schemas.openxmlformats.org/drawingml/2006/main" prst="rect">
            <a:avLst/>
          </a:prstGeom>
        </p:spPr>
      </p:pic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4151fe166a4039"/>
          <a:srcRect xmlns:a="http://schemas.openxmlformats.org/drawingml/2006/main" l="0" t="0" r="50600" b="4000"/>
          <a:stretch xmlns:a="http://schemas.openxmlformats.org/drawingml/2006/main"/>
        </p:blipFill>
        <p:spPr>
          <a:xfrm xmlns:a="http://schemas.openxmlformats.org/drawingml/2006/main">
            <a:off x="9048750" y="1905000"/>
            <a:ext cx="2476500" cy="1047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32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2026-09-25T18:16:44.9330000Z</dcterms:created>
  <dcterms:modified xsi:type="dcterms:W3CDTF">2026-09-25T18:16:44.9330000Z</dcterms:modified>
</coreProperties>
</file>