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ab61435aa84b4f" /><Relationship Type="http://schemas.openxmlformats.org/officeDocument/2006/relationships/extended-properties" Target="/docProps/app.xml" Id="R10972c20a4424298" /><Relationship Type="http://schemas.openxmlformats.org/officeDocument/2006/relationships/officeDocument" Target="/ppt/presentation.xml" Id="R75080f54f85843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80b7d23fbd4cc4"/>
  </p:sldMasterIdLst>
  <p:notesMasterIdLst>
    <p:notesMasterId xmlns:r="http://schemas.openxmlformats.org/officeDocument/2006/relationships" r:id="R3f7232310d324b92"/>
  </p:notesMasterIdLst>
  <p:sldIdLst>
    <p:sldId xmlns:r="http://schemas.openxmlformats.org/officeDocument/2006/relationships" id="256" r:id="Rd8eb61979e964dec"/>
    <p:sldId xmlns:r="http://schemas.openxmlformats.org/officeDocument/2006/relationships" id="257" r:id="R56d876c3fb3340d3"/>
    <p:sldId xmlns:r="http://schemas.openxmlformats.org/officeDocument/2006/relationships" id="258" r:id="R25d8c667310a4d07"/>
    <p:sldId xmlns:r="http://schemas.openxmlformats.org/officeDocument/2006/relationships" id="259" r:id="R63e0fe6ed1a14443"/>
    <p:sldId xmlns:r="http://schemas.openxmlformats.org/officeDocument/2006/relationships" id="260" r:id="R49e90768c442439b"/>
    <p:sldId xmlns:r="http://schemas.openxmlformats.org/officeDocument/2006/relationships" id="261" r:id="Rc186bc8225bd41d4"/>
    <p:sldId xmlns:r="http://schemas.openxmlformats.org/officeDocument/2006/relationships" id="262" r:id="R46d29b675f96435e"/>
    <p:sldId xmlns:r="http://schemas.openxmlformats.org/officeDocument/2006/relationships" id="263" r:id="Rd342ba5677044e37"/>
    <p:sldId xmlns:r="http://schemas.openxmlformats.org/officeDocument/2006/relationships" id="264" r:id="Rb39116d19e964552"/>
    <p:sldId xmlns:r="http://schemas.openxmlformats.org/officeDocument/2006/relationships" id="265" r:id="R820eead4f0e24dae"/>
    <p:sldId xmlns:r="http://schemas.openxmlformats.org/officeDocument/2006/relationships" id="266" r:id="R58a2f92444ac4ef8"/>
    <p:sldId xmlns:r="http://schemas.openxmlformats.org/officeDocument/2006/relationships" id="267" r:id="R8a08432e03fe45b4"/>
    <p:sldId xmlns:r="http://schemas.openxmlformats.org/officeDocument/2006/relationships" id="268" r:id="Rc7b5d96b89df46b9"/>
    <p:sldId xmlns:r="http://schemas.openxmlformats.org/officeDocument/2006/relationships" id="269" r:id="Re41d455f730f4ccc"/>
    <p:sldId xmlns:r="http://schemas.openxmlformats.org/officeDocument/2006/relationships" id="270" r:id="R25f58d2640754c7d"/>
    <p:sldId xmlns:r="http://schemas.openxmlformats.org/officeDocument/2006/relationships" id="271" r:id="R1e64a5ed09114061"/>
    <p:sldId xmlns:r="http://schemas.openxmlformats.org/officeDocument/2006/relationships" id="272" r:id="R2ec9859101c7462d"/>
    <p:sldId xmlns:r="http://schemas.openxmlformats.org/officeDocument/2006/relationships" id="273" r:id="R15ddbfce6230463c"/>
    <p:sldId xmlns:r="http://schemas.openxmlformats.org/officeDocument/2006/relationships" id="274" r:id="R7062e12e7f9f43b0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66387f169a4e15" /><Relationship Type="http://schemas.openxmlformats.org/officeDocument/2006/relationships/slideMaster" Target="/ppt/slideMasters/slideMaster1.xml" Id="Ra480b7d23fbd4cc4" /><Relationship Type="http://schemas.openxmlformats.org/officeDocument/2006/relationships/notesMaster" Target="/ppt/notesMasters/notesMaster1.xml" Id="R3f7232310d324b92" /><Relationship Type="http://schemas.openxmlformats.org/officeDocument/2006/relationships/presProps" Target="/ppt/presProps.xml" Id="Re4783b564f824767" /><Relationship Type="http://schemas.openxmlformats.org/officeDocument/2006/relationships/tableStyles" Target="/ppt/tableStyles.xml" Id="Rf7019f2402674d7a" /><Relationship Type="http://schemas.openxmlformats.org/officeDocument/2006/relationships/slide" Target="/ppt/slides/slide1.xml" Id="Rd8eb61979e964dec" /><Relationship Type="http://schemas.openxmlformats.org/officeDocument/2006/relationships/slide" Target="/ppt/slides/slide2.xml" Id="R56d876c3fb3340d3" /><Relationship Type="http://schemas.openxmlformats.org/officeDocument/2006/relationships/slide" Target="/ppt/slides/slide3.xml" Id="R25d8c667310a4d07" /><Relationship Type="http://schemas.openxmlformats.org/officeDocument/2006/relationships/slide" Target="/ppt/slides/slide4.xml" Id="R63e0fe6ed1a14443" /><Relationship Type="http://schemas.openxmlformats.org/officeDocument/2006/relationships/slide" Target="/ppt/slides/slide5.xml" Id="R49e90768c442439b" /><Relationship Type="http://schemas.openxmlformats.org/officeDocument/2006/relationships/slide" Target="/ppt/slides/slide6.xml" Id="Rc186bc8225bd41d4" /><Relationship Type="http://schemas.openxmlformats.org/officeDocument/2006/relationships/slide" Target="/ppt/slides/slide7.xml" Id="R46d29b675f96435e" /><Relationship Type="http://schemas.openxmlformats.org/officeDocument/2006/relationships/slide" Target="/ppt/slides/slide8.xml" Id="Rd342ba5677044e37" /><Relationship Type="http://schemas.openxmlformats.org/officeDocument/2006/relationships/slide" Target="/ppt/slides/slide9.xml" Id="Rb39116d19e964552" /><Relationship Type="http://schemas.openxmlformats.org/officeDocument/2006/relationships/slide" Target="/ppt/slides/slide10.xml" Id="R820eead4f0e24dae" /><Relationship Type="http://schemas.openxmlformats.org/officeDocument/2006/relationships/slide" Target="/ppt/slides/slide11.xml" Id="R58a2f92444ac4ef8" /><Relationship Type="http://schemas.openxmlformats.org/officeDocument/2006/relationships/slide" Target="/ppt/slides/slide12.xml" Id="R8a08432e03fe45b4" /><Relationship Type="http://schemas.openxmlformats.org/officeDocument/2006/relationships/slide" Target="/ppt/slides/slide13.xml" Id="Rc7b5d96b89df46b9" /><Relationship Type="http://schemas.openxmlformats.org/officeDocument/2006/relationships/slide" Target="/ppt/slides/slide14.xml" Id="Re41d455f730f4ccc" /><Relationship Type="http://schemas.openxmlformats.org/officeDocument/2006/relationships/slide" Target="/ppt/slides/slide15.xml" Id="R25f58d2640754c7d" /><Relationship Type="http://schemas.openxmlformats.org/officeDocument/2006/relationships/slide" Target="/ppt/slides/slide16.xml" Id="R1e64a5ed09114061" /><Relationship Type="http://schemas.openxmlformats.org/officeDocument/2006/relationships/slide" Target="/ppt/slides/slide17.xml" Id="R2ec9859101c7462d" /><Relationship Type="http://schemas.openxmlformats.org/officeDocument/2006/relationships/slide" Target="/ppt/slides/slide18.xml" Id="R15ddbfce6230463c" /><Relationship Type="http://schemas.openxmlformats.org/officeDocument/2006/relationships/slide" Target="/ppt/slides/slide19.xml" Id="R7062e12e7f9f43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e31339857d41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5ad665ee5c46b9" /><Relationship Type="http://schemas.openxmlformats.org/officeDocument/2006/relationships/notesMaster" Target="/ppt/notesMasters/notesMaster1.xml" Id="Re3c84e7718cb4f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e312f1fd0644bd" /><Relationship Type="http://schemas.openxmlformats.org/officeDocument/2006/relationships/notesMaster" Target="/ppt/notesMasters/notesMaster1.xml" Id="R73dfb8cc7dff47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68f946b82e4bbc" /><Relationship Type="http://schemas.openxmlformats.org/officeDocument/2006/relationships/notesMaster" Target="/ppt/notesMasters/notesMaster1.xml" Id="Rcdcba9c6c5e843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6334319fd042fe" /><Relationship Type="http://schemas.openxmlformats.org/officeDocument/2006/relationships/notesMaster" Target="/ppt/notesMasters/notesMaster1.xml" Id="Reddda8ca0a2546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88725446594247" /><Relationship Type="http://schemas.openxmlformats.org/officeDocument/2006/relationships/notesMaster" Target="/ppt/notesMasters/notesMaster1.xml" Id="R9843be70a2d44d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0373d23cef434d" /><Relationship Type="http://schemas.openxmlformats.org/officeDocument/2006/relationships/notesMaster" Target="/ppt/notesMasters/notesMaster1.xml" Id="R9b1f720757f349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5bd5f670b84e41" /><Relationship Type="http://schemas.openxmlformats.org/officeDocument/2006/relationships/notesMaster" Target="/ppt/notesMasters/notesMaster1.xml" Id="R4fa6d4fdb6894b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91028998124533" /><Relationship Type="http://schemas.openxmlformats.org/officeDocument/2006/relationships/notesMaster" Target="/ppt/notesMasters/notesMaster1.xml" Id="Re6c0591ecaf24e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ea616d66ff48ca" /><Relationship Type="http://schemas.openxmlformats.org/officeDocument/2006/relationships/notesMaster" Target="/ppt/notesMasters/notesMaster1.xml" Id="Rc26b354282a540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3e82bf3f264a21" /><Relationship Type="http://schemas.openxmlformats.org/officeDocument/2006/relationships/notesMaster" Target="/ppt/notesMasters/notesMaster1.xml" Id="R7558748328244d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3a280f749a4d79" /><Relationship Type="http://schemas.openxmlformats.org/officeDocument/2006/relationships/notesMaster" Target="/ppt/notesMasters/notesMaster1.xml" Id="Rfdef106239344f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87f30f1e8941f3" /><Relationship Type="http://schemas.openxmlformats.org/officeDocument/2006/relationships/notesMaster" Target="/ppt/notesMasters/notesMaster1.xml" Id="R48d942c2830a40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fa3ce501ed4c7a" /><Relationship Type="http://schemas.openxmlformats.org/officeDocument/2006/relationships/notesMaster" Target="/ppt/notesMasters/notesMaster1.xml" Id="R98032426f2a442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96a9c69ee354a06" /><Relationship Type="http://schemas.openxmlformats.org/officeDocument/2006/relationships/notesMaster" Target="/ppt/notesMasters/notesMaster1.xml" Id="R30fea63d15324ac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e4a565936844196" /><Relationship Type="http://schemas.openxmlformats.org/officeDocument/2006/relationships/notesMaster" Target="/ppt/notesMasters/notesMaster1.xml" Id="R615f787e1ce943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36c902aa194ea2" /><Relationship Type="http://schemas.openxmlformats.org/officeDocument/2006/relationships/notesMaster" Target="/ppt/notesMasters/notesMaster1.xml" Id="R6170dc02743342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4333aa78505485d" /><Relationship Type="http://schemas.openxmlformats.org/officeDocument/2006/relationships/notesMaster" Target="/ppt/notesMasters/notesMaster1.xml" Id="R59e3e8b7272d4b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c7a3f7752f24751" /><Relationship Type="http://schemas.openxmlformats.org/officeDocument/2006/relationships/notesMaster" Target="/ppt/notesMasters/notesMaster1.xml" Id="R5c9aed0dcbf14c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6494937b354502" /><Relationship Type="http://schemas.openxmlformats.org/officeDocument/2006/relationships/notesMaster" Target="/ppt/notesMasters/notesMaster1.xml" Id="Ra1738e09c6f244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เอกสารอ้างอิง: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เอกสารอ้างอิง: PROPOSED_SOLUTION_DESIGN.md ข้อ 2-3</a:t>
            </a:r>
          </a:p>
          <a:p xmlns:a="http://schemas.openxmlformats.org/drawingml/2006/main">
            <a:r>
              <a:t>รูปเป็นภาพอธิบายหลักการ ไม่ได้แสดงระยะตามมาตราส่วน ลำแสงจริงติดเยื้องระนาบบานเพื่อไม่ให้บานบังเซนเซอร์เอง การ coast ไม่ได้หยุดการเคลื่อนที่ทางกลทันที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เอกสารอ้างอิง: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เอกสารอ้างอิง: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PROPOSED_SOLUTION_DESIGN.md ข้อ 4.3-4.4. มอเตอร์มีพิกัด 12 V แต่แรงดันขั้วมอเตอร์จริงต่ำกว่าแหล่งจ่ายเนื่องจาก L293D และตัวต้านทานอนุกรม ต้องวัดกระแสและความร้อนจริง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เอกสารอ้างอิง: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เอกสารอ้างอิง: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SLIDING_DOOR_CLASSROOM.asm: บล็อก START ถึง StartClosed ตัดบรรทัด R0 ออกจากสไลด์เพื่อความกระชับ ไฟล์ฉบับเต็มอยู่ใน firmware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เอกสารอ้างอิง: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firmware/SLIDING_DOOR_CLASSROOM.asm บล็อก ClosedState</a:t>
            </a:r>
          </a:p>
          <a:p xmlns:a="http://schemas.openxmlformats.org/drawingml/2006/main">
            <a:r>
              <a:t>ClosedState: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MOV  R0,#01H</a:t>
            </a:r>
          </a:p>
          <a:p xmlns:a="http://schemas.openxmlformats.org/drawingml/2006/main">
            <a:r>
              <a:t>    MOV  P0,#0F9H</a:t>
            </a:r>
          </a:p>
          <a:p xmlns:a="http://schemas.openxmlformats.org/drawingml/2006/main">
            <a:r>
              <a:t>    MOV  P1,#0FCH</a:t>
            </a:r>
          </a:p>
          <a:p xmlns:a="http://schemas.openxmlformats.org/drawingml/2006/main">
            <a:r>
              <a:t>    MOV  R1,#10</a:t>
            </a:r>
          </a:p>
          <a:p xmlns:a="http://schemas.openxmlformats.org/drawingml/2006/main">
            <a:r>
              <a:t>ClosedSettle: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DJNZ R1,ClosedSettle</a:t>
            </a:r>
          </a:p>
          <a:p xmlns:a="http://schemas.openxmlformats.org/drawingml/2006/main">
            <a:r>
              <a:t>ClosedLoop:</a:t>
            </a:r>
          </a:p>
          <a:p xmlns:a="http://schemas.openxmlformats.org/drawingml/2006/main">
            <a:r>
              <a:t>    JB   P2.7,ClosedFault</a:t>
            </a:r>
          </a:p>
          <a:p xmlns:a="http://schemas.openxmlformats.org/drawingml/2006/main">
            <a:r>
              <a:t>    JB   P2.4,ClosedFault</a:t>
            </a:r>
          </a:p>
          <a:p xmlns:a="http://schemas.openxmlformats.org/drawingml/2006/main">
            <a:r>
              <a:t>    JNB  P2.0,ClosedPress</a:t>
            </a:r>
          </a:p>
          <a:p xmlns:a="http://schemas.openxmlformats.org/drawingml/2006/main">
            <a:r>
              <a:t>    JNB  P2.1,ClosedPress</a:t>
            </a:r>
          </a:p>
          <a:p xmlns:a="http://schemas.openxmlformats.org/drawingml/2006/main">
            <a:r>
              <a:t>    SJMP ClosedLoop</a:t>
            </a:r>
          </a:p>
          <a:p xmlns:a="http://schemas.openxmlformats.org/drawingml/2006/main">
            <a:r>
              <a:t>ClosedPress: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JNB  P2.0,ClosedGo</a:t>
            </a:r>
          </a:p>
          <a:p xmlns:a="http://schemas.openxmlformats.org/drawingml/2006/main">
            <a:r>
              <a:t>    JNB  P2.1,ClosedGo</a:t>
            </a:r>
          </a:p>
          <a:p xmlns:a="http://schemas.openxmlformats.org/drawingml/2006/main">
            <a:r>
              <a:t>    SJMP ClosedLoop</a:t>
            </a:r>
          </a:p>
          <a:p xmlns:a="http://schemas.openxmlformats.org/drawingml/2006/main">
            <a:r>
              <a:t>ClosedGo:</a:t>
            </a:r>
          </a:p>
          <a:p xmlns:a="http://schemas.openxmlformats.org/drawingml/2006/main">
            <a:r>
              <a:t>    LJMP OpeningState</a:t>
            </a:r>
          </a:p>
          <a:p xmlns:a="http://schemas.openxmlformats.org/drawingml/2006/main">
            <a:r>
              <a:t>ClosedFault:</a:t>
            </a:r>
          </a:p>
          <a:p xmlns:a="http://schemas.openxmlformats.org/drawingml/2006/main">
            <a:r>
              <a:t>    LJMP FaultState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firmware/SLIDING_DOOR_CLASSROOM.asm บล็อก OpeningState</a:t>
            </a:r>
          </a:p>
          <a:p xmlns:a="http://schemas.openxmlformats.org/drawingml/2006/main">
            <a:r>
              <a:t>OpeningState: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MOV  R0,#02H</a:t>
            </a:r>
          </a:p>
          <a:p xmlns:a="http://schemas.openxmlformats.org/drawingml/2006/main">
            <a:r>
              <a:t>    MOV  P0,#0FAH</a:t>
            </a:r>
          </a:p>
          <a:p xmlns:a="http://schemas.openxmlformats.org/drawingml/2006/main">
            <a:r>
              <a:t>    MOV  P1,#0DDH</a:t>
            </a:r>
          </a:p>
          <a:p xmlns:a="http://schemas.openxmlformats.org/drawingml/2006/main">
            <a:r>
              <a:t>    MOV  P1,#0D9H</a:t>
            </a:r>
          </a:p>
          <a:p xmlns:a="http://schemas.openxmlformats.org/drawingml/2006/main">
            <a:r>
              <a:t>    MOV  R1,#250</a:t>
            </a:r>
          </a:p>
          <a:p xmlns:a="http://schemas.openxmlformats.org/drawingml/2006/main">
            <a:r>
              <a:t>OpeningLoop:</a:t>
            </a:r>
          </a:p>
          <a:p xmlns:a="http://schemas.openxmlformats.org/drawingml/2006/main">
            <a:r>
              <a:t>    JB   P2.7,OpeningFault</a:t>
            </a:r>
          </a:p>
          <a:p xmlns:a="http://schemas.openxmlformats.org/drawingml/2006/main">
            <a:r>
              <a:t>    JNB  P2.3,OpeningDone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DJNZ R1,OpeningLoop</a:t>
            </a:r>
          </a:p>
          <a:p xmlns:a="http://schemas.openxmlformats.org/drawingml/2006/main">
            <a:r>
              <a:t>OpeningFault:</a:t>
            </a:r>
          </a:p>
          <a:p xmlns:a="http://schemas.openxmlformats.org/drawingml/2006/main">
            <a:r>
              <a:t>    LJMP FaultState</a:t>
            </a:r>
          </a:p>
          <a:p xmlns:a="http://schemas.openxmlformats.org/drawingml/2006/main">
            <a:r>
              <a:t>OpeningDone:</a:t>
            </a:r>
          </a:p>
          <a:p xmlns:a="http://schemas.openxmlformats.org/drawingml/2006/main">
            <a:r>
              <a:t>    LJMP HoldState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firmware/SLIDING_DOOR_CLASSROOM.asm บล็อก HoldState</a:t>
            </a:r>
          </a:p>
          <a:p xmlns:a="http://schemas.openxmlformats.org/drawingml/2006/main">
            <a:r>
              <a:t>HoldState: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MOV  R0,#03H</a:t>
            </a:r>
          </a:p>
          <a:p xmlns:a="http://schemas.openxmlformats.org/drawingml/2006/main">
            <a:r>
              <a:t>    MOV  P0,#0FBH</a:t>
            </a:r>
          </a:p>
          <a:p xmlns:a="http://schemas.openxmlformats.org/drawingml/2006/main">
            <a:r>
              <a:t>    MOV  P1,#0DCH</a:t>
            </a:r>
          </a:p>
          <a:p xmlns:a="http://schemas.openxmlformats.org/drawingml/2006/main">
            <a:r>
              <a:t>HoldRestart:</a:t>
            </a:r>
          </a:p>
          <a:p xmlns:a="http://schemas.openxmlformats.org/drawingml/2006/main">
            <a:r>
              <a:t>    MOV  R1,#150</a:t>
            </a:r>
          </a:p>
          <a:p xmlns:a="http://schemas.openxmlformats.org/drawingml/2006/main">
            <a:r>
              <a:t>HoldLoop:</a:t>
            </a:r>
          </a:p>
          <a:p xmlns:a="http://schemas.openxmlformats.org/drawingml/2006/main">
            <a:r>
              <a:t>    JB   P2.7,HoldFault</a:t>
            </a:r>
          </a:p>
          <a:p xmlns:a="http://schemas.openxmlformats.org/drawingml/2006/main">
            <a:r>
              <a:t>    JB   P2.3,HoldFault</a:t>
            </a:r>
          </a:p>
          <a:p xmlns:a="http://schemas.openxmlformats.org/drawingml/2006/main">
            <a:r>
              <a:t>    JB   P2.2,HoldRestart</a:t>
            </a:r>
          </a:p>
          <a:p xmlns:a="http://schemas.openxmlformats.org/drawingml/2006/main">
            <a:r>
              <a:t>    JB   P2.5,HoldRestart</a:t>
            </a:r>
          </a:p>
          <a:p xmlns:a="http://schemas.openxmlformats.org/drawingml/2006/main">
            <a:r>
              <a:t>    JNB  P2.0,HoldRestart</a:t>
            </a:r>
          </a:p>
          <a:p xmlns:a="http://schemas.openxmlformats.org/drawingml/2006/main">
            <a:r>
              <a:t>    JNB  P2.1,HoldRestart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DJNZ R1,HoldLoop</a:t>
            </a:r>
          </a:p>
          <a:p xmlns:a="http://schemas.openxmlformats.org/drawingml/2006/main">
            <a:r>
              <a:t>    LJMP ClosingState</a:t>
            </a:r>
          </a:p>
          <a:p xmlns:a="http://schemas.openxmlformats.org/drawingml/2006/main">
            <a:r>
              <a:t>HoldFault:</a:t>
            </a:r>
          </a:p>
          <a:p xmlns:a="http://schemas.openxmlformats.org/drawingml/2006/main">
            <a:r>
              <a:t>    LJMP FaultState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firmware/SLIDING_DOOR_CLASSROOM.asm บล็อก ClosingState</a:t>
            </a:r>
          </a:p>
          <a:p xmlns:a="http://schemas.openxmlformats.org/drawingml/2006/main">
            <a:r>
              <a:t>ClosingState: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MOV  R0,#04H</a:t>
            </a:r>
          </a:p>
          <a:p xmlns:a="http://schemas.openxmlformats.org/drawingml/2006/main">
            <a:r>
              <a:t>    MOV  P0,#0FCH</a:t>
            </a:r>
          </a:p>
          <a:p xmlns:a="http://schemas.openxmlformats.org/drawingml/2006/main">
            <a:r>
              <a:t>    MOV  P1,#06EH</a:t>
            </a:r>
          </a:p>
          <a:p xmlns:a="http://schemas.openxmlformats.org/drawingml/2006/main">
            <a:r>
              <a:t>    MOV  P1,#06AH</a:t>
            </a:r>
          </a:p>
          <a:p xmlns:a="http://schemas.openxmlformats.org/drawingml/2006/main">
            <a:r>
              <a:t>    MOV  R1,#250</a:t>
            </a:r>
          </a:p>
          <a:p xmlns:a="http://schemas.openxmlformats.org/drawingml/2006/main">
            <a:r>
              <a:t>ClosingLoop:</a:t>
            </a:r>
          </a:p>
          <a:p xmlns:a="http://schemas.openxmlformats.org/drawingml/2006/main">
            <a:r>
              <a:t>    JB   P2.7,ClosingFault</a:t>
            </a:r>
          </a:p>
          <a:p xmlns:a="http://schemas.openxmlformats.org/drawingml/2006/main">
            <a:r>
              <a:t>    JB   P2.2,ClosingStop</a:t>
            </a:r>
          </a:p>
          <a:p xmlns:a="http://schemas.openxmlformats.org/drawingml/2006/main">
            <a:r>
              <a:t>    JB   P2.5,ClosingStop</a:t>
            </a:r>
          </a:p>
          <a:p xmlns:a="http://schemas.openxmlformats.org/drawingml/2006/main">
            <a:r>
              <a:t>    JNB  P2.0,ClosingStop</a:t>
            </a:r>
          </a:p>
          <a:p xmlns:a="http://schemas.openxmlformats.org/drawingml/2006/main">
            <a:r>
              <a:t>    JNB  P2.1,ClosingStop</a:t>
            </a:r>
          </a:p>
          <a:p xmlns:a="http://schemas.openxmlformats.org/drawingml/2006/main">
            <a:r>
              <a:t>    JNB  P2.4,ClosingDone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DJNZ R1,ClosingLoop</a:t>
            </a:r>
          </a:p>
          <a:p xmlns:a="http://schemas.openxmlformats.org/drawingml/2006/main">
            <a:r>
              <a:t>ClosingFault:</a:t>
            </a:r>
          </a:p>
          <a:p xmlns:a="http://schemas.openxmlformats.org/drawingml/2006/main">
            <a:r>
              <a:t>    LJMP FaultState</a:t>
            </a:r>
          </a:p>
          <a:p xmlns:a="http://schemas.openxmlformats.org/drawingml/2006/main">
            <a:r>
              <a:t>ClosingStop: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LJMP RevWaitState</a:t>
            </a:r>
          </a:p>
          <a:p xmlns:a="http://schemas.openxmlformats.org/drawingml/2006/main">
            <a:r>
              <a:t>ClosingDone:</a:t>
            </a:r>
          </a:p>
          <a:p xmlns:a="http://schemas.openxmlformats.org/drawingml/2006/main">
            <a:r>
              <a:t>    LJMP ClosedState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firmware/SLIDING_DOOR_CLASSROOM.asm บล็อก RevWaitState</a:t>
            </a:r>
          </a:p>
          <a:p xmlns:a="http://schemas.openxmlformats.org/drawingml/2006/main">
            <a:r>
              <a:t>RevWaitState: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MOV  R0,#05H</a:t>
            </a:r>
          </a:p>
          <a:p xmlns:a="http://schemas.openxmlformats.org/drawingml/2006/main">
            <a:r>
              <a:t>    MOV  P0,#0FDH</a:t>
            </a:r>
          </a:p>
          <a:p xmlns:a="http://schemas.openxmlformats.org/drawingml/2006/main">
            <a:r>
              <a:t>    MOV  P1,#06CH</a:t>
            </a:r>
          </a:p>
          <a:p xmlns:a="http://schemas.openxmlformats.org/drawingml/2006/main">
            <a:r>
              <a:t>    MOV  R1,#10</a:t>
            </a:r>
          </a:p>
          <a:p xmlns:a="http://schemas.openxmlformats.org/drawingml/2006/main">
            <a:r>
              <a:t>RevLoop:</a:t>
            </a:r>
          </a:p>
          <a:p xmlns:a="http://schemas.openxmlformats.org/drawingml/2006/main">
            <a:r>
              <a:t>    JB   P2.7,RevFault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DJNZ R1,RevLoop</a:t>
            </a:r>
          </a:p>
          <a:p xmlns:a="http://schemas.openxmlformats.org/drawingml/2006/main">
            <a:r>
              <a:t>    LJMP ReopenState</a:t>
            </a:r>
          </a:p>
          <a:p xmlns:a="http://schemas.openxmlformats.org/drawingml/2006/main">
            <a:r>
              <a:t>RevFault:</a:t>
            </a:r>
          </a:p>
          <a:p xmlns:a="http://schemas.openxmlformats.org/drawingml/2006/main">
            <a:r>
              <a:t>    LJMP FaultState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firmware/SLIDING_DOOR_CLASSROOM.asm บล็อก ReopenState</a:t>
            </a:r>
          </a:p>
          <a:p xmlns:a="http://schemas.openxmlformats.org/drawingml/2006/main">
            <a:r>
              <a:t>ReopenState: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MOV  R0,#06H</a:t>
            </a:r>
          </a:p>
          <a:p xmlns:a="http://schemas.openxmlformats.org/drawingml/2006/main">
            <a:r>
              <a:t>    MOV  P0,#0FEH</a:t>
            </a:r>
          </a:p>
          <a:p xmlns:a="http://schemas.openxmlformats.org/drawingml/2006/main">
            <a:r>
              <a:t>    MOV  P1,#06DH</a:t>
            </a:r>
          </a:p>
          <a:p xmlns:a="http://schemas.openxmlformats.org/drawingml/2006/main">
            <a:r>
              <a:t>    MOV  P1,#069H</a:t>
            </a:r>
          </a:p>
          <a:p xmlns:a="http://schemas.openxmlformats.org/drawingml/2006/main">
            <a:r>
              <a:t>    MOV  R1,#250</a:t>
            </a:r>
          </a:p>
          <a:p xmlns:a="http://schemas.openxmlformats.org/drawingml/2006/main">
            <a:r>
              <a:t>ReopenLoop:</a:t>
            </a:r>
          </a:p>
          <a:p xmlns:a="http://schemas.openxmlformats.org/drawingml/2006/main">
            <a:r>
              <a:t>    JB   P2.7,ReopenFault</a:t>
            </a:r>
          </a:p>
          <a:p xmlns:a="http://schemas.openxmlformats.org/drawingml/2006/main">
            <a:r>
              <a:t>    JNB  P2.3,ReopenDone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DJNZ R1,ReopenLoop</a:t>
            </a:r>
          </a:p>
          <a:p xmlns:a="http://schemas.openxmlformats.org/drawingml/2006/main">
            <a:r>
              <a:t>ReopenFault:</a:t>
            </a:r>
          </a:p>
          <a:p xmlns:a="http://schemas.openxmlformats.org/drawingml/2006/main">
            <a:r>
              <a:t>    LJMP FaultState</a:t>
            </a:r>
          </a:p>
          <a:p xmlns:a="http://schemas.openxmlformats.org/drawingml/2006/main">
            <a:r>
              <a:t>ReopenDone:</a:t>
            </a:r>
          </a:p>
          <a:p xmlns:a="http://schemas.openxmlformats.org/drawingml/2006/main">
            <a:r>
              <a:t>    LJMP HoldState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firmware/SLIDING_DOOR_CLASSROOM.asm บล็อก FaultState</a:t>
            </a:r>
          </a:p>
          <a:p xmlns:a="http://schemas.openxmlformats.org/drawingml/2006/main">
            <a:r>
              <a:t>FaultState:</a:t>
            </a:r>
          </a:p>
          <a:p xmlns:a="http://schemas.openxmlformats.org/drawingml/2006/main">
            <a:r>
              <a:t>    SETB P1.2</a:t>
            </a:r>
          </a:p>
          <a:p xmlns:a="http://schemas.openxmlformats.org/drawingml/2006/main">
            <a:r>
              <a:t>    MOV  R0,#07H</a:t>
            </a:r>
          </a:p>
          <a:p xmlns:a="http://schemas.openxmlformats.org/drawingml/2006/main">
            <a:r>
              <a:t>    MOV  P0,#0FFH</a:t>
            </a:r>
          </a:p>
          <a:p xmlns:a="http://schemas.openxmlformats.org/drawingml/2006/main">
            <a:r>
              <a:t>    MOV  P1,#06CH</a:t>
            </a:r>
          </a:p>
          <a:p xmlns:a="http://schemas.openxmlformats.org/drawingml/2006/main">
            <a:r>
              <a:t>FaultRelease:</a:t>
            </a:r>
          </a:p>
          <a:p xmlns:a="http://schemas.openxmlformats.org/drawingml/2006/main">
            <a:r>
              <a:t>    JNB  P2.6,FaultRelease</a:t>
            </a:r>
          </a:p>
          <a:p xmlns:a="http://schemas.openxmlformats.org/drawingml/2006/main">
            <a:r>
              <a:t>FaultLoop:</a:t>
            </a:r>
          </a:p>
          <a:p xmlns:a="http://schemas.openxmlformats.org/drawingml/2006/main">
            <a:r>
              <a:t>    JNB  P2.6,FaultCheck</a:t>
            </a:r>
          </a:p>
          <a:p xmlns:a="http://schemas.openxmlformats.org/drawingml/2006/main">
            <a:r>
              <a:t>    SJMP FaultLoop</a:t>
            </a:r>
          </a:p>
          <a:p xmlns:a="http://schemas.openxmlformats.org/drawingml/2006/main">
            <a:r>
              <a:t>FaultCheck:</a:t>
            </a:r>
          </a:p>
          <a:p xmlns:a="http://schemas.openxmlformats.org/drawingml/2006/main">
            <a:r>
              <a:t>    CALL Delay</a:t>
            </a:r>
          </a:p>
          <a:p xmlns:a="http://schemas.openxmlformats.org/drawingml/2006/main">
            <a:r>
              <a:t>    JB   P2.6,FaultLoop</a:t>
            </a:r>
          </a:p>
          <a:p xmlns:a="http://schemas.openxmlformats.org/drawingml/2006/main">
            <a:r>
              <a:t>    JB   P2.7,FaultLoop</a:t>
            </a:r>
          </a:p>
          <a:p xmlns:a="http://schemas.openxmlformats.org/drawingml/2006/main">
            <a:r>
              <a:t>    JB   P2.2,FaultLoop</a:t>
            </a:r>
          </a:p>
          <a:p xmlns:a="http://schemas.openxmlformats.org/drawingml/2006/main">
            <a:r>
              <a:t>    JB   P2.5,FaultLoop</a:t>
            </a:r>
          </a:p>
          <a:p xmlns:a="http://schemas.openxmlformats.org/drawingml/2006/main">
            <a:r>
              <a:t>    LJMP 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การจำลองบน EdSim51DI 2.1.39 ใช้สัญญาณนาฬิกา 12.000 MHz ซึ่ง 1 machine cycle เท่ากับ 1 ไมโครวินาที Timer 0 auto-reload โหมด 2 นับ 250 รอบต่อหนึ่ง overflow รวม 40 รอบเกิดเป็น tick 10 ms ตัวเลขเวลาทั้งหมดมาจากการนับรอบคำสั่งจริงในแกน CPU จำลอง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ผลการวัดเวลาแสดงความแม่นยำสูง ค่า IN1 และ IN2 ไม่เคยเป็น 1 พร้อมกันตลอดการทดสอบ 41 ล้านคำสั่ง รับประกันความปลอดภัยทางไฟฟ้าของไอซีขับมอเตอร์ L293D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เอกสารอ้างอิง: PROPOSED_SOLUTION_DESIGN.md และ assignment/ASSIGNMENT_BREAKDOWN.md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48f9cb4c34d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3bfe7612054235" /><Relationship Type="http://schemas.openxmlformats.org/officeDocument/2006/relationships/slideLayout" Target="/ppt/slideLayouts/slideLayout1.xml" Id="R71fcb6dfee1649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fcb6dfee1649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2618fdb5a4fbb" /><Relationship Type="http://schemas.openxmlformats.org/officeDocument/2006/relationships/notesSlide" Target="/ppt/notesSlides/notesSlide1.xml" Id="Ra266f6b536c54f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ebb84c25234b4f" /><Relationship Type="http://schemas.openxmlformats.org/officeDocument/2006/relationships/notesSlide" Target="/ppt/notesSlides/notesSlide2.xml" Id="R40e4ace179604d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128629f384db2" /><Relationship Type="http://schemas.openxmlformats.org/officeDocument/2006/relationships/notesSlide" Target="/ppt/notesSlides/notesSlide3.xml" Id="Ra3eebac2b02d44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add4b8dd44ff2" /><Relationship Type="http://schemas.openxmlformats.org/officeDocument/2006/relationships/image" Target="/ppt/media/image.png" Id="Ra24074e92bf74aaf" /><Relationship Type="http://schemas.openxmlformats.org/officeDocument/2006/relationships/image" Target="/ppt/media/image2.png" Id="R0c7338305d294fe8" /><Relationship Type="http://schemas.openxmlformats.org/officeDocument/2006/relationships/image" Target="/ppt/media/image3.png" Id="R6344ee3a784243d6" /><Relationship Type="http://schemas.openxmlformats.org/officeDocument/2006/relationships/image" Target="/ppt/media/image4.png" Id="R7e8c06e4ca754388" /><Relationship Type="http://schemas.openxmlformats.org/officeDocument/2006/relationships/image" Target="/ppt/media/image5.png" Id="Re125cb5eafdc4e9f" /><Relationship Type="http://schemas.openxmlformats.org/officeDocument/2006/relationships/image" Target="/ppt/media/image6.png" Id="Re9dbc1c565de46e5" /><Relationship Type="http://schemas.openxmlformats.org/officeDocument/2006/relationships/image" Target="/ppt/media/image7.png" Id="Rb9f97848507a4222" /><Relationship Type="http://schemas.openxmlformats.org/officeDocument/2006/relationships/image" Target="/ppt/media/image8.png" Id="R3b157116719f4037" /><Relationship Type="http://schemas.openxmlformats.org/officeDocument/2006/relationships/image" Target="/ppt/media/image9.png" Id="R21e02c588fc94b2d" /><Relationship Type="http://schemas.openxmlformats.org/officeDocument/2006/relationships/image" Target="/ppt/media/image10.png" Id="R217979c701c64d97" /><Relationship Type="http://schemas.openxmlformats.org/officeDocument/2006/relationships/image" Target="/ppt/media/image11.png" Id="Ra83383ef90f24bab" /><Relationship Type="http://schemas.openxmlformats.org/officeDocument/2006/relationships/image" Target="/ppt/media/image12.png" Id="R26e2a0c4e11849d6" /><Relationship Type="http://schemas.openxmlformats.org/officeDocument/2006/relationships/image" Target="/ppt/media/image13.png" Id="R0a77530a425d4c32" /><Relationship Type="http://schemas.openxmlformats.org/officeDocument/2006/relationships/image" Target="/ppt/media/image14.png" Id="R1938a1d6f98a4fc1" /><Relationship Type="http://schemas.openxmlformats.org/officeDocument/2006/relationships/image" Target="/ppt/media/image15.png" Id="Ra0e4cb6766924a4f" /><Relationship Type="http://schemas.openxmlformats.org/officeDocument/2006/relationships/image" Target="/ppt/media/image16.png" Id="Rb062e08f9ff94668" /><Relationship Type="http://schemas.openxmlformats.org/officeDocument/2006/relationships/notesSlide" Target="/ppt/notesSlides/notesSlide4.xml" Id="Rb15536cd469b4a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d1f654c0047e6" /><Relationship Type="http://schemas.openxmlformats.org/officeDocument/2006/relationships/notesSlide" Target="/ppt/notesSlides/notesSlide5.xml" Id="R3d7b00a2d13548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ae89f5a194ee4" /><Relationship Type="http://schemas.openxmlformats.org/officeDocument/2006/relationships/notesSlide" Target="/ppt/notesSlides/notesSlide6.xml" Id="Rba84a6a5cd2c4d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597554eca4c53" /><Relationship Type="http://schemas.openxmlformats.org/officeDocument/2006/relationships/notesSlide" Target="/ppt/notesSlides/notesSlide7.xml" Id="R62291157c20147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17328150b4f11" /><Relationship Type="http://schemas.openxmlformats.org/officeDocument/2006/relationships/notesSlide" Target="/ppt/notesSlides/notesSlide8.xml" Id="Ra541ec7c1d1a44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2ff75a4e64ca4" /><Relationship Type="http://schemas.openxmlformats.org/officeDocument/2006/relationships/notesSlide" Target="/ppt/notesSlides/notesSlide9.xml" Id="Rf918881ef43e47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65aedf6524b58" /><Relationship Type="http://schemas.openxmlformats.org/officeDocument/2006/relationships/notesSlide" Target="/ppt/notesSlides/notesSlide10.xml" Id="R9f28c2986b3f4b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296bd516d48ec" /><Relationship Type="http://schemas.openxmlformats.org/officeDocument/2006/relationships/notesSlide" Target="/ppt/notesSlides/notesSlide11.xml" Id="R8b34a893aead42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c36b0dd9d460c" /><Relationship Type="http://schemas.openxmlformats.org/officeDocument/2006/relationships/notesSlide" Target="/ppt/notesSlides/notesSlide12.xml" Id="R84c5f9d6378547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ae71b543d40e6" /><Relationship Type="http://schemas.openxmlformats.org/officeDocument/2006/relationships/notesSlide" Target="/ppt/notesSlides/notesSlide13.xml" Id="Rab2cf7917b034b4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f4872e8d946ad" /><Relationship Type="http://schemas.openxmlformats.org/officeDocument/2006/relationships/notesSlide" Target="/ppt/notesSlides/notesSlide14.xml" Id="Rbb291f0c385a4d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d41ded52d4e95" /><Relationship Type="http://schemas.openxmlformats.org/officeDocument/2006/relationships/notesSlide" Target="/ppt/notesSlides/notesSlide15.xml" Id="R95e507d831b847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bb1b09deb402c" /><Relationship Type="http://schemas.openxmlformats.org/officeDocument/2006/relationships/notesSlide" Target="/ppt/notesSlides/notesSlide16.xml" Id="Rc8c5767fed1a4d1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695f9d6a348b7" /><Relationship Type="http://schemas.openxmlformats.org/officeDocument/2006/relationships/notesSlide" Target="/ppt/notesSlides/notesSlide17.xml" Id="R30c17f710d994f1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3a30cc3044519" /><Relationship Type="http://schemas.openxmlformats.org/officeDocument/2006/relationships/notesSlide" Target="/ppt/notesSlides/notesSlide18.xml" Id="R3af8697a32c6439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31dad52f84bfc" /><Relationship Type="http://schemas.openxmlformats.org/officeDocument/2006/relationships/notesSlide" Target="/ppt/notesSlides/notesSlide19.xml" Id="R1d3aa1c0bebd49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1-1">
            <a:extLst xmlns:a="http://schemas.openxmlformats.org/drawingml/2006/main">
              <a:ext uri="{FF2B5EF4-FFF2-40B4-BE49-F238E27FC236}">
                <a16:creationId xmlns:a16="http://schemas.microsoft.com/office/drawing/2014/main" id="{B6E9C5C9-13C7-4587-8AD5-E4653AAD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ระบบประตูเลื่อนอัตโนมัติ</a:t>
            </a:r>
          </a:p>
        </p:txBody>
      </p:sp>
      <p:sp>
        <p:nvSpPr>
          <p:cNvPr id="2" name="s1-2">
            <a:extLst xmlns:a="http://schemas.openxmlformats.org/drawingml/2006/main">
              <a:ext uri="{FF2B5EF4-FFF2-40B4-BE49-F238E27FC236}">
                <a16:creationId xmlns:a16="http://schemas.microsoft.com/office/drawing/2014/main" id="{231CC197-7AD4-47F8-803D-6647D5C8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ตรวจจับสิ่งกีดขวางและเปิดประตูกลับ</a:t>
            </a:r>
          </a:p>
        </p:txBody>
      </p:sp>
      <p:sp>
        <p:nvSpPr>
          <p:cNvPr id="3" name="s1-3">
            <a:extLst xmlns:a="http://schemas.openxmlformats.org/drawingml/2006/main">
              <a:ext uri="{FF2B5EF4-FFF2-40B4-BE49-F238E27FC236}">
                <a16:creationId xmlns:a16="http://schemas.microsoft.com/office/drawing/2014/main" id="{2DFEE76A-40BA-4FD6-A1C5-61E4C8CC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-4">
            <a:extLst xmlns:a="http://schemas.openxmlformats.org/drawingml/2006/main">
              <a:ext uri="{FF2B5EF4-FFF2-40B4-BE49-F238E27FC236}">
                <a16:creationId xmlns:a16="http://schemas.microsoft.com/office/drawing/2014/main" id="{767A1D29-47C9-46B9-8178-8027953E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s1-5">
            <a:extLst xmlns:a="http://schemas.openxmlformats.org/drawingml/2006/main">
              <a:ext uri="{FF2B5EF4-FFF2-40B4-BE49-F238E27FC236}">
                <a16:creationId xmlns:a16="http://schemas.microsoft.com/office/drawing/2014/main" id="{98366E83-6AFA-420C-B68B-5412DADE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1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Sliding Door Safety Control</a:t>
            </a:r>
          </a:p>
        </p:txBody>
      </p:sp>
      <p:sp>
        <p:nvSpPr>
          <p:cNvPr id="6" name="s1-6">
            <a:extLst xmlns:a="http://schemas.openxmlformats.org/drawingml/2006/main">
              <a:ext uri="{FF2B5EF4-FFF2-40B4-BE49-F238E27FC236}">
                <a16:creationId xmlns:a16="http://schemas.microsoft.com/office/drawing/2014/main" id="{B779DDCA-9BEA-4C77-854C-C2A40DDB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009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โครงงานระบบสมองกลฝังตัว</a:t>
            </a:r>
          </a:p>
          <a:p xmlns:a="http://schemas.openxmlformats.org/drawingml/2006/main">
            <a:pPr algn="l">
              <a:defRPr sz="33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3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ไมโครคอนโทรลเลอร์ 8051</a:t>
            </a:r>
          </a:p>
        </p:txBody>
      </p:sp>
      <p:sp>
        <p:nvSpPr>
          <p:cNvPr id="7" name="s1-7">
            <a:extLst xmlns:a="http://schemas.openxmlformats.org/drawingml/2006/main">
              <a:ext uri="{FF2B5EF4-FFF2-40B4-BE49-F238E27FC236}">
                <a16:creationId xmlns:a16="http://schemas.microsoft.com/office/drawing/2014/main" id="{FFCF9103-EAA7-4D75-B0BF-5442C576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กลุ่มที่ 1</a:t>
            </a:r>
          </a:p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66362416  นายธีรภัทร ภู่ระย้า  ลำดับที่ 4</a:t>
            </a:r>
          </a:p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66363116  นางสาวปราณปรียา ศรียอง  ลำดับที่ 7</a:t>
            </a:r>
          </a:p>
        </p:txBody>
      </p:sp>
      <p:sp>
        <p:nvSpPr>
          <p:cNvPr id="8" name="s1-8">
            <a:extLst xmlns:a="http://schemas.openxmlformats.org/drawingml/2006/main">
              <a:ext uri="{FF2B5EF4-FFF2-40B4-BE49-F238E27FC236}">
                <a16:creationId xmlns:a16="http://schemas.microsoft.com/office/drawing/2014/main" id="{4F948E9D-C1A3-4F3A-ACA9-94CADBB9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8390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อาจารย์ที่ปรึกษา ดร.แสงชัย มังกรทอง</a:t>
            </a:r>
          </a:p>
        </p:txBody>
      </p:sp>
      <p:sp>
        <p:nvSpPr>
          <p:cNvPr id="9" name="diagram-9">
            <a:extLst xmlns:a="http://schemas.openxmlformats.org/drawingml/2006/main">
              <a:ext uri="{FF2B5EF4-FFF2-40B4-BE49-F238E27FC236}">
                <a16:creationId xmlns:a16="http://schemas.microsoft.com/office/drawing/2014/main" id="{47F37080-B2B2-4AB3-907A-FE95EF5C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838575"/>
            <a:ext cx="5857875" cy="3371850"/>
          </a:xfrm>
          <a:custGeom xmlns:a="http://schemas.openxmlformats.org/drawingml/2006/main">
            <a:pathLst>
              <a:path w="5857875" h="3371850">
                <a:moveTo>
                  <a:pt x="167368" y="605204"/>
                </a:moveTo>
                <a:lnTo>
                  <a:pt x="5690507" y="605204"/>
                </a:lnTo>
                <a:lnTo>
                  <a:pt x="5690507" y="3155706"/>
                </a:lnTo>
                <a:lnTo>
                  <a:pt x="167368" y="3155706"/>
                </a:lnTo>
                <a:lnTo>
                  <a:pt x="167368" y="605204"/>
                </a:lnTo>
                <a:moveTo>
                  <a:pt x="2887096" y="605204"/>
                </a:moveTo>
                <a:lnTo>
                  <a:pt x="2887096" y="3155706"/>
                </a:lnTo>
                <a:moveTo>
                  <a:pt x="83684" y="414997"/>
                </a:moveTo>
                <a:lnTo>
                  <a:pt x="5774191" y="414997"/>
                </a:lnTo>
                <a:moveTo>
                  <a:pt x="167368" y="3216226"/>
                </a:moveTo>
                <a:lnTo>
                  <a:pt x="5690507" y="3216226"/>
                </a:lnTo>
                <a:moveTo>
                  <a:pt x="376578" y="121041"/>
                </a:moveTo>
                <a:lnTo>
                  <a:pt x="5397613" y="121041"/>
                </a:lnTo>
                <a:lnTo>
                  <a:pt x="5397613" y="311248"/>
                </a:lnTo>
                <a:lnTo>
                  <a:pt x="376578" y="311248"/>
                </a:lnTo>
                <a:lnTo>
                  <a:pt x="376578" y="121041"/>
                </a:lnTo>
                <a:moveTo>
                  <a:pt x="543946" y="311248"/>
                </a:moveTo>
                <a:lnTo>
                  <a:pt x="543946" y="561975"/>
                </a:lnTo>
                <a:moveTo>
                  <a:pt x="5230246" y="311248"/>
                </a:moveTo>
                <a:lnTo>
                  <a:pt x="5230246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E293B"/>
            </a:solidFill>
          </a:ln>
        </p:spPr>
      </p:sp>
      <p:sp>
        <p:nvSpPr>
          <p:cNvPr id="10" name="diagram-10">
            <a:extLst xmlns:a="http://schemas.openxmlformats.org/drawingml/2006/main">
              <a:ext uri="{FF2B5EF4-FFF2-40B4-BE49-F238E27FC236}">
                <a16:creationId xmlns:a16="http://schemas.microsoft.com/office/drawing/2014/main" id="{17205C10-2ABF-47B0-BE04-4B7ABE03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838575"/>
            <a:ext cx="5857875" cy="3371850"/>
          </a:xfrm>
          <a:custGeom xmlns:a="http://schemas.openxmlformats.org/drawingml/2006/main">
            <a:pathLst>
              <a:path w="5857875" h="3371850">
                <a:moveTo>
                  <a:pt x="2928938" y="674370"/>
                </a:moveTo>
                <a:lnTo>
                  <a:pt x="5539876" y="674370"/>
                </a:lnTo>
                <a:lnTo>
                  <a:pt x="5539876" y="3103831"/>
                </a:lnTo>
                <a:lnTo>
                  <a:pt x="2928938" y="3103831"/>
                </a:lnTo>
                <a:lnTo>
                  <a:pt x="2928938" y="674370"/>
                </a:lnTo>
                <a:moveTo>
                  <a:pt x="5146562" y="1608113"/>
                </a:moveTo>
                <a:lnTo>
                  <a:pt x="5146562" y="2100922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11" name="diagram-11">
            <a:extLst xmlns:a="http://schemas.openxmlformats.org/drawingml/2006/main">
              <a:ext uri="{FF2B5EF4-FFF2-40B4-BE49-F238E27FC236}">
                <a16:creationId xmlns:a16="http://schemas.microsoft.com/office/drawing/2014/main" id="{A3B86E37-51F2-4BBB-8FEA-69CAF252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838575"/>
            <a:ext cx="5857875" cy="3371850"/>
          </a:xfrm>
          <a:custGeom xmlns:a="http://schemas.openxmlformats.org/drawingml/2006/main">
            <a:pathLst>
              <a:path w="5857875" h="3371850">
                <a:moveTo>
                  <a:pt x="66947" y="1685925"/>
                </a:moveTo>
                <a:lnTo>
                  <a:pt x="2845254" y="1685925"/>
                </a:lnTo>
                <a:moveTo>
                  <a:pt x="66947" y="2766646"/>
                </a:moveTo>
                <a:lnTo>
                  <a:pt x="2845254" y="276664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-12">
            <a:extLst xmlns:a="http://schemas.openxmlformats.org/drawingml/2006/main">
              <a:ext uri="{FF2B5EF4-FFF2-40B4-BE49-F238E27FC236}">
                <a16:creationId xmlns:a16="http://schemas.microsoft.com/office/drawing/2014/main" id="{3C47A111-E579-443F-8218-89B794F7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20751"/>
            <a:ext cx="117158" cy="207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-13">
            <a:extLst xmlns:a="http://schemas.openxmlformats.org/drawingml/2006/main">
              <a:ext uri="{FF2B5EF4-FFF2-40B4-BE49-F238E27FC236}">
                <a16:creationId xmlns:a16="http://schemas.microsoft.com/office/drawing/2014/main" id="{48CE2D5B-971A-4500-A265-53C4D1D0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898" y="5420751"/>
            <a:ext cx="117158" cy="207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4" name="s1-14">
            <a:extLst xmlns:a="http://schemas.openxmlformats.org/drawingml/2006/main">
              <a:ext uri="{FF2B5EF4-FFF2-40B4-BE49-F238E27FC236}">
                <a16:creationId xmlns:a16="http://schemas.microsoft.com/office/drawing/2014/main" id="{A6FEC7B6-D5CD-492D-A835-1FA431B9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01472"/>
            <a:ext cx="117158" cy="207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-15">
            <a:extLst xmlns:a="http://schemas.openxmlformats.org/drawingml/2006/main">
              <a:ext uri="{FF2B5EF4-FFF2-40B4-BE49-F238E27FC236}">
                <a16:creationId xmlns:a16="http://schemas.microsoft.com/office/drawing/2014/main" id="{5BCC3C8B-CF0A-4E66-9642-EFCFA6FE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898" y="6501472"/>
            <a:ext cx="117158" cy="2074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6" name="s1-16">
            <a:extLst xmlns:a="http://schemas.openxmlformats.org/drawingml/2006/main">
              <a:ext uri="{FF2B5EF4-FFF2-40B4-BE49-F238E27FC236}">
                <a16:creationId xmlns:a16="http://schemas.microsoft.com/office/drawing/2014/main" id="{EF4C2733-EA0D-4FDE-86ED-C58C3371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8429" y="3622431"/>
            <a:ext cx="3682093" cy="328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มอเตอร์และสายพาน</a:t>
            </a:r>
          </a:p>
        </p:txBody>
      </p:sp>
      <p:sp>
        <p:nvSpPr>
          <p:cNvPr id="17" name="s1-17">
            <a:extLst xmlns:a="http://schemas.openxmlformats.org/drawingml/2006/main">
              <a:ext uri="{FF2B5EF4-FFF2-40B4-BE49-F238E27FC236}">
                <a16:creationId xmlns:a16="http://schemas.microsoft.com/office/drawing/2014/main" id="{CB5AE4FA-4191-4047-9A19-B4E68179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2118" y="7123967"/>
            <a:ext cx="543946" cy="31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LC</a:t>
            </a:r>
          </a:p>
        </p:txBody>
      </p:sp>
      <p:sp>
        <p:nvSpPr>
          <p:cNvPr id="18" name="s1-18">
            <a:extLst xmlns:a="http://schemas.openxmlformats.org/drawingml/2006/main">
              <a:ext uri="{FF2B5EF4-FFF2-40B4-BE49-F238E27FC236}">
                <a16:creationId xmlns:a16="http://schemas.microsoft.com/office/drawing/2014/main" id="{C7680DD5-322B-4D51-8B3C-C83C8123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13944" y="7123967"/>
            <a:ext cx="627629" cy="31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LO</a:t>
            </a:r>
          </a:p>
        </p:txBody>
      </p:sp>
    </p:spTree>
    <p:extLst>
      <p:ext uri="{BB962C8B-B14F-4D97-AF65-F5344CB8AC3E}">
        <p14:creationId xmlns:p14="http://schemas.microsoft.com/office/powerpoint/2010/main" val="1207644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2-19">
            <a:extLst xmlns:a="http://schemas.openxmlformats.org/drawingml/2006/main">
              <a:ext uri="{FF2B5EF4-FFF2-40B4-BE49-F238E27FC236}">
                <a16:creationId xmlns:a16="http://schemas.microsoft.com/office/drawing/2014/main" id="{912B655B-D17F-4FF0-941B-F9EBB755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ปัญหาของประตูเดิมและแนวทางแก้ไข</a:t>
            </a:r>
          </a:p>
        </p:txBody>
      </p:sp>
      <p:sp>
        <p:nvSpPr>
          <p:cNvPr id="2" name="s2-20">
            <a:extLst xmlns:a="http://schemas.openxmlformats.org/drawingml/2006/main">
              <a:ext uri="{FF2B5EF4-FFF2-40B4-BE49-F238E27FC236}">
                <a16:creationId xmlns:a16="http://schemas.microsoft.com/office/drawing/2014/main" id="{3F607403-80CB-4A2A-8ABC-EE1A8DD2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เด็กหรือสัตว์เลี้ยงอาจเดินตามเข้ามาในขณะที่ประตูกำลังปิด</a:t>
            </a:r>
          </a:p>
        </p:txBody>
      </p:sp>
      <p:sp>
        <p:nvSpPr>
          <p:cNvPr id="3" name="s2-21">
            <a:extLst xmlns:a="http://schemas.openxmlformats.org/drawingml/2006/main">
              <a:ext uri="{FF2B5EF4-FFF2-40B4-BE49-F238E27FC236}">
                <a16:creationId xmlns:a16="http://schemas.microsoft.com/office/drawing/2014/main" id="{C9C747BA-8CB3-4E3A-9D0D-1E2567EA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2-22">
            <a:extLst xmlns:a="http://schemas.openxmlformats.org/drawingml/2006/main">
              <a:ext uri="{FF2B5EF4-FFF2-40B4-BE49-F238E27FC236}">
                <a16:creationId xmlns:a16="http://schemas.microsoft.com/office/drawing/2014/main" id="{E1E8742A-C876-492C-87CB-77BBC3A0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5" name="s2-23">
            <a:extLst xmlns:a="http://schemas.openxmlformats.org/drawingml/2006/main">
              <a:ext uri="{FF2B5EF4-FFF2-40B4-BE49-F238E27FC236}">
                <a16:creationId xmlns:a16="http://schemas.microsoft.com/office/drawing/2014/main" id="{3955F0D2-A944-419C-BB17-9B6D1E3E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7753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ประตูเดิมปิดตามเวลา</a:t>
            </a:r>
          </a:p>
        </p:txBody>
      </p:sp>
      <p:sp>
        <p:nvSpPr>
          <p:cNvPr id="6" name="s2-24">
            <a:extLst xmlns:a="http://schemas.openxmlformats.org/drawingml/2006/main">
              <a:ext uri="{FF2B5EF4-FFF2-40B4-BE49-F238E27FC236}">
                <a16:creationId xmlns:a16="http://schemas.microsoft.com/office/drawing/2014/main" id="{6820FE35-1D47-4BBC-A55A-3E5DF0F3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95575"/>
            <a:ext cx="7753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8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เพิ่มลำแสงตรวจจับสองระดับ</a:t>
            </a:r>
          </a:p>
        </p:txBody>
      </p:sp>
      <p:sp>
        <p:nvSpPr>
          <p:cNvPr id="7" name="s2-25">
            <a:extLst xmlns:a="http://schemas.openxmlformats.org/drawingml/2006/main">
              <a:ext uri="{FF2B5EF4-FFF2-40B4-BE49-F238E27FC236}">
                <a16:creationId xmlns:a16="http://schemas.microsoft.com/office/drawing/2014/main" id="{CFB80457-357A-40F5-86DA-5D068071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14625"/>
            <a:ext cx="95" cy="5514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8" name="diagram-26">
            <a:extLst xmlns:a="http://schemas.openxmlformats.org/drawingml/2006/main">
              <a:ext uri="{FF2B5EF4-FFF2-40B4-BE49-F238E27FC236}">
                <a16:creationId xmlns:a16="http://schemas.microsoft.com/office/drawing/2014/main" id="{290A62DF-B844-44C9-8C4C-42FFCE1E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71900"/>
            <a:ext cx="6905625" cy="3429000"/>
          </a:xfrm>
          <a:custGeom xmlns:a="http://schemas.openxmlformats.org/drawingml/2006/main">
            <a:pathLst>
              <a:path w="6905625" h="3429000">
                <a:moveTo>
                  <a:pt x="197304" y="615462"/>
                </a:moveTo>
                <a:lnTo>
                  <a:pt x="6708321" y="615462"/>
                </a:lnTo>
                <a:lnTo>
                  <a:pt x="6708321" y="3209192"/>
                </a:lnTo>
                <a:lnTo>
                  <a:pt x="197304" y="3209192"/>
                </a:lnTo>
                <a:lnTo>
                  <a:pt x="197304" y="615462"/>
                </a:lnTo>
                <a:moveTo>
                  <a:pt x="3403487" y="615462"/>
                </a:moveTo>
                <a:lnTo>
                  <a:pt x="3403487" y="3209192"/>
                </a:lnTo>
                <a:moveTo>
                  <a:pt x="98652" y="422031"/>
                </a:moveTo>
                <a:lnTo>
                  <a:pt x="6806973" y="422031"/>
                </a:lnTo>
                <a:moveTo>
                  <a:pt x="197304" y="3270738"/>
                </a:moveTo>
                <a:lnTo>
                  <a:pt x="6708321" y="3270738"/>
                </a:lnTo>
                <a:moveTo>
                  <a:pt x="443933" y="123092"/>
                </a:moveTo>
                <a:lnTo>
                  <a:pt x="6363040" y="123092"/>
                </a:lnTo>
                <a:lnTo>
                  <a:pt x="6363040" y="316523"/>
                </a:lnTo>
                <a:lnTo>
                  <a:pt x="443933" y="316523"/>
                </a:lnTo>
                <a:lnTo>
                  <a:pt x="443933" y="123092"/>
                </a:lnTo>
                <a:moveTo>
                  <a:pt x="641237" y="316523"/>
                </a:moveTo>
                <a:lnTo>
                  <a:pt x="641237" y="571500"/>
                </a:lnTo>
                <a:moveTo>
                  <a:pt x="6165737" y="316523"/>
                </a:moveTo>
                <a:lnTo>
                  <a:pt x="6165737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E293B"/>
            </a:solidFill>
          </a:ln>
        </p:spPr>
      </p:sp>
      <p:sp>
        <p:nvSpPr>
          <p:cNvPr id="9" name="diagram-27">
            <a:extLst xmlns:a="http://schemas.openxmlformats.org/drawingml/2006/main">
              <a:ext uri="{FF2B5EF4-FFF2-40B4-BE49-F238E27FC236}">
                <a16:creationId xmlns:a16="http://schemas.microsoft.com/office/drawing/2014/main" id="{6DDCB887-AA6C-4F6E-88D8-62FA8EA8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71900"/>
            <a:ext cx="6905625" cy="3429000"/>
          </a:xfrm>
          <a:custGeom xmlns:a="http://schemas.openxmlformats.org/drawingml/2006/main">
            <a:pathLst>
              <a:path w="6905625" h="3429000">
                <a:moveTo>
                  <a:pt x="1825058" y="685800"/>
                </a:moveTo>
                <a:lnTo>
                  <a:pt x="4902994" y="685800"/>
                </a:lnTo>
                <a:lnTo>
                  <a:pt x="4902994" y="3156438"/>
                </a:lnTo>
                <a:lnTo>
                  <a:pt x="1825058" y="3156438"/>
                </a:lnTo>
                <a:lnTo>
                  <a:pt x="1825058" y="685800"/>
                </a:lnTo>
                <a:moveTo>
                  <a:pt x="4439330" y="1635369"/>
                </a:moveTo>
                <a:lnTo>
                  <a:pt x="4439330" y="213653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10" name="s2-28">
            <a:extLst xmlns:a="http://schemas.openxmlformats.org/drawingml/2006/main">
              <a:ext uri="{FF2B5EF4-FFF2-40B4-BE49-F238E27FC236}">
                <a16:creationId xmlns:a16="http://schemas.microsoft.com/office/drawing/2014/main" id="{587C335D-14E8-41E6-A736-C675EFF8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772" y="4914900"/>
            <a:ext cx="128247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1" name="s2-29">
            <a:extLst xmlns:a="http://schemas.openxmlformats.org/drawingml/2006/main">
              <a:ext uri="{FF2B5EF4-FFF2-40B4-BE49-F238E27FC236}">
                <a16:creationId xmlns:a16="http://schemas.microsoft.com/office/drawing/2014/main" id="{DFCC4E16-3959-44BA-8553-D1D249F8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890622" y="4857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2" name="s2-30">
            <a:extLst xmlns:a="http://schemas.openxmlformats.org/drawingml/2006/main">
              <a:ext uri="{FF2B5EF4-FFF2-40B4-BE49-F238E27FC236}">
                <a16:creationId xmlns:a16="http://schemas.microsoft.com/office/drawing/2014/main" id="{2B529643-8D5B-4CD8-96AB-B3C1CA31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344" y="5635869"/>
            <a:ext cx="374877" cy="3341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3" name="diagram-31">
            <a:extLst xmlns:a="http://schemas.openxmlformats.org/drawingml/2006/main">
              <a:ext uri="{FF2B5EF4-FFF2-40B4-BE49-F238E27FC236}">
                <a16:creationId xmlns:a16="http://schemas.microsoft.com/office/drawing/2014/main" id="{D38281D8-EB56-409E-850B-6439D707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0153" y="6013938"/>
            <a:ext cx="532720" cy="905608"/>
          </a:xfrm>
          <a:custGeom xmlns:a="http://schemas.openxmlformats.org/drawingml/2006/main">
            <a:pathLst>
              <a:path w="532720" h="905608">
                <a:moveTo>
                  <a:pt x="0" y="0"/>
                </a:moveTo>
                <a:lnTo>
                  <a:pt x="532720" y="0"/>
                </a:lnTo>
                <a:lnTo>
                  <a:pt x="532720" y="545123"/>
                </a:lnTo>
                <a:lnTo>
                  <a:pt x="384742" y="545123"/>
                </a:lnTo>
                <a:lnTo>
                  <a:pt x="384742" y="905608"/>
                </a:lnTo>
                <a:lnTo>
                  <a:pt x="276225" y="905608"/>
                </a:lnTo>
                <a:lnTo>
                  <a:pt x="276225" y="545123"/>
                </a:lnTo>
                <a:lnTo>
                  <a:pt x="157843" y="545123"/>
                </a:lnTo>
                <a:lnTo>
                  <a:pt x="157843" y="905608"/>
                </a:lnTo>
                <a:lnTo>
                  <a:pt x="49326" y="905608"/>
                </a:lnTo>
                <a:lnTo>
                  <a:pt x="49326" y="0"/>
                </a:lnTo>
              </a:path>
            </a:pathLst>
          </a:cu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</a:ln>
        </p:spPr>
      </p:sp>
      <p:sp>
        <p:nvSpPr>
          <p:cNvPr id="14" name="s2-32">
            <a:extLst xmlns:a="http://schemas.openxmlformats.org/drawingml/2006/main">
              <a:ext uri="{FF2B5EF4-FFF2-40B4-BE49-F238E27FC236}">
                <a16:creationId xmlns:a16="http://schemas.microsoft.com/office/drawing/2014/main" id="{C7D62609-39E7-4DBD-AC84-BBD057D6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536" y="3552092"/>
            <a:ext cx="4340679" cy="33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มอเตอร์และสายพาน</a:t>
            </a:r>
          </a:p>
        </p:txBody>
      </p:sp>
      <p:sp>
        <p:nvSpPr>
          <p:cNvPr id="15" name="s2-33">
            <a:extLst xmlns:a="http://schemas.openxmlformats.org/drawingml/2006/main">
              <a:ext uri="{FF2B5EF4-FFF2-40B4-BE49-F238E27FC236}">
                <a16:creationId xmlns:a16="http://schemas.microsoft.com/office/drawing/2014/main" id="{7DB0FE3E-90A7-48FC-95A8-06D16217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0804" y="7112977"/>
            <a:ext cx="641237" cy="316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LC</a:t>
            </a:r>
          </a:p>
        </p:txBody>
      </p:sp>
      <p:sp>
        <p:nvSpPr>
          <p:cNvPr id="16" name="s2-34">
            <a:extLst xmlns:a="http://schemas.openxmlformats.org/drawingml/2006/main">
              <a:ext uri="{FF2B5EF4-FFF2-40B4-BE49-F238E27FC236}">
                <a16:creationId xmlns:a16="http://schemas.microsoft.com/office/drawing/2014/main" id="{8831DA76-7C3F-4106-878A-1C3F0DF4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3281" y="7112977"/>
            <a:ext cx="739888" cy="316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LO</a:t>
            </a:r>
          </a:p>
        </p:txBody>
      </p:sp>
      <p:sp>
        <p:nvSpPr>
          <p:cNvPr id="17" name="diagram-35">
            <a:extLst xmlns:a="http://schemas.openxmlformats.org/drawingml/2006/main">
              <a:ext uri="{FF2B5EF4-FFF2-40B4-BE49-F238E27FC236}">
                <a16:creationId xmlns:a16="http://schemas.microsoft.com/office/drawing/2014/main" id="{E9D4EEA3-22EC-46FA-8E14-663BF20F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71900"/>
            <a:ext cx="6905625" cy="3429000"/>
          </a:xfrm>
          <a:custGeom xmlns:a="http://schemas.openxmlformats.org/drawingml/2006/main">
            <a:pathLst>
              <a:path w="6905625" h="3429000">
                <a:moveTo>
                  <a:pt x="197304" y="615462"/>
                </a:moveTo>
                <a:lnTo>
                  <a:pt x="6708321" y="615462"/>
                </a:lnTo>
                <a:lnTo>
                  <a:pt x="6708321" y="3209192"/>
                </a:lnTo>
                <a:lnTo>
                  <a:pt x="197304" y="3209192"/>
                </a:lnTo>
                <a:lnTo>
                  <a:pt x="197304" y="615462"/>
                </a:lnTo>
                <a:moveTo>
                  <a:pt x="3403487" y="615462"/>
                </a:moveTo>
                <a:lnTo>
                  <a:pt x="3403487" y="3209192"/>
                </a:lnTo>
                <a:moveTo>
                  <a:pt x="98652" y="422031"/>
                </a:moveTo>
                <a:lnTo>
                  <a:pt x="6806973" y="422031"/>
                </a:lnTo>
                <a:moveTo>
                  <a:pt x="197304" y="3270738"/>
                </a:moveTo>
                <a:lnTo>
                  <a:pt x="6708321" y="3270738"/>
                </a:lnTo>
                <a:moveTo>
                  <a:pt x="443933" y="123092"/>
                </a:moveTo>
                <a:lnTo>
                  <a:pt x="6363040" y="123092"/>
                </a:lnTo>
                <a:lnTo>
                  <a:pt x="6363040" y="316523"/>
                </a:lnTo>
                <a:lnTo>
                  <a:pt x="443933" y="316523"/>
                </a:lnTo>
                <a:lnTo>
                  <a:pt x="443933" y="123092"/>
                </a:lnTo>
                <a:moveTo>
                  <a:pt x="641237" y="316523"/>
                </a:moveTo>
                <a:lnTo>
                  <a:pt x="641237" y="571500"/>
                </a:lnTo>
                <a:moveTo>
                  <a:pt x="6165737" y="316523"/>
                </a:moveTo>
                <a:lnTo>
                  <a:pt x="6165737" y="57150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E293B"/>
            </a:solidFill>
          </a:ln>
        </p:spPr>
      </p:sp>
      <p:sp>
        <p:nvSpPr>
          <p:cNvPr id="18" name="diagram-36">
            <a:extLst xmlns:a="http://schemas.openxmlformats.org/drawingml/2006/main">
              <a:ext uri="{FF2B5EF4-FFF2-40B4-BE49-F238E27FC236}">
                <a16:creationId xmlns:a16="http://schemas.microsoft.com/office/drawing/2014/main" id="{C7CB2A69-820F-4EE0-9604-67A1F53D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71900"/>
            <a:ext cx="6905625" cy="3429000"/>
          </a:xfrm>
          <a:custGeom xmlns:a="http://schemas.openxmlformats.org/drawingml/2006/main">
            <a:pathLst>
              <a:path w="6905625" h="3429000">
                <a:moveTo>
                  <a:pt x="1825058" y="685800"/>
                </a:moveTo>
                <a:lnTo>
                  <a:pt x="4902994" y="685800"/>
                </a:lnTo>
                <a:lnTo>
                  <a:pt x="4902994" y="3156438"/>
                </a:lnTo>
                <a:lnTo>
                  <a:pt x="1825058" y="3156438"/>
                </a:lnTo>
                <a:lnTo>
                  <a:pt x="1825058" y="685800"/>
                </a:lnTo>
                <a:moveTo>
                  <a:pt x="4439330" y="1635369"/>
                </a:moveTo>
                <a:lnTo>
                  <a:pt x="4439330" y="2136531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19" name="diagram-37">
            <a:extLst xmlns:a="http://schemas.openxmlformats.org/drawingml/2006/main">
              <a:ext uri="{FF2B5EF4-FFF2-40B4-BE49-F238E27FC236}">
                <a16:creationId xmlns:a16="http://schemas.microsoft.com/office/drawing/2014/main" id="{0755C117-8F93-4B2F-A2E2-294EB2E4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71900"/>
            <a:ext cx="6905625" cy="3429000"/>
          </a:xfrm>
          <a:custGeom xmlns:a="http://schemas.openxmlformats.org/drawingml/2006/main">
            <a:pathLst>
              <a:path w="6905625" h="3429000">
                <a:moveTo>
                  <a:pt x="78921" y="1714500"/>
                </a:moveTo>
                <a:lnTo>
                  <a:pt x="3354161" y="1714500"/>
                </a:lnTo>
                <a:moveTo>
                  <a:pt x="78921" y="2813538"/>
                </a:moveTo>
                <a:lnTo>
                  <a:pt x="3354161" y="281353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20" name="s2-38">
            <a:extLst xmlns:a="http://schemas.openxmlformats.org/drawingml/2006/main">
              <a:ext uri="{FF2B5EF4-FFF2-40B4-BE49-F238E27FC236}">
                <a16:creationId xmlns:a16="http://schemas.microsoft.com/office/drawing/2014/main" id="{3BA8024D-5425-471D-85A0-B4D72E2F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80892"/>
            <a:ext cx="138113" cy="211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21" name="s2-39">
            <a:extLst xmlns:a="http://schemas.openxmlformats.org/drawingml/2006/main">
              <a:ext uri="{FF2B5EF4-FFF2-40B4-BE49-F238E27FC236}">
                <a16:creationId xmlns:a16="http://schemas.microsoft.com/office/drawing/2014/main" id="{97F81C98-7D41-45AA-AE2E-3C7D090B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815" y="5380892"/>
            <a:ext cx="138113" cy="211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22" name="s2-40">
            <a:extLst xmlns:a="http://schemas.openxmlformats.org/drawingml/2006/main">
              <a:ext uri="{FF2B5EF4-FFF2-40B4-BE49-F238E27FC236}">
                <a16:creationId xmlns:a16="http://schemas.microsoft.com/office/drawing/2014/main" id="{594C3282-17D5-4A42-B1BB-31BEA92C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9931"/>
            <a:ext cx="138113" cy="211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23" name="s2-41">
            <a:extLst xmlns:a="http://schemas.openxmlformats.org/drawingml/2006/main">
              <a:ext uri="{FF2B5EF4-FFF2-40B4-BE49-F238E27FC236}">
                <a16:creationId xmlns:a16="http://schemas.microsoft.com/office/drawing/2014/main" id="{D9EB253F-FD8C-491E-8A7F-1392174B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815" y="6479931"/>
            <a:ext cx="138113" cy="211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24" name="s2-42">
            <a:extLst xmlns:a="http://schemas.openxmlformats.org/drawingml/2006/main">
              <a:ext uri="{FF2B5EF4-FFF2-40B4-BE49-F238E27FC236}">
                <a16:creationId xmlns:a16="http://schemas.microsoft.com/office/drawing/2014/main" id="{564CCB45-46CB-4DE5-9AE9-CD26E812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5522" y="4914900"/>
            <a:ext cx="1282473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25" name="s2-43">
            <a:extLst xmlns:a="http://schemas.openxmlformats.org/drawingml/2006/main">
              <a:ext uri="{FF2B5EF4-FFF2-40B4-BE49-F238E27FC236}">
                <a16:creationId xmlns:a16="http://schemas.microsoft.com/office/drawing/2014/main" id="{9336902F-8B8F-4DA7-B918-7C1B060F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3840846" y="4857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26" name="s2-44">
            <a:extLst xmlns:a="http://schemas.openxmlformats.org/drawingml/2006/main">
              <a:ext uri="{FF2B5EF4-FFF2-40B4-BE49-F238E27FC236}">
                <a16:creationId xmlns:a16="http://schemas.microsoft.com/office/drawing/2014/main" id="{4D48EE97-82BA-486B-B2A8-A363A4CD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7094" y="5635869"/>
            <a:ext cx="374877" cy="3341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7" name="diagram-45">
            <a:extLst xmlns:a="http://schemas.openxmlformats.org/drawingml/2006/main">
              <a:ext uri="{FF2B5EF4-FFF2-40B4-BE49-F238E27FC236}">
                <a16:creationId xmlns:a16="http://schemas.microsoft.com/office/drawing/2014/main" id="{63413B3C-F21E-4A14-8BD7-AD5945C7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903" y="6013938"/>
            <a:ext cx="532720" cy="905608"/>
          </a:xfrm>
          <a:custGeom xmlns:a="http://schemas.openxmlformats.org/drawingml/2006/main">
            <a:pathLst>
              <a:path w="532720" h="905608">
                <a:moveTo>
                  <a:pt x="0" y="0"/>
                </a:moveTo>
                <a:lnTo>
                  <a:pt x="532720" y="0"/>
                </a:lnTo>
                <a:lnTo>
                  <a:pt x="532720" y="545123"/>
                </a:lnTo>
                <a:lnTo>
                  <a:pt x="384742" y="545123"/>
                </a:lnTo>
                <a:lnTo>
                  <a:pt x="384742" y="905608"/>
                </a:lnTo>
                <a:lnTo>
                  <a:pt x="276225" y="905608"/>
                </a:lnTo>
                <a:lnTo>
                  <a:pt x="276225" y="545123"/>
                </a:lnTo>
                <a:lnTo>
                  <a:pt x="157843" y="545123"/>
                </a:lnTo>
                <a:lnTo>
                  <a:pt x="157843" y="905608"/>
                </a:lnTo>
                <a:lnTo>
                  <a:pt x="49326" y="905608"/>
                </a:lnTo>
                <a:lnTo>
                  <a:pt x="49326" y="0"/>
                </a:lnTo>
              </a:path>
            </a:pathLst>
          </a:cu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</a:ln>
        </p:spPr>
      </p:sp>
      <p:sp>
        <p:nvSpPr>
          <p:cNvPr id="28" name="s2-46">
            <a:extLst xmlns:a="http://schemas.openxmlformats.org/drawingml/2006/main">
              <a:ext uri="{FF2B5EF4-FFF2-40B4-BE49-F238E27FC236}">
                <a16:creationId xmlns:a16="http://schemas.microsoft.com/office/drawing/2014/main" id="{10DDA760-2AC2-4B97-925F-6896746A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286" y="3552092"/>
            <a:ext cx="4340679" cy="334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มอเตอร์และสายพาน</a:t>
            </a:r>
          </a:p>
        </p:txBody>
      </p:sp>
      <p:sp>
        <p:nvSpPr>
          <p:cNvPr id="29" name="s2-47">
            <a:extLst xmlns:a="http://schemas.openxmlformats.org/drawingml/2006/main">
              <a:ext uri="{FF2B5EF4-FFF2-40B4-BE49-F238E27FC236}">
                <a16:creationId xmlns:a16="http://schemas.microsoft.com/office/drawing/2014/main" id="{F51DC695-3F1B-437B-9B36-085400E4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554" y="7112977"/>
            <a:ext cx="641237" cy="316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LC</a:t>
            </a:r>
          </a:p>
        </p:txBody>
      </p:sp>
      <p:sp>
        <p:nvSpPr>
          <p:cNvPr id="30" name="s2-48">
            <a:extLst xmlns:a="http://schemas.openxmlformats.org/drawingml/2006/main">
              <a:ext uri="{FF2B5EF4-FFF2-40B4-BE49-F238E27FC236}">
                <a16:creationId xmlns:a16="http://schemas.microsoft.com/office/drawing/2014/main" id="{3B6A33DB-EF9D-4F96-938E-931244C3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1031" y="7112977"/>
            <a:ext cx="739888" cy="316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LO</a:t>
            </a:r>
          </a:p>
        </p:txBody>
      </p:sp>
      <p:sp>
        <p:nvSpPr>
          <p:cNvPr id="31" name="s2-49">
            <a:extLst xmlns:a="http://schemas.openxmlformats.org/drawingml/2006/main">
              <a:ext uri="{FF2B5EF4-FFF2-40B4-BE49-F238E27FC236}">
                <a16:creationId xmlns:a16="http://schemas.microsoft.com/office/drawing/2014/main" id="{35C79A57-8B4C-4D4E-99EC-77B3F91C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43800"/>
            <a:ext cx="7753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ไม่ทราบว่าทางผ่านยังมีสิ่งกีดขวาง</a:t>
            </a:r>
          </a:p>
          <a:p xmlns:a="http://schemas.openxmlformats.org/drawingml/2006/main">
            <a:pPr algn="l">
              <a:defRPr sz="25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บานประตูจึงอาจเคลื่อนเข้าหนีบ</a:t>
            </a:r>
          </a:p>
        </p:txBody>
      </p:sp>
      <p:sp>
        <p:nvSpPr>
          <p:cNvPr id="32" name="s2-50">
            <a:extLst xmlns:a="http://schemas.openxmlformats.org/drawingml/2006/main">
              <a:ext uri="{FF2B5EF4-FFF2-40B4-BE49-F238E27FC236}">
                <a16:creationId xmlns:a16="http://schemas.microsoft.com/office/drawing/2014/main" id="{16AC5165-C0DD-4827-9914-7967FCF1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543800"/>
            <a:ext cx="7753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ตัดแรงขับทันทีเมื่อตรวจพบ</a:t>
            </a:r>
          </a:p>
          <a:p xmlns:a="http://schemas.openxmlformats.org/drawingml/2006/main">
            <a:pPr algn="l">
              <a:defRPr sz="25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รอ 200 ms แล้วเปิดกลับจนสุด</a:t>
            </a:r>
          </a:p>
        </p:txBody>
      </p:sp>
    </p:spTree>
    <p:extLst>
      <p:ext uri="{BB962C8B-B14F-4D97-AF65-F5344CB8AC3E}">
        <p14:creationId xmlns:p14="http://schemas.microsoft.com/office/powerpoint/2010/main" val="4374122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s3-51">
            <a:extLst xmlns:a="http://schemas.openxmlformats.org/drawingml/2006/main">
              <a:ext uri="{FF2B5EF4-FFF2-40B4-BE49-F238E27FC236}">
                <a16:creationId xmlns:a16="http://schemas.microsoft.com/office/drawing/2014/main" id="{EBA075C9-8D9F-49F1-B123-1DA4042C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สถานะการทำงานและตำแหน่งประตู</a:t>
            </a:r>
          </a:p>
        </p:txBody>
      </p:sp>
      <p:sp>
        <p:nvSpPr>
          <p:cNvPr id="2" name="s3-52">
            <a:extLst xmlns:a="http://schemas.openxmlformats.org/drawingml/2006/main">
              <a:ext uri="{FF2B5EF4-FFF2-40B4-BE49-F238E27FC236}">
                <a16:creationId xmlns:a16="http://schemas.microsoft.com/office/drawing/2014/main" id="{42FB4339-BCB5-46D2-816D-A7358493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เส้นทางปกติประกอบด้วย ปิดสนิท กำลังเปิด เปิดค้าง และกำลังปิด</a:t>
            </a:r>
          </a:p>
        </p:txBody>
      </p:sp>
      <p:sp>
        <p:nvSpPr>
          <p:cNvPr id="3" name="s3-53">
            <a:extLst xmlns:a="http://schemas.openxmlformats.org/drawingml/2006/main">
              <a:ext uri="{FF2B5EF4-FFF2-40B4-BE49-F238E27FC236}">
                <a16:creationId xmlns:a16="http://schemas.microsoft.com/office/drawing/2014/main" id="{CB974C80-0501-4D83-A395-FB961A72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3-54">
            <a:extLst xmlns:a="http://schemas.openxmlformats.org/drawingml/2006/main">
              <a:ext uri="{FF2B5EF4-FFF2-40B4-BE49-F238E27FC236}">
                <a16:creationId xmlns:a16="http://schemas.microsoft.com/office/drawing/2014/main" id="{9C0A4CAB-D8C8-44C7-B9FF-72107665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5" name="s3-55">
            <a:extLst xmlns:a="http://schemas.openxmlformats.org/drawingml/2006/main">
              <a:ext uri="{FF2B5EF4-FFF2-40B4-BE49-F238E27FC236}">
                <a16:creationId xmlns:a16="http://schemas.microsoft.com/office/drawing/2014/main" id="{861A25AA-2F92-4731-B724-72D5FBD0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3-56">
            <a:extLst xmlns:a="http://schemas.openxmlformats.org/drawingml/2006/main">
              <a:ext uri="{FF2B5EF4-FFF2-40B4-BE49-F238E27FC236}">
                <a16:creationId xmlns:a16="http://schemas.microsoft.com/office/drawing/2014/main" id="{D675CBB8-220E-4F95-A055-2EFE15E6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START</a:t>
            </a:r>
          </a:p>
        </p:txBody>
      </p:sp>
      <p:sp>
        <p:nvSpPr>
          <p:cNvPr id="7" name="s3-57">
            <a:extLst xmlns:a="http://schemas.openxmlformats.org/drawingml/2006/main">
              <a:ext uri="{FF2B5EF4-FFF2-40B4-BE49-F238E27FC236}">
                <a16:creationId xmlns:a16="http://schemas.microsoft.com/office/drawing/2014/main" id="{6F416048-2A6D-49FE-ADFB-D65F13D5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8" name="s3-58">
            <a:extLst xmlns:a="http://schemas.openxmlformats.org/drawingml/2006/main">
              <a:ext uri="{FF2B5EF4-FFF2-40B4-BE49-F238E27FC236}">
                <a16:creationId xmlns:a16="http://schemas.microsoft.com/office/drawing/2014/main" id="{FD33B6DB-4F7D-4BB6-B0C4-137B4344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2895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CLOSED</a:t>
            </a:r>
          </a:p>
        </p:txBody>
      </p:sp>
      <p:sp>
        <p:nvSpPr>
          <p:cNvPr id="9" name="s3-59">
            <a:extLst xmlns:a="http://schemas.openxmlformats.org/drawingml/2006/main">
              <a:ext uri="{FF2B5EF4-FFF2-40B4-BE49-F238E27FC236}">
                <a16:creationId xmlns:a16="http://schemas.microsoft.com/office/drawing/2014/main" id="{B492473C-941E-49B2-810C-666F0871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7180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3-60">
            <a:extLst xmlns:a="http://schemas.openxmlformats.org/drawingml/2006/main">
              <a:ext uri="{FF2B5EF4-FFF2-40B4-BE49-F238E27FC236}">
                <a16:creationId xmlns:a16="http://schemas.microsoft.com/office/drawing/2014/main" id="{C5DB8666-10BA-4BB1-A1A2-6CC1F6A4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2895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OPENING</a:t>
            </a:r>
          </a:p>
        </p:txBody>
      </p:sp>
      <p:sp>
        <p:nvSpPr>
          <p:cNvPr id="11" name="s3-61">
            <a:extLst xmlns:a="http://schemas.openxmlformats.org/drawingml/2006/main">
              <a:ext uri="{FF2B5EF4-FFF2-40B4-BE49-F238E27FC236}">
                <a16:creationId xmlns:a16="http://schemas.microsoft.com/office/drawing/2014/main" id="{514CA5AE-190B-46AC-87D7-F24782BE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3575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2" name="s3-62">
            <a:extLst xmlns:a="http://schemas.openxmlformats.org/drawingml/2006/main">
              <a:ext uri="{FF2B5EF4-FFF2-40B4-BE49-F238E27FC236}">
                <a16:creationId xmlns:a16="http://schemas.microsoft.com/office/drawing/2014/main" id="{C6EC02CB-5259-4338-9D5F-308D8A94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00725"/>
            <a:ext cx="165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FAULT</a:t>
            </a:r>
          </a:p>
        </p:txBody>
      </p:sp>
      <p:sp>
        <p:nvSpPr>
          <p:cNvPr id="13" name="s3-63">
            <a:extLst xmlns:a="http://schemas.openxmlformats.org/drawingml/2006/main">
              <a:ext uri="{FF2B5EF4-FFF2-40B4-BE49-F238E27FC236}">
                <a16:creationId xmlns:a16="http://schemas.microsoft.com/office/drawing/2014/main" id="{4C4A6529-38AD-45D9-BC97-9AE69681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74357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4" name="s3-64">
            <a:extLst xmlns:a="http://schemas.openxmlformats.org/drawingml/2006/main">
              <a:ext uri="{FF2B5EF4-FFF2-40B4-BE49-F238E27FC236}">
                <a16:creationId xmlns:a16="http://schemas.microsoft.com/office/drawing/2014/main" id="{9598EFFC-474A-4ACE-A66B-5EAC7557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800725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CLOSING</a:t>
            </a:r>
          </a:p>
        </p:txBody>
      </p:sp>
      <p:sp>
        <p:nvSpPr>
          <p:cNvPr id="15" name="s3-65">
            <a:extLst xmlns:a="http://schemas.openxmlformats.org/drawingml/2006/main">
              <a:ext uri="{FF2B5EF4-FFF2-40B4-BE49-F238E27FC236}">
                <a16:creationId xmlns:a16="http://schemas.microsoft.com/office/drawing/2014/main" id="{768BB187-D0F4-4A1B-900F-1E091DC9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743575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6" name="s3-66">
            <a:extLst xmlns:a="http://schemas.openxmlformats.org/drawingml/2006/main">
              <a:ext uri="{FF2B5EF4-FFF2-40B4-BE49-F238E27FC236}">
                <a16:creationId xmlns:a16="http://schemas.microsoft.com/office/drawing/2014/main" id="{E07724BE-DB97-4C25-8BCD-9DCA564D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800725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HOLD</a:t>
            </a:r>
          </a:p>
        </p:txBody>
      </p:sp>
      <p:sp>
        <p:nvSpPr>
          <p:cNvPr id="17" name="s3-67">
            <a:extLst xmlns:a="http://schemas.openxmlformats.org/drawingml/2006/main">
              <a:ext uri="{FF2B5EF4-FFF2-40B4-BE49-F238E27FC236}">
                <a16:creationId xmlns:a16="http://schemas.microsoft.com/office/drawing/2014/main" id="{35B16305-B806-499C-8A96-EDF9E692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77533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8" name="s3-68">
            <a:extLst xmlns:a="http://schemas.openxmlformats.org/drawingml/2006/main">
              <a:ext uri="{FF2B5EF4-FFF2-40B4-BE49-F238E27FC236}">
                <a16:creationId xmlns:a16="http://schemas.microsoft.com/office/drawing/2014/main" id="{81E3126C-761A-4CF3-99DE-29C307C6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81050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REV_WAIT</a:t>
            </a:r>
          </a:p>
        </p:txBody>
      </p:sp>
      <p:sp>
        <p:nvSpPr>
          <p:cNvPr id="19" name="s3-69">
            <a:extLst xmlns:a="http://schemas.openxmlformats.org/drawingml/2006/main">
              <a:ext uri="{FF2B5EF4-FFF2-40B4-BE49-F238E27FC236}">
                <a16:creationId xmlns:a16="http://schemas.microsoft.com/office/drawing/2014/main" id="{71F00A1E-4B3C-4D76-A625-AD1ADA43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77533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20" name="s3-70">
            <a:extLst xmlns:a="http://schemas.openxmlformats.org/drawingml/2006/main">
              <a:ext uri="{FF2B5EF4-FFF2-40B4-BE49-F238E27FC236}">
                <a16:creationId xmlns:a16="http://schemas.microsoft.com/office/drawing/2014/main" id="{80EE69B1-126C-4D2C-9235-BB0FA2BB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7810500"/>
            <a:ext cx="2038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REOPEN</a:t>
            </a:r>
          </a:p>
        </p:txBody>
      </p:sp>
      <p:sp>
        <p:nvSpPr>
          <p:cNvPr id="21" name="s3-71">
            <a:extLst xmlns:a="http://schemas.openxmlformats.org/drawingml/2006/main">
              <a:ext uri="{FF2B5EF4-FFF2-40B4-BE49-F238E27FC236}">
                <a16:creationId xmlns:a16="http://schemas.microsoft.com/office/drawing/2014/main" id="{204BDB0A-3DA8-4B90-BB9A-01DB303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43275"/>
            <a:ext cx="121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22" name="s3-72">
            <a:extLst xmlns:a="http://schemas.openxmlformats.org/drawingml/2006/main">
              <a:ext uri="{FF2B5EF4-FFF2-40B4-BE49-F238E27FC236}">
                <a16:creationId xmlns:a16="http://schemas.microsoft.com/office/drawing/2014/main" id="{A31766D8-E9E9-4E75-AB37-4ED5996A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886200" y="3286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23" name="s3-73">
            <a:extLst xmlns:a="http://schemas.openxmlformats.org/drawingml/2006/main">
              <a:ext uri="{FF2B5EF4-FFF2-40B4-BE49-F238E27FC236}">
                <a16:creationId xmlns:a16="http://schemas.microsoft.com/office/drawing/2014/main" id="{774E4A86-BAFA-4B2F-A5CD-8A1DC4BC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71775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LC = 0</a:t>
            </a:r>
          </a:p>
        </p:txBody>
      </p:sp>
      <p:sp>
        <p:nvSpPr>
          <p:cNvPr id="24" name="s3-74">
            <a:extLst xmlns:a="http://schemas.openxmlformats.org/drawingml/2006/main">
              <a:ext uri="{FF2B5EF4-FFF2-40B4-BE49-F238E27FC236}">
                <a16:creationId xmlns:a16="http://schemas.microsoft.com/office/drawing/2014/main" id="{FEAEBFE3-D380-4B70-98B9-253CE352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43275"/>
            <a:ext cx="2476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25" name="s3-75">
            <a:extLst xmlns:a="http://schemas.openxmlformats.org/drawingml/2006/main">
              <a:ext uri="{FF2B5EF4-FFF2-40B4-BE49-F238E27FC236}">
                <a16:creationId xmlns:a16="http://schemas.microsoft.com/office/drawing/2014/main" id="{6C3A30C8-6182-49D3-9D80-2844175B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53450" y="3286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26" name="s3-76">
            <a:extLst xmlns:a="http://schemas.openxmlformats.org/drawingml/2006/main">
              <a:ext uri="{FF2B5EF4-FFF2-40B4-BE49-F238E27FC236}">
                <a16:creationId xmlns:a16="http://schemas.microsoft.com/office/drawing/2014/main" id="{2AADF6A4-00DE-4DC1-80BD-93C219A4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051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กดปุ่ม 20 ms</a:t>
            </a:r>
          </a:p>
        </p:txBody>
      </p:sp>
      <p:sp>
        <p:nvSpPr>
          <p:cNvPr id="27" name="s3-77">
            <a:extLst xmlns:a="http://schemas.openxmlformats.org/drawingml/2006/main">
              <a:ext uri="{FF2B5EF4-FFF2-40B4-BE49-F238E27FC236}">
                <a16:creationId xmlns:a16="http://schemas.microsoft.com/office/drawing/2014/main" id="{D7B5FD4A-9FDA-4267-A118-0CF2A2AB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33800"/>
            <a:ext cx="2409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หยุดครบ 200 ms</a:t>
            </a:r>
          </a:p>
        </p:txBody>
      </p:sp>
      <p:sp>
        <p:nvSpPr>
          <p:cNvPr id="28" name="s3-78">
            <a:extLst xmlns:a="http://schemas.openxmlformats.org/drawingml/2006/main">
              <a:ext uri="{FF2B5EF4-FFF2-40B4-BE49-F238E27FC236}">
                <a16:creationId xmlns:a16="http://schemas.microsoft.com/office/drawing/2014/main" id="{4925469D-1938-4AA4-ADFB-199D1CAE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714750"/>
            <a:ext cx="95" cy="2028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29" name="s3-79">
            <a:extLst xmlns:a="http://schemas.openxmlformats.org/drawingml/2006/main">
              <a:ext uri="{FF2B5EF4-FFF2-40B4-BE49-F238E27FC236}">
                <a16:creationId xmlns:a16="http://schemas.microsoft.com/office/drawing/2014/main" id="{85D14999-8498-4234-9486-38DE114C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648825" y="56864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30" name="s3-80">
            <a:extLst xmlns:a="http://schemas.openxmlformats.org/drawingml/2006/main">
              <a:ext uri="{FF2B5EF4-FFF2-40B4-BE49-F238E27FC236}">
                <a16:creationId xmlns:a16="http://schemas.microsoft.com/office/drawing/2014/main" id="{6AA8AB2D-08B1-420E-A582-8478FAEB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52950"/>
            <a:ext cx="1057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ถึง LO</a:t>
            </a:r>
          </a:p>
        </p:txBody>
      </p:sp>
      <p:sp>
        <p:nvSpPr>
          <p:cNvPr id="31" name="s3-81">
            <a:extLst xmlns:a="http://schemas.openxmlformats.org/drawingml/2006/main">
              <a:ext uri="{FF2B5EF4-FFF2-40B4-BE49-F238E27FC236}">
                <a16:creationId xmlns:a16="http://schemas.microsoft.com/office/drawing/2014/main" id="{9C302EE8-2DA1-44D5-99AF-BC854F33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115050"/>
            <a:ext cx="2476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32" name="s3-82">
            <a:extLst xmlns:a="http://schemas.openxmlformats.org/drawingml/2006/main">
              <a:ext uri="{FF2B5EF4-FFF2-40B4-BE49-F238E27FC236}">
                <a16:creationId xmlns:a16="http://schemas.microsoft.com/office/drawing/2014/main" id="{574D694A-78BB-4961-ADF8-237ECEAB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076950" y="6057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33" name="s3-83">
            <a:extLst xmlns:a="http://schemas.openxmlformats.org/drawingml/2006/main">
              <a:ext uri="{FF2B5EF4-FFF2-40B4-BE49-F238E27FC236}">
                <a16:creationId xmlns:a16="http://schemas.microsoft.com/office/drawing/2014/main" id="{F5974326-C170-4D38-8FDB-E47A81EA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5436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ว่างต่อเนื่อง 3 s</a:t>
            </a:r>
          </a:p>
        </p:txBody>
      </p:sp>
      <p:sp>
        <p:nvSpPr>
          <p:cNvPr id="34" name="s3-84">
            <a:extLst xmlns:a="http://schemas.openxmlformats.org/drawingml/2006/main">
              <a:ext uri="{FF2B5EF4-FFF2-40B4-BE49-F238E27FC236}">
                <a16:creationId xmlns:a16="http://schemas.microsoft.com/office/drawing/2014/main" id="{DD9F506F-9F23-4864-8093-78B3FBD4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714750"/>
            <a:ext cx="95" cy="2028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35" name="s3-85">
            <a:extLst xmlns:a="http://schemas.openxmlformats.org/drawingml/2006/main">
              <a:ext uri="{FF2B5EF4-FFF2-40B4-BE49-F238E27FC236}">
                <a16:creationId xmlns:a16="http://schemas.microsoft.com/office/drawing/2014/main" id="{161C8740-D141-448A-8403-81880131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81575" y="3657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36" name="s3-86">
            <a:extLst xmlns:a="http://schemas.openxmlformats.org/drawingml/2006/main">
              <a:ext uri="{FF2B5EF4-FFF2-40B4-BE49-F238E27FC236}">
                <a16:creationId xmlns:a16="http://schemas.microsoft.com/office/drawing/2014/main" id="{D4224A28-75AB-4DCD-8E9B-67A10D1A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62475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ถึง LC</a:t>
            </a:r>
          </a:p>
        </p:txBody>
      </p:sp>
      <p:sp>
        <p:nvSpPr>
          <p:cNvPr id="37" name="s3-87">
            <a:extLst xmlns:a="http://schemas.openxmlformats.org/drawingml/2006/main">
              <a:ext uri="{FF2B5EF4-FFF2-40B4-BE49-F238E27FC236}">
                <a16:creationId xmlns:a16="http://schemas.microsoft.com/office/drawing/2014/main" id="{251F69EF-D598-492E-A018-4C3E3380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6486525"/>
            <a:ext cx="95" cy="126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38" name="s3-88">
            <a:extLst xmlns:a="http://schemas.openxmlformats.org/drawingml/2006/main">
              <a:ext uri="{FF2B5EF4-FFF2-40B4-BE49-F238E27FC236}">
                <a16:creationId xmlns:a16="http://schemas.microsoft.com/office/drawing/2014/main" id="{8F046500-8AD8-4AB1-811F-706003C2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981575" y="76962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39" name="s3-89">
            <a:extLst xmlns:a="http://schemas.openxmlformats.org/drawingml/2006/main">
              <a:ext uri="{FF2B5EF4-FFF2-40B4-BE49-F238E27FC236}">
                <a16:creationId xmlns:a16="http://schemas.microsoft.com/office/drawing/2014/main" id="{898F9E3F-B171-4809-A875-B2522793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6991350"/>
            <a:ext cx="1362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ถูกบัง</a:t>
            </a:r>
          </a:p>
        </p:txBody>
      </p:sp>
      <p:sp>
        <p:nvSpPr>
          <p:cNvPr id="40" name="s3-90">
            <a:extLst xmlns:a="http://schemas.openxmlformats.org/drawingml/2006/main">
              <a:ext uri="{FF2B5EF4-FFF2-40B4-BE49-F238E27FC236}">
                <a16:creationId xmlns:a16="http://schemas.microsoft.com/office/drawing/2014/main" id="{154723D0-ACFF-4686-AFEC-048DBDD3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8124825"/>
            <a:ext cx="2476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41" name="s3-91">
            <a:extLst xmlns:a="http://schemas.openxmlformats.org/drawingml/2006/main">
              <a:ext uri="{FF2B5EF4-FFF2-40B4-BE49-F238E27FC236}">
                <a16:creationId xmlns:a16="http://schemas.microsoft.com/office/drawing/2014/main" id="{5299F418-538E-4026-B9E4-DD4F9BAC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53450" y="80676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42" name="s3-92">
            <a:extLst xmlns:a="http://schemas.openxmlformats.org/drawingml/2006/main">
              <a:ext uri="{FF2B5EF4-FFF2-40B4-BE49-F238E27FC236}">
                <a16:creationId xmlns:a16="http://schemas.microsoft.com/office/drawing/2014/main" id="{972A7BEC-CC43-407B-BC69-842AA51F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600950"/>
            <a:ext cx="20478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ครบ 200 ms</a:t>
            </a:r>
          </a:p>
        </p:txBody>
      </p:sp>
      <p:sp>
        <p:nvSpPr>
          <p:cNvPr id="43" name="s3-93">
            <a:extLst xmlns:a="http://schemas.openxmlformats.org/drawingml/2006/main">
              <a:ext uri="{FF2B5EF4-FFF2-40B4-BE49-F238E27FC236}">
                <a16:creationId xmlns:a16="http://schemas.microsoft.com/office/drawing/2014/main" id="{8693A7ED-F907-472A-A017-209A9960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6486525"/>
            <a:ext cx="95" cy="126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44" name="s3-94">
            <a:extLst xmlns:a="http://schemas.openxmlformats.org/drawingml/2006/main">
              <a:ext uri="{FF2B5EF4-FFF2-40B4-BE49-F238E27FC236}">
                <a16:creationId xmlns:a16="http://schemas.microsoft.com/office/drawing/2014/main" id="{326D0F62-C982-4700-8EB0-D8E84B97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8825" y="6429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45" name="s3-95">
            <a:extLst xmlns:a="http://schemas.openxmlformats.org/drawingml/2006/main">
              <a:ext uri="{FF2B5EF4-FFF2-40B4-BE49-F238E27FC236}">
                <a16:creationId xmlns:a16="http://schemas.microsoft.com/office/drawing/2014/main" id="{B8045122-76F0-4EB4-8AD4-794C5A50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0294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ถึง LO</a:t>
            </a:r>
          </a:p>
        </p:txBody>
      </p:sp>
      <p:sp>
        <p:nvSpPr>
          <p:cNvPr id="46" name="s3-96">
            <a:extLst xmlns:a="http://schemas.openxmlformats.org/drawingml/2006/main">
              <a:ext uri="{FF2B5EF4-FFF2-40B4-BE49-F238E27FC236}">
                <a16:creationId xmlns:a16="http://schemas.microsoft.com/office/drawing/2014/main" id="{8C7A7B3D-885E-4680-BCBC-B06495DE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43175"/>
            <a:ext cx="95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47" name="s3-97">
            <a:extLst xmlns:a="http://schemas.openxmlformats.org/drawingml/2006/main">
              <a:ext uri="{FF2B5EF4-FFF2-40B4-BE49-F238E27FC236}">
                <a16:creationId xmlns:a16="http://schemas.microsoft.com/office/drawing/2014/main" id="{A0CEE766-B645-470B-8DA8-E31DDCD3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43175"/>
            <a:ext cx="94202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48" name="s3-98">
            <a:extLst xmlns:a="http://schemas.openxmlformats.org/drawingml/2006/main">
              <a:ext uri="{FF2B5EF4-FFF2-40B4-BE49-F238E27FC236}">
                <a16:creationId xmlns:a16="http://schemas.microsoft.com/office/drawing/2014/main" id="{D5005152-B5B2-4D16-AF00-428D80E0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543175"/>
            <a:ext cx="95" cy="3571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49" name="s3-99">
            <a:extLst xmlns:a="http://schemas.openxmlformats.org/drawingml/2006/main">
              <a:ext uri="{FF2B5EF4-FFF2-40B4-BE49-F238E27FC236}">
                <a16:creationId xmlns:a16="http://schemas.microsoft.com/office/drawing/2014/main" id="{AE408524-F692-4A13-B427-86EA5C44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15050"/>
            <a:ext cx="4381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50" name="s3-100">
            <a:extLst xmlns:a="http://schemas.openxmlformats.org/drawingml/2006/main">
              <a:ext uri="{FF2B5EF4-FFF2-40B4-BE49-F238E27FC236}">
                <a16:creationId xmlns:a16="http://schemas.microsoft.com/office/drawing/2014/main" id="{6788B34B-DCAE-4623-849B-4DDBEC1C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744200" y="60579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51" name="s3-101">
            <a:extLst xmlns:a="http://schemas.openxmlformats.org/drawingml/2006/main">
              <a:ext uri="{FF2B5EF4-FFF2-40B4-BE49-F238E27FC236}">
                <a16:creationId xmlns:a16="http://schemas.microsoft.com/office/drawing/2014/main" id="{76031F18-5B92-4667-A8D4-2A2ED323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161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เริ่มที่ LO</a:t>
            </a:r>
          </a:p>
        </p:txBody>
      </p:sp>
      <p:sp>
        <p:nvSpPr>
          <p:cNvPr id="52" name="s3-102">
            <a:extLst xmlns:a="http://schemas.openxmlformats.org/drawingml/2006/main">
              <a:ext uri="{FF2B5EF4-FFF2-40B4-BE49-F238E27FC236}">
                <a16:creationId xmlns:a16="http://schemas.microsoft.com/office/drawing/2014/main" id="{5B3785CB-4E7F-454D-9CB9-38FAF174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6486525"/>
            <a:ext cx="95" cy="371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748B"/>
            </a:solidFill>
          </a:ln>
        </p:spPr>
      </p:sp>
      <p:sp>
        <p:nvSpPr>
          <p:cNvPr id="53" name="s3-103">
            <a:extLst xmlns:a="http://schemas.openxmlformats.org/drawingml/2006/main">
              <a:ext uri="{FF2B5EF4-FFF2-40B4-BE49-F238E27FC236}">
                <a16:creationId xmlns:a16="http://schemas.microsoft.com/office/drawing/2014/main" id="{BD6340BD-F50B-4342-8A95-AEE85D16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6429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54" name="s3-104">
            <a:extLst xmlns:a="http://schemas.openxmlformats.org/drawingml/2006/main">
              <a:ext uri="{FF2B5EF4-FFF2-40B4-BE49-F238E27FC236}">
                <a16:creationId xmlns:a16="http://schemas.microsoft.com/office/drawing/2014/main" id="{116B6D0C-D59F-48E1-BEAB-C2C5F3F2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3714750"/>
            <a:ext cx="95" cy="2028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4748B"/>
            </a:solidFill>
          </a:ln>
        </p:spPr>
      </p:sp>
      <p:sp>
        <p:nvSpPr>
          <p:cNvPr id="55" name="s3-105">
            <a:extLst xmlns:a="http://schemas.openxmlformats.org/drawingml/2006/main">
              <a:ext uri="{FF2B5EF4-FFF2-40B4-BE49-F238E27FC236}">
                <a16:creationId xmlns:a16="http://schemas.microsoft.com/office/drawing/2014/main" id="{67BA2A6B-CF1A-42CE-8EA8-ACE96550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36576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noFill/>
          </a:ln>
        </p:spPr>
      </p:sp>
      <p:sp>
        <p:nvSpPr>
          <p:cNvPr id="56" name="s3-106">
            <a:extLst xmlns:a="http://schemas.openxmlformats.org/drawingml/2006/main">
              <a:ext uri="{FF2B5EF4-FFF2-40B4-BE49-F238E27FC236}">
                <a16:creationId xmlns:a16="http://schemas.microsoft.com/office/drawing/2014/main" id="{D67F3583-DE8F-46ED-9A96-71505274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333875"/>
            <a:ext cx="1619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Reset</a:t>
            </a:r>
          </a:p>
          <a:p xmlns:a="http://schemas.openxmlformats.org/drawingml/2006/main">
            <a:pPr algn="l">
              <a:defRPr sz="18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ผ่านเงื่อนไข</a:t>
            </a:r>
          </a:p>
        </p:txBody>
      </p:sp>
      <p:sp>
        <p:nvSpPr>
          <p:cNvPr id="57" name="s3-107">
            <a:extLst xmlns:a="http://schemas.openxmlformats.org/drawingml/2006/main">
              <a:ext uri="{FF2B5EF4-FFF2-40B4-BE49-F238E27FC236}">
                <a16:creationId xmlns:a16="http://schemas.microsoft.com/office/drawing/2014/main" id="{BB688480-68F9-4718-B819-8FC49841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67525"/>
            <a:ext cx="2590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E-stop</a:t>
            </a:r>
          </a:p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เดินทางเกิน 5 s</a:t>
            </a:r>
          </a:p>
          <a:p xmlns:a="http://schemas.openxmlformats.org/drawingml/2006/main">
            <a:pPr algn="l">
              <a:defRPr sz="19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9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ลิมิตผิดปกติ</a:t>
            </a:r>
          </a:p>
        </p:txBody>
      </p:sp>
      <p:sp>
        <p:nvSpPr>
          <p:cNvPr id="58" name="s3-108">
            <a:extLst xmlns:a="http://schemas.openxmlformats.org/drawingml/2006/main">
              <a:ext uri="{FF2B5EF4-FFF2-40B4-BE49-F238E27FC236}">
                <a16:creationId xmlns:a16="http://schemas.microsoft.com/office/drawing/2014/main" id="{E855F2D6-D0BE-41BF-A3EE-CE86E92A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743200"/>
            <a:ext cx="95" cy="6038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59" name="diagram-109">
            <a:extLst xmlns:a="http://schemas.openxmlformats.org/drawingml/2006/main">
              <a:ext uri="{FF2B5EF4-FFF2-40B4-BE49-F238E27FC236}">
                <a16:creationId xmlns:a16="http://schemas.microsoft.com/office/drawing/2014/main" id="{4D5B747E-6D5A-4C1F-953F-07A78A9D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743200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69396" y="232508"/>
                </a:moveTo>
                <a:lnTo>
                  <a:pt x="2359479" y="232508"/>
                </a:lnTo>
                <a:lnTo>
                  <a:pt x="2359479" y="1212362"/>
                </a:lnTo>
                <a:lnTo>
                  <a:pt x="69396" y="1212362"/>
                </a:lnTo>
                <a:lnTo>
                  <a:pt x="69396" y="232508"/>
                </a:lnTo>
                <a:moveTo>
                  <a:pt x="1197088" y="232508"/>
                </a:moveTo>
                <a:lnTo>
                  <a:pt x="1197088" y="1212362"/>
                </a:lnTo>
                <a:moveTo>
                  <a:pt x="34698" y="159434"/>
                </a:moveTo>
                <a:lnTo>
                  <a:pt x="2394177" y="159434"/>
                </a:lnTo>
                <a:moveTo>
                  <a:pt x="69396" y="1235612"/>
                </a:moveTo>
                <a:lnTo>
                  <a:pt x="2359479" y="1235612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E293B"/>
            </a:solidFill>
          </a:ln>
        </p:spPr>
      </p:sp>
      <p:sp>
        <p:nvSpPr>
          <p:cNvPr id="60" name="diagram-110">
            <a:extLst xmlns:a="http://schemas.openxmlformats.org/drawingml/2006/main">
              <a:ext uri="{FF2B5EF4-FFF2-40B4-BE49-F238E27FC236}">
                <a16:creationId xmlns:a16="http://schemas.microsoft.com/office/drawing/2014/main" id="{3CEDA060-30F5-4015-AFDF-415E70AC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743200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86746" y="259080"/>
                </a:moveTo>
                <a:lnTo>
                  <a:pt x="1169330" y="259080"/>
                </a:lnTo>
                <a:lnTo>
                  <a:pt x="1169330" y="1192432"/>
                </a:lnTo>
                <a:lnTo>
                  <a:pt x="86746" y="1192432"/>
                </a:lnTo>
                <a:lnTo>
                  <a:pt x="86746" y="259080"/>
                </a:lnTo>
                <a:moveTo>
                  <a:pt x="1006248" y="617806"/>
                </a:moveTo>
                <a:lnTo>
                  <a:pt x="1006248" y="80713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61" name="s3-111">
            <a:extLst xmlns:a="http://schemas.openxmlformats.org/drawingml/2006/main">
              <a:ext uri="{FF2B5EF4-FFF2-40B4-BE49-F238E27FC236}">
                <a16:creationId xmlns:a16="http://schemas.microsoft.com/office/drawing/2014/main" id="{86E171E9-C28E-48DD-8EC0-2016E93E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075" y="31813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ปิดสนิท</a:t>
            </a:r>
          </a:p>
        </p:txBody>
      </p:sp>
      <p:sp>
        <p:nvSpPr>
          <p:cNvPr id="62" name="diagram-112">
            <a:extLst xmlns:a="http://schemas.openxmlformats.org/drawingml/2006/main">
              <a:ext uri="{FF2B5EF4-FFF2-40B4-BE49-F238E27FC236}">
                <a16:creationId xmlns:a16="http://schemas.microsoft.com/office/drawing/2014/main" id="{B3A6E577-B9D5-4668-94C7-00E40C98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219575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69396" y="232508"/>
                </a:moveTo>
                <a:lnTo>
                  <a:pt x="2359479" y="232508"/>
                </a:lnTo>
                <a:lnTo>
                  <a:pt x="2359479" y="1212362"/>
                </a:lnTo>
                <a:lnTo>
                  <a:pt x="69396" y="1212362"/>
                </a:lnTo>
                <a:lnTo>
                  <a:pt x="69396" y="232508"/>
                </a:lnTo>
                <a:moveTo>
                  <a:pt x="1197088" y="232508"/>
                </a:moveTo>
                <a:lnTo>
                  <a:pt x="1197088" y="1212362"/>
                </a:lnTo>
                <a:moveTo>
                  <a:pt x="34698" y="159434"/>
                </a:moveTo>
                <a:lnTo>
                  <a:pt x="2394177" y="159434"/>
                </a:lnTo>
                <a:moveTo>
                  <a:pt x="69396" y="1235612"/>
                </a:moveTo>
                <a:lnTo>
                  <a:pt x="2359479" y="1235612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E293B"/>
            </a:solidFill>
          </a:ln>
        </p:spPr>
      </p:sp>
      <p:sp>
        <p:nvSpPr>
          <p:cNvPr id="63" name="diagram-113">
            <a:extLst xmlns:a="http://schemas.openxmlformats.org/drawingml/2006/main">
              <a:ext uri="{FF2B5EF4-FFF2-40B4-BE49-F238E27FC236}">
                <a16:creationId xmlns:a16="http://schemas.microsoft.com/office/drawing/2014/main" id="{19B9FD3A-82EE-4283-BB6F-E6DAB051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219575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641917" y="259080"/>
                </a:moveTo>
                <a:lnTo>
                  <a:pt x="1724501" y="259080"/>
                </a:lnTo>
                <a:lnTo>
                  <a:pt x="1724501" y="1192432"/>
                </a:lnTo>
                <a:lnTo>
                  <a:pt x="641917" y="1192432"/>
                </a:lnTo>
                <a:lnTo>
                  <a:pt x="641917" y="259080"/>
                </a:lnTo>
                <a:moveTo>
                  <a:pt x="1561420" y="617806"/>
                </a:moveTo>
                <a:lnTo>
                  <a:pt x="1561420" y="80713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64" name="s3-114">
            <a:extLst xmlns:a="http://schemas.openxmlformats.org/drawingml/2006/main">
              <a:ext uri="{FF2B5EF4-FFF2-40B4-BE49-F238E27FC236}">
                <a16:creationId xmlns:a16="http://schemas.microsoft.com/office/drawing/2014/main" id="{5686F244-13DA-494A-A4FB-EA8ACD35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3003" y="4651375"/>
            <a:ext cx="45107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65" name="s3-115">
            <a:extLst xmlns:a="http://schemas.openxmlformats.org/drawingml/2006/main">
              <a:ext uri="{FF2B5EF4-FFF2-40B4-BE49-F238E27FC236}">
                <a16:creationId xmlns:a16="http://schemas.microsoft.com/office/drawing/2014/main" id="{3F338BA2-2A86-44DF-BBAA-7236A7A5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076929" y="45942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66" name="s3-116">
            <a:extLst xmlns:a="http://schemas.openxmlformats.org/drawingml/2006/main">
              <a:ext uri="{FF2B5EF4-FFF2-40B4-BE49-F238E27FC236}">
                <a16:creationId xmlns:a16="http://schemas.microsoft.com/office/drawing/2014/main" id="{5AD5D93B-DBD8-45B7-8086-37A40369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075" y="465772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กำลังเปิด</a:t>
            </a:r>
          </a:p>
        </p:txBody>
      </p:sp>
      <p:sp>
        <p:nvSpPr>
          <p:cNvPr id="67" name="diagram-117">
            <a:extLst xmlns:a="http://schemas.openxmlformats.org/drawingml/2006/main">
              <a:ext uri="{FF2B5EF4-FFF2-40B4-BE49-F238E27FC236}">
                <a16:creationId xmlns:a16="http://schemas.microsoft.com/office/drawing/2014/main" id="{37F4BD27-531A-46D3-BA7F-9FC743E8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695950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69396" y="232508"/>
                </a:moveTo>
                <a:lnTo>
                  <a:pt x="2359479" y="232508"/>
                </a:lnTo>
                <a:lnTo>
                  <a:pt x="2359479" y="1212362"/>
                </a:lnTo>
                <a:lnTo>
                  <a:pt x="69396" y="1212362"/>
                </a:lnTo>
                <a:lnTo>
                  <a:pt x="69396" y="232508"/>
                </a:lnTo>
                <a:moveTo>
                  <a:pt x="1197088" y="232508"/>
                </a:moveTo>
                <a:lnTo>
                  <a:pt x="1197088" y="1212362"/>
                </a:lnTo>
                <a:moveTo>
                  <a:pt x="34698" y="159434"/>
                </a:moveTo>
                <a:lnTo>
                  <a:pt x="2394177" y="159434"/>
                </a:lnTo>
                <a:moveTo>
                  <a:pt x="69396" y="1235612"/>
                </a:moveTo>
                <a:lnTo>
                  <a:pt x="2359479" y="1235612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E293B"/>
            </a:solidFill>
          </a:ln>
        </p:spPr>
      </p:sp>
      <p:sp>
        <p:nvSpPr>
          <p:cNvPr id="68" name="diagram-118">
            <a:extLst xmlns:a="http://schemas.openxmlformats.org/drawingml/2006/main">
              <a:ext uri="{FF2B5EF4-FFF2-40B4-BE49-F238E27FC236}">
                <a16:creationId xmlns:a16="http://schemas.microsoft.com/office/drawing/2014/main" id="{BA9F26D5-DAFF-459F-B6FF-E66F02AC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695950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1214438" y="259080"/>
                </a:moveTo>
                <a:lnTo>
                  <a:pt x="2297022" y="259080"/>
                </a:lnTo>
                <a:lnTo>
                  <a:pt x="2297022" y="1192432"/>
                </a:lnTo>
                <a:lnTo>
                  <a:pt x="1214438" y="1192432"/>
                </a:lnTo>
                <a:lnTo>
                  <a:pt x="1214438" y="259080"/>
                </a:lnTo>
                <a:moveTo>
                  <a:pt x="2133940" y="617806"/>
                </a:moveTo>
                <a:lnTo>
                  <a:pt x="2133940" y="80713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69" name="s3-119">
            <a:extLst xmlns:a="http://schemas.openxmlformats.org/drawingml/2006/main">
              <a:ext uri="{FF2B5EF4-FFF2-40B4-BE49-F238E27FC236}">
                <a16:creationId xmlns:a16="http://schemas.microsoft.com/office/drawing/2014/main" id="{A5114F0C-3FF1-4995-9472-8E18F247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075" y="6134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เปิดสุด</a:t>
            </a:r>
          </a:p>
        </p:txBody>
      </p:sp>
      <p:sp>
        <p:nvSpPr>
          <p:cNvPr id="70" name="diagram-120">
            <a:extLst xmlns:a="http://schemas.openxmlformats.org/drawingml/2006/main">
              <a:ext uri="{FF2B5EF4-FFF2-40B4-BE49-F238E27FC236}">
                <a16:creationId xmlns:a16="http://schemas.microsoft.com/office/drawing/2014/main" id="{215F33DF-2D05-46F0-92AE-2C2D2640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172325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69396" y="232508"/>
                </a:moveTo>
                <a:lnTo>
                  <a:pt x="2359479" y="232508"/>
                </a:lnTo>
                <a:lnTo>
                  <a:pt x="2359479" y="1212362"/>
                </a:lnTo>
                <a:lnTo>
                  <a:pt x="69396" y="1212362"/>
                </a:lnTo>
                <a:lnTo>
                  <a:pt x="69396" y="232508"/>
                </a:lnTo>
                <a:moveTo>
                  <a:pt x="1197088" y="232508"/>
                </a:moveTo>
                <a:lnTo>
                  <a:pt x="1197088" y="1212362"/>
                </a:lnTo>
                <a:moveTo>
                  <a:pt x="34698" y="159434"/>
                </a:moveTo>
                <a:lnTo>
                  <a:pt x="2394177" y="159434"/>
                </a:lnTo>
                <a:moveTo>
                  <a:pt x="69396" y="1235612"/>
                </a:moveTo>
                <a:lnTo>
                  <a:pt x="2359479" y="1235612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E293B"/>
            </a:solidFill>
          </a:ln>
        </p:spPr>
      </p:sp>
      <p:sp>
        <p:nvSpPr>
          <p:cNvPr id="71" name="diagram-121">
            <a:extLst xmlns:a="http://schemas.openxmlformats.org/drawingml/2006/main">
              <a:ext uri="{FF2B5EF4-FFF2-40B4-BE49-F238E27FC236}">
                <a16:creationId xmlns:a16="http://schemas.microsoft.com/office/drawing/2014/main" id="{7451D0EF-F950-46A3-A86D-3BC890CF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172325"/>
            <a:ext cx="2428875" cy="1295400"/>
          </a:xfrm>
          <a:custGeom xmlns:a="http://schemas.openxmlformats.org/drawingml/2006/main">
            <a:pathLst>
              <a:path w="2428875" h="1295400">
                <a:moveTo>
                  <a:pt x="641917" y="259080"/>
                </a:moveTo>
                <a:lnTo>
                  <a:pt x="1724501" y="259080"/>
                </a:lnTo>
                <a:lnTo>
                  <a:pt x="1724501" y="1192432"/>
                </a:lnTo>
                <a:lnTo>
                  <a:pt x="641917" y="1192432"/>
                </a:lnTo>
                <a:lnTo>
                  <a:pt x="641917" y="259080"/>
                </a:lnTo>
                <a:moveTo>
                  <a:pt x="1561420" y="617806"/>
                </a:moveTo>
                <a:lnTo>
                  <a:pt x="1561420" y="807134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EA5E9"/>
            </a:solidFill>
          </a:ln>
        </p:spPr>
      </p:sp>
      <p:sp>
        <p:nvSpPr>
          <p:cNvPr id="72" name="s3-122">
            <a:extLst xmlns:a="http://schemas.openxmlformats.org/drawingml/2006/main">
              <a:ext uri="{FF2B5EF4-FFF2-40B4-BE49-F238E27FC236}">
                <a16:creationId xmlns:a16="http://schemas.microsoft.com/office/drawing/2014/main" id="{EF4F0EA3-69C8-4E94-BBF4-BECD3021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3003" y="7604125"/>
            <a:ext cx="451077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73" name="s3-123">
            <a:extLst xmlns:a="http://schemas.openxmlformats.org/drawingml/2006/main">
              <a:ext uri="{FF2B5EF4-FFF2-40B4-BE49-F238E27FC236}">
                <a16:creationId xmlns:a16="http://schemas.microsoft.com/office/drawing/2014/main" id="{7B071898-C64C-451D-A5F8-F5BB33D4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3625853" y="7546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74" name="s3-124">
            <a:extLst xmlns:a="http://schemas.openxmlformats.org/drawingml/2006/main">
              <a:ext uri="{FF2B5EF4-FFF2-40B4-BE49-F238E27FC236}">
                <a16:creationId xmlns:a16="http://schemas.microsoft.com/office/drawing/2014/main" id="{E927E658-0A66-4351-9386-607C6BC2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59075" y="7610475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กำลังปิด</a:t>
            </a:r>
          </a:p>
        </p:txBody>
      </p:sp>
      <p:sp>
        <p:nvSpPr>
          <p:cNvPr id="75" name="s3-125">
            <a:extLst xmlns:a="http://schemas.openxmlformats.org/drawingml/2006/main">
              <a:ext uri="{FF2B5EF4-FFF2-40B4-BE49-F238E27FC236}">
                <a16:creationId xmlns:a16="http://schemas.microsoft.com/office/drawing/2014/main" id="{F249594F-9436-487B-8C33-61E47774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24900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เมื่อเริ่มที่ LO ให้เข้า HOLD    START ไม่ทราบตำแหน่งเข้า FAULT    การกดปุ่มขณะปิดให้ผลเหมือนถูกบัง</a:t>
            </a:r>
          </a:p>
        </p:txBody>
      </p:sp>
    </p:spTree>
    <p:extLst>
      <p:ext uri="{BB962C8B-B14F-4D97-AF65-F5344CB8AC3E}">
        <p14:creationId xmlns:p14="http://schemas.microsoft.com/office/powerpoint/2010/main" val="9975763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8" name="s4-126">
            <a:extLst xmlns:a="http://schemas.openxmlformats.org/drawingml/2006/main">
              <a:ext uri="{FF2B5EF4-FFF2-40B4-BE49-F238E27FC236}">
                <a16:creationId xmlns:a16="http://schemas.microsoft.com/office/drawing/2014/main" id="{D6DC4CE5-30BC-4505-A990-FD5FFC1F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การเชื่อมต่อวงจรฮาร์ดแวร์</a:t>
            </a:r>
          </a:p>
        </p:txBody>
      </p:sp>
      <p:sp>
        <p:nvSpPr>
          <p:cNvPr id="2" name="s4-127">
            <a:extLst xmlns:a="http://schemas.openxmlformats.org/drawingml/2006/main">
              <a:ext uri="{FF2B5EF4-FFF2-40B4-BE49-F238E27FC236}">
                <a16:creationId xmlns:a16="http://schemas.microsoft.com/office/drawing/2014/main" id="{8DA766F5-7334-47E1-BA06-AA48A14D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ผังเชื่อมต่ออุปกรณ์จริง: ไมโครคอนโทรลเลอร์ 8051, ไอซีขับ L293D, มอเตอร์เกียร์ 12 V และระบบเซนเซอร์ความปลอดภัย</a:t>
            </a:r>
          </a:p>
        </p:txBody>
      </p:sp>
      <p:sp>
        <p:nvSpPr>
          <p:cNvPr id="3" name="s4-128">
            <a:extLst xmlns:a="http://schemas.openxmlformats.org/drawingml/2006/main">
              <a:ext uri="{FF2B5EF4-FFF2-40B4-BE49-F238E27FC236}">
                <a16:creationId xmlns:a16="http://schemas.microsoft.com/office/drawing/2014/main" id="{4C7C2EC2-9625-43D1-BBC0-B38C7539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4-129">
            <a:extLst xmlns:a="http://schemas.openxmlformats.org/drawingml/2006/main">
              <a:ext uri="{FF2B5EF4-FFF2-40B4-BE49-F238E27FC236}">
                <a16:creationId xmlns:a16="http://schemas.microsoft.com/office/drawing/2014/main" id="{B6C6177C-7789-4ACB-B787-0A4A2A30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5" name="s4-130">
            <a:extLst xmlns:a="http://schemas.openxmlformats.org/drawingml/2006/main">
              <a:ext uri="{FF2B5EF4-FFF2-40B4-BE49-F238E27FC236}">
                <a16:creationId xmlns:a16="http://schemas.microsoft.com/office/drawing/2014/main" id="{50030FDF-2595-418D-82BB-03E79356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572000" cy="695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0369A1"/>
            </a:solidFill>
          </a:ln>
        </p:spPr>
      </p:sp>
      <p:sp>
        <p:nvSpPr>
          <p:cNvPr id="6" name="s4-131">
            <a:extLst xmlns:a="http://schemas.openxmlformats.org/drawingml/2006/main">
              <a:ext uri="{FF2B5EF4-FFF2-40B4-BE49-F238E27FC236}">
                <a16:creationId xmlns:a16="http://schemas.microsoft.com/office/drawing/2014/main" id="{F1657B47-D26D-443F-A5CE-E64D1C9A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57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48"/>
          </a:solidFill>
          <a:ln xmlns:a="http://schemas.openxmlformats.org/drawingml/2006/main" w="0">
            <a:noFill/>
          </a:ln>
        </p:spPr>
      </p:sp>
      <p:sp>
        <p:nvSpPr>
          <p:cNvPr id="7" name="s4-132">
            <a:extLst xmlns:a="http://schemas.openxmlformats.org/drawingml/2006/main">
              <a:ext uri="{FF2B5EF4-FFF2-40B4-BE49-F238E27FC236}">
                <a16:creationId xmlns:a16="http://schemas.microsoft.com/office/drawing/2014/main" id="{9327CCCB-961C-4C68-9772-24D99B21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336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ไมโครคอนโทรลเลอร์ AT89S52 (8051 Core)</a:t>
            </a:r>
          </a:p>
        </p:txBody>
      </p:sp>
      <p:sp>
        <p:nvSpPr>
          <p:cNvPr id="8" name="s4-133">
            <a:extLst xmlns:a="http://schemas.openxmlformats.org/drawingml/2006/main">
              <a:ext uri="{FF2B5EF4-FFF2-40B4-BE49-F238E27FC236}">
                <a16:creationId xmlns:a16="http://schemas.microsoft.com/office/drawing/2014/main" id="{8ABB2EB4-DBAF-4055-92EF-A22D5ABC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93C5FD"/>
                </a:solidFill>
                <a:latin typeface="Tahoma"/>
                <a:ea typeface="Tahoma"/>
                <a:cs typeface="Tahoma"/>
              </a:defRPr>
            </a:pPr>
            <a:r>
              <a:rPr sz="863" b="0">
                <a:solidFill>
                  <a:srgbClr val="93C5FD"/>
                </a:solidFill>
                <a:latin typeface="Tahoma"/>
                <a:ea typeface="Tahoma"/>
                <a:cs typeface="Tahoma"/>
              </a:rPr>
              <a:t>12.000 MHz (1 µs / Cycle) | Timer 0 Mode 2 (ฐานเวลา 10 ms Tick)</a:t>
            </a:r>
          </a:p>
        </p:txBody>
      </p:sp>
      <p:sp>
        <p:nvSpPr>
          <p:cNvPr id="9" name="s4-134">
            <a:extLst xmlns:a="http://schemas.openxmlformats.org/drawingml/2006/main">
              <a:ext uri="{FF2B5EF4-FFF2-40B4-BE49-F238E27FC236}">
                <a16:creationId xmlns:a16="http://schemas.microsoft.com/office/drawing/2014/main" id="{92FA66FF-7898-4569-B1EF-F3D20B29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289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0EA5E9"/>
            </a:solidFill>
          </a:ln>
        </p:spPr>
      </p:sp>
      <p:sp>
        <p:nvSpPr>
          <p:cNvPr id="10" name="s4-135">
            <a:extLst xmlns:a="http://schemas.openxmlformats.org/drawingml/2006/main">
              <a:ext uri="{FF2B5EF4-FFF2-40B4-BE49-F238E27FC236}">
                <a16:creationId xmlns:a16="http://schemas.microsoft.com/office/drawing/2014/main" id="{9D8B3FFA-96A8-4626-B26E-7CB37B93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4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PORT 1 เอาต์พุต</a:t>
            </a:r>
          </a:p>
        </p:txBody>
      </p:sp>
      <p:sp>
        <p:nvSpPr>
          <p:cNvPr id="11" name="s4-136">
            <a:extLst xmlns:a="http://schemas.openxmlformats.org/drawingml/2006/main">
              <a:ext uri="{FF2B5EF4-FFF2-40B4-BE49-F238E27FC236}">
                <a16:creationId xmlns:a16="http://schemas.microsoft.com/office/drawing/2014/main" id="{DA6989D1-69C3-4D87-95BD-7478323C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6289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12" name="s4-137">
            <a:extLst xmlns:a="http://schemas.openxmlformats.org/drawingml/2006/main">
              <a:ext uri="{FF2B5EF4-FFF2-40B4-BE49-F238E27FC236}">
                <a16:creationId xmlns:a16="http://schemas.microsoft.com/office/drawing/2014/main" id="{59A0C0C1-7DE4-4753-9CFB-ECF36363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6479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PORT 2 อินพุต</a:t>
            </a:r>
          </a:p>
        </p:txBody>
      </p:sp>
      <p:sp>
        <p:nvSpPr>
          <p:cNvPr id="13" name="s4-138">
            <a:extLst xmlns:a="http://schemas.openxmlformats.org/drawingml/2006/main">
              <a:ext uri="{FF2B5EF4-FFF2-40B4-BE49-F238E27FC236}">
                <a16:creationId xmlns:a16="http://schemas.microsoft.com/office/drawing/2014/main" id="{ED5026DC-05F0-440F-A973-0475F9ED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48000"/>
            <a:ext cx="21907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9050">
            <a:solidFill>
              <a:srgbClr val="334155"/>
            </a:solidFill>
          </a:ln>
        </p:spPr>
      </p:sp>
      <p:sp>
        <p:nvSpPr>
          <p:cNvPr id="14" name="s4-139">
            <a:extLst xmlns:a="http://schemas.openxmlformats.org/drawingml/2006/main">
              <a:ext uri="{FF2B5EF4-FFF2-40B4-BE49-F238E27FC236}">
                <a16:creationId xmlns:a16="http://schemas.microsoft.com/office/drawing/2014/main" id="{DDEA87D1-5E94-4AAB-9811-568EDC15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15" name="s4-140">
            <a:extLst xmlns:a="http://schemas.openxmlformats.org/drawingml/2006/main">
              <a:ext uri="{FF2B5EF4-FFF2-40B4-BE49-F238E27FC236}">
                <a16:creationId xmlns:a16="http://schemas.microsoft.com/office/drawing/2014/main" id="{1F7A2825-44C4-4F13-98D2-8B1B1770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147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64748B"/>
                </a:solidFill>
                <a:latin typeface="Tahoma"/>
                <a:ea typeface="Tahoma"/>
                <a:cs typeface="Tahoma"/>
              </a:rPr>
              <a:t>ATMEL</a:t>
            </a:r>
          </a:p>
        </p:txBody>
      </p:sp>
      <p:sp>
        <p:nvSpPr>
          <p:cNvPr id="16" name="s4-141">
            <a:extLst xmlns:a="http://schemas.openxmlformats.org/drawingml/2006/main">
              <a:ext uri="{FF2B5EF4-FFF2-40B4-BE49-F238E27FC236}">
                <a16:creationId xmlns:a16="http://schemas.microsoft.com/office/drawing/2014/main" id="{DAD88E17-5D0B-4EC5-B22B-6507FC26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43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AT89S52</a:t>
            </a:r>
          </a:p>
        </p:txBody>
      </p:sp>
      <p:sp>
        <p:nvSpPr>
          <p:cNvPr id="17" name="s4-142">
            <a:extLst xmlns:a="http://schemas.openxmlformats.org/drawingml/2006/main">
              <a:ext uri="{FF2B5EF4-FFF2-40B4-BE49-F238E27FC236}">
                <a16:creationId xmlns:a16="http://schemas.microsoft.com/office/drawing/2014/main" id="{A8DE3B1A-B90E-4775-AC50-31382CC2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481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94A3B8"/>
                </a:solidFill>
                <a:latin typeface="Tahoma"/>
                <a:ea typeface="Tahoma"/>
                <a:cs typeface="Tahoma"/>
              </a:rPr>
              <a:t>24PU - 12.000 MHz</a:t>
            </a:r>
          </a:p>
        </p:txBody>
      </p:sp>
      <p:sp>
        <p:nvSpPr>
          <p:cNvPr id="18" name="s4-143">
            <a:extLst xmlns:a="http://schemas.openxmlformats.org/drawingml/2006/main">
              <a:ext uri="{FF2B5EF4-FFF2-40B4-BE49-F238E27FC236}">
                <a16:creationId xmlns:a16="http://schemas.microsoft.com/office/drawing/2014/main" id="{68270D58-5630-4A2E-AD56-DBE49BF7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100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4288">
            <a:solidFill>
              <a:srgbClr val="38BDF8"/>
            </a:solidFill>
          </a:ln>
        </p:spPr>
      </p:sp>
      <p:sp>
        <p:nvSpPr>
          <p:cNvPr id="19" name="s4-144">
            <a:extLst xmlns:a="http://schemas.openxmlformats.org/drawingml/2006/main">
              <a:ext uri="{FF2B5EF4-FFF2-40B4-BE49-F238E27FC236}">
                <a16:creationId xmlns:a16="http://schemas.microsoft.com/office/drawing/2014/main" id="{CB55285F-31F2-4C23-94B7-643FE759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67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8BDF8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38BDF8"/>
                </a:solidFill>
                <a:latin typeface="Tahoma"/>
                <a:ea typeface="Tahoma"/>
                <a:cs typeface="Tahoma"/>
              </a:rPr>
              <a:t>สถาปัตยกรรม FSM</a:t>
            </a:r>
          </a:p>
        </p:txBody>
      </p:sp>
      <p:sp>
        <p:nvSpPr>
          <p:cNvPr id="20" name="s4-145">
            <a:extLst xmlns:a="http://schemas.openxmlformats.org/drawingml/2006/main">
              <a:ext uri="{FF2B5EF4-FFF2-40B4-BE49-F238E27FC236}">
                <a16:creationId xmlns:a16="http://schemas.microsoft.com/office/drawing/2014/main" id="{88F4D969-65A8-42DE-8A64-473A73BB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767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AE6FD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BAE6FD"/>
                </a:solidFill>
                <a:latin typeface="Tahoma"/>
                <a:ea typeface="Tahoma"/>
                <a:cs typeface="Tahoma"/>
              </a:rPr>
              <a:t>8 สถานะควบคุมความปลอดภัย</a:t>
            </a:r>
          </a:p>
        </p:txBody>
      </p:sp>
      <p:sp>
        <p:nvSpPr>
          <p:cNvPr id="21" name="s4-146">
            <a:extLst xmlns:a="http://schemas.openxmlformats.org/drawingml/2006/main">
              <a:ext uri="{FF2B5EF4-FFF2-40B4-BE49-F238E27FC236}">
                <a16:creationId xmlns:a16="http://schemas.microsoft.com/office/drawing/2014/main" id="{1ECF70FB-5E63-4600-AEBA-D407F5E5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6672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DD3FC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7DD3FC"/>
                </a:solidFill>
                <a:latin typeface="Tahoma"/>
                <a:ea typeface="Tahoma"/>
                <a:cs typeface="Tahoma"/>
              </a:rPr>
              <a:t>ป้องกันการกลับทิศฉับพลัน 100%</a:t>
            </a:r>
          </a:p>
        </p:txBody>
      </p:sp>
      <p:sp>
        <p:nvSpPr>
          <p:cNvPr id="22" name="s4-147">
            <a:extLst xmlns:a="http://schemas.openxmlformats.org/drawingml/2006/main">
              <a:ext uri="{FF2B5EF4-FFF2-40B4-BE49-F238E27FC236}">
                <a16:creationId xmlns:a16="http://schemas.microsoft.com/office/drawing/2014/main" id="{41D401B9-D371-4886-A6F2-E41C558E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101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4288">
            <a:solidFill>
              <a:srgbClr val="FBBF24"/>
            </a:solidFill>
          </a:ln>
        </p:spPr>
      </p:sp>
      <p:sp>
        <p:nvSpPr>
          <p:cNvPr id="23" name="s4-148">
            <a:extLst xmlns:a="http://schemas.openxmlformats.org/drawingml/2006/main">
              <a:ext uri="{FF2B5EF4-FFF2-40B4-BE49-F238E27FC236}">
                <a16:creationId xmlns:a16="http://schemas.microsoft.com/office/drawing/2014/main" id="{CADF32A1-204F-45D2-8243-26617D36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673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BBF24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FBBF24"/>
                </a:solidFill>
                <a:latin typeface="Tahoma"/>
                <a:ea typeface="Tahoma"/>
                <a:cs typeface="Tahoma"/>
              </a:rPr>
              <a:t>ฐานเวลา TIMER 0</a:t>
            </a:r>
          </a:p>
        </p:txBody>
      </p:sp>
      <p:sp>
        <p:nvSpPr>
          <p:cNvPr id="24" name="s4-149">
            <a:extLst xmlns:a="http://schemas.openxmlformats.org/drawingml/2006/main">
              <a:ext uri="{FF2B5EF4-FFF2-40B4-BE49-F238E27FC236}">
                <a16:creationId xmlns:a16="http://schemas.microsoft.com/office/drawing/2014/main" id="{E61D0B69-4075-4271-ACAA-3717BA12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768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DE68A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FDE68A"/>
                </a:solidFill>
                <a:latin typeface="Tahoma"/>
                <a:ea typeface="Tahoma"/>
                <a:cs typeface="Tahoma"/>
              </a:rPr>
              <a:t>Mode 2 (8-bit Auto-Reload)</a:t>
            </a:r>
          </a:p>
        </p:txBody>
      </p:sp>
      <p:sp>
        <p:nvSpPr>
          <p:cNvPr id="25" name="s4-150">
            <a:extLst xmlns:a="http://schemas.openxmlformats.org/drawingml/2006/main">
              <a:ext uri="{FF2B5EF4-FFF2-40B4-BE49-F238E27FC236}">
                <a16:creationId xmlns:a16="http://schemas.microsoft.com/office/drawing/2014/main" id="{58090D45-E674-4329-8B8B-70C3DDCD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4673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EF08A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FEF08A"/>
                </a:solidFill>
                <a:latin typeface="Tahoma"/>
                <a:ea typeface="Tahoma"/>
                <a:cs typeface="Tahoma"/>
              </a:rPr>
              <a:t>TH0 = 06H (250 µs × 40 = 10 ms)</a:t>
            </a:r>
          </a:p>
        </p:txBody>
      </p:sp>
      <p:sp>
        <p:nvSpPr>
          <p:cNvPr id="26" name="s4-151">
            <a:extLst xmlns:a="http://schemas.openxmlformats.org/drawingml/2006/main">
              <a:ext uri="{FF2B5EF4-FFF2-40B4-BE49-F238E27FC236}">
                <a16:creationId xmlns:a16="http://schemas.microsoft.com/office/drawing/2014/main" id="{F2BF3686-3F78-4789-AF19-0AEA1134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8102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4288">
            <a:solidFill>
              <a:srgbClr val="34D399"/>
            </a:solidFill>
          </a:ln>
        </p:spPr>
      </p:sp>
      <p:sp>
        <p:nvSpPr>
          <p:cNvPr id="27" name="s4-152">
            <a:extLst xmlns:a="http://schemas.openxmlformats.org/drawingml/2006/main">
              <a:ext uri="{FF2B5EF4-FFF2-40B4-BE49-F238E27FC236}">
                <a16:creationId xmlns:a16="http://schemas.microsoft.com/office/drawing/2014/main" id="{162A2037-D035-493D-918D-F0480A17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867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4D399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34D399"/>
                </a:solidFill>
                <a:latin typeface="Tahoma"/>
                <a:ea typeface="Tahoma"/>
                <a:cs typeface="Tahoma"/>
              </a:rPr>
              <a:t>ระบบกรองสัญญาณรบกวน</a:t>
            </a:r>
          </a:p>
        </p:txBody>
      </p:sp>
      <p:sp>
        <p:nvSpPr>
          <p:cNvPr id="28" name="s4-153">
            <a:extLst xmlns:a="http://schemas.openxmlformats.org/drawingml/2006/main">
              <a:ext uri="{FF2B5EF4-FFF2-40B4-BE49-F238E27FC236}">
                <a16:creationId xmlns:a16="http://schemas.microsoft.com/office/drawing/2014/main" id="{FC36D7FA-C604-41F3-ABC1-BBB2FFDB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0769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7F3D0"/>
                </a:solidFill>
                <a:latin typeface="Tahoma"/>
                <a:ea typeface="Tahoma"/>
                <a:cs typeface="Tahoma"/>
              </a:defRPr>
            </a:pPr>
            <a:r>
              <a:rPr sz="900" b="0">
                <a:solidFill>
                  <a:srgbClr val="A7F3D0"/>
                </a:solidFill>
                <a:latin typeface="Tahoma"/>
                <a:ea typeface="Tahoma"/>
                <a:cs typeface="Tahoma"/>
              </a:rPr>
              <a:t>Debounce Filter (20 ms)</a:t>
            </a:r>
          </a:p>
        </p:txBody>
      </p:sp>
      <p:sp>
        <p:nvSpPr>
          <p:cNvPr id="29" name="s4-154">
            <a:extLst xmlns:a="http://schemas.openxmlformats.org/drawingml/2006/main">
              <a:ext uri="{FF2B5EF4-FFF2-40B4-BE49-F238E27FC236}">
                <a16:creationId xmlns:a16="http://schemas.microsoft.com/office/drawing/2014/main" id="{69ACB068-69F1-431E-B9E4-DBB356ED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267450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7F3D0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A7F3D0"/>
                </a:solidFill>
                <a:latin typeface="Tahoma"/>
                <a:ea typeface="Tahoma"/>
                <a:cs typeface="Tahoma"/>
              </a:rPr>
              <a:t>Motor Dead Time (200 ms)</a:t>
            </a:r>
          </a:p>
        </p:txBody>
      </p:sp>
      <p:sp>
        <p:nvSpPr>
          <p:cNvPr id="30" name="s4-155">
            <a:extLst xmlns:a="http://schemas.openxmlformats.org/drawingml/2006/main">
              <a:ext uri="{FF2B5EF4-FFF2-40B4-BE49-F238E27FC236}">
                <a16:creationId xmlns:a16="http://schemas.microsoft.com/office/drawing/2014/main" id="{62BC1CE1-40E1-4B33-9586-37790AED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619875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4288">
            <a:solidFill>
              <a:srgbClr val="94A3B8"/>
            </a:solidFill>
          </a:ln>
        </p:spPr>
      </p:sp>
      <p:sp>
        <p:nvSpPr>
          <p:cNvPr id="31" name="s4-156">
            <a:extLst xmlns:a="http://schemas.openxmlformats.org/drawingml/2006/main">
              <a:ext uri="{FF2B5EF4-FFF2-40B4-BE49-F238E27FC236}">
                <a16:creationId xmlns:a16="http://schemas.microsoft.com/office/drawing/2014/main" id="{882A54B0-6911-4F49-AFAC-B99E40AF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686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XTAL 12 MHz</a:t>
            </a:r>
          </a:p>
        </p:txBody>
      </p:sp>
      <p:sp>
        <p:nvSpPr>
          <p:cNvPr id="32" name="s4-157">
            <a:extLst xmlns:a="http://schemas.openxmlformats.org/drawingml/2006/main">
              <a:ext uri="{FF2B5EF4-FFF2-40B4-BE49-F238E27FC236}">
                <a16:creationId xmlns:a16="http://schemas.microsoft.com/office/drawing/2014/main" id="{9EEAF285-2E87-4B2E-9003-0D48D353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943725"/>
            <a:ext cx="95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</a:ln>
        </p:spPr>
      </p:sp>
      <p:sp>
        <p:nvSpPr>
          <p:cNvPr id="33" name="s4-158">
            <a:extLst xmlns:a="http://schemas.openxmlformats.org/drawingml/2006/main">
              <a:ext uri="{FF2B5EF4-FFF2-40B4-BE49-F238E27FC236}">
                <a16:creationId xmlns:a16="http://schemas.microsoft.com/office/drawing/2014/main" id="{EA5431FF-3A31-4D52-9E55-E753C91E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6943725"/>
            <a:ext cx="95" cy="180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4A3B8"/>
            </a:solidFill>
          </a:ln>
        </p:spPr>
      </p:sp>
      <p:sp>
        <p:nvSpPr>
          <p:cNvPr id="34" name="s4-159">
            <a:extLst xmlns:a="http://schemas.openxmlformats.org/drawingml/2006/main">
              <a:ext uri="{FF2B5EF4-FFF2-40B4-BE49-F238E27FC236}">
                <a16:creationId xmlns:a16="http://schemas.microsoft.com/office/drawing/2014/main" id="{2FCBBD26-42CE-40AF-A4A6-39D35C2E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71247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94A3B8"/>
            </a:solidFill>
          </a:ln>
        </p:spPr>
      </p:sp>
      <p:sp>
        <p:nvSpPr>
          <p:cNvPr id="35" name="s4-160">
            <a:extLst xmlns:a="http://schemas.openxmlformats.org/drawingml/2006/main">
              <a:ext uri="{FF2B5EF4-FFF2-40B4-BE49-F238E27FC236}">
                <a16:creationId xmlns:a16="http://schemas.microsoft.com/office/drawing/2014/main" id="{88ADE165-1A3E-4210-9174-F8CFFE7B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71437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7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C1, C2 = 30 pF</a:t>
            </a:r>
          </a:p>
        </p:txBody>
      </p:sp>
      <p:sp>
        <p:nvSpPr>
          <p:cNvPr id="36" name="s4-161">
            <a:extLst xmlns:a="http://schemas.openxmlformats.org/drawingml/2006/main">
              <a:ext uri="{FF2B5EF4-FFF2-40B4-BE49-F238E27FC236}">
                <a16:creationId xmlns:a16="http://schemas.microsoft.com/office/drawing/2014/main" id="{B75A23AB-0785-4968-9BA8-C5254C7E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477125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0EA5E9"/>
            </a:solidFill>
          </a:ln>
        </p:spPr>
      </p:sp>
      <p:sp>
        <p:nvSpPr>
          <p:cNvPr id="37" name="s4-162">
            <a:extLst xmlns:a="http://schemas.openxmlformats.org/drawingml/2006/main">
              <a:ext uri="{FF2B5EF4-FFF2-40B4-BE49-F238E27FC236}">
                <a16:creationId xmlns:a16="http://schemas.microsoft.com/office/drawing/2014/main" id="{39F60FE5-FC08-4C0B-85FF-E3FAFDBE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5057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ไฟเลี้ยง VCC = +5V (ขา 40)</a:t>
            </a:r>
          </a:p>
          <a:p xmlns:a="http://schemas.openxmlformats.org/drawingml/2006/main">
            <a:pPr algn="ctr">
              <a:defRPr sz="825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GND = 0V (ขา 20) แยกกราวด์สัญญาณ</a:t>
            </a:r>
          </a:p>
        </p:txBody>
      </p:sp>
      <p:sp>
        <p:nvSpPr>
          <p:cNvPr id="38" name="s4-163">
            <a:extLst xmlns:a="http://schemas.openxmlformats.org/drawingml/2006/main">
              <a:ext uri="{FF2B5EF4-FFF2-40B4-BE49-F238E27FC236}">
                <a16:creationId xmlns:a16="http://schemas.microsoft.com/office/drawing/2014/main" id="{5E18699F-7D96-4A99-8312-575E3579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146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EA5E9"/>
            </a:solidFill>
          </a:ln>
        </p:spPr>
      </p:sp>
      <p:sp>
        <p:nvSpPr>
          <p:cNvPr id="39" name="s4-164">
            <a:extLst xmlns:a="http://schemas.openxmlformats.org/drawingml/2006/main">
              <a:ext uri="{FF2B5EF4-FFF2-40B4-BE49-F238E27FC236}">
                <a16:creationId xmlns:a16="http://schemas.microsoft.com/office/drawing/2014/main" id="{F7830F47-E90C-4340-BE18-3DDB44F1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9241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P1.2 RUN_N</a:t>
            </a:r>
          </a:p>
        </p:txBody>
      </p:sp>
      <p:sp>
        <p:nvSpPr>
          <p:cNvPr id="40" name="s4-165">
            <a:extLst xmlns:a="http://schemas.openxmlformats.org/drawingml/2006/main">
              <a:ext uri="{FF2B5EF4-FFF2-40B4-BE49-F238E27FC236}">
                <a16:creationId xmlns:a16="http://schemas.microsoft.com/office/drawing/2014/main" id="{9D30A75B-EAC2-4B66-9A08-12249664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019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41" name="s4-166">
            <a:extLst xmlns:a="http://schemas.openxmlformats.org/drawingml/2006/main">
              <a:ext uri="{FF2B5EF4-FFF2-40B4-BE49-F238E27FC236}">
                <a16:creationId xmlns:a16="http://schemas.microsoft.com/office/drawing/2014/main" id="{17C003AA-5C58-4F2B-A571-6761B94A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4800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EA5E9"/>
            </a:solidFill>
          </a:ln>
        </p:spPr>
      </p:sp>
      <p:sp>
        <p:nvSpPr>
          <p:cNvPr id="42" name="s4-167">
            <a:extLst xmlns:a="http://schemas.openxmlformats.org/drawingml/2006/main">
              <a:ext uri="{FF2B5EF4-FFF2-40B4-BE49-F238E27FC236}">
                <a16:creationId xmlns:a16="http://schemas.microsoft.com/office/drawing/2014/main" id="{406B9AC4-4012-4F7D-946C-6F7E1EBA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861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EA5E9"/>
            </a:solidFill>
          </a:ln>
        </p:spPr>
      </p:sp>
      <p:sp>
        <p:nvSpPr>
          <p:cNvPr id="43" name="s4-168">
            <a:extLst xmlns:a="http://schemas.openxmlformats.org/drawingml/2006/main">
              <a:ext uri="{FF2B5EF4-FFF2-40B4-BE49-F238E27FC236}">
                <a16:creationId xmlns:a16="http://schemas.microsoft.com/office/drawing/2014/main" id="{1695A058-092C-4DF1-8D62-F21301EB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4956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P1.0 IN1</a:t>
            </a:r>
          </a:p>
        </p:txBody>
      </p:sp>
      <p:sp>
        <p:nvSpPr>
          <p:cNvPr id="44" name="s4-169">
            <a:extLst xmlns:a="http://schemas.openxmlformats.org/drawingml/2006/main">
              <a:ext uri="{FF2B5EF4-FFF2-40B4-BE49-F238E27FC236}">
                <a16:creationId xmlns:a16="http://schemas.microsoft.com/office/drawing/2014/main" id="{EC523B94-A37B-424E-8777-A3B60306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590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45" name="s4-170">
            <a:extLst xmlns:a="http://schemas.openxmlformats.org/drawingml/2006/main">
              <a:ext uri="{FF2B5EF4-FFF2-40B4-BE49-F238E27FC236}">
                <a16:creationId xmlns:a16="http://schemas.microsoft.com/office/drawing/2014/main" id="{91162DA7-EE1F-4244-B195-761BB64E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1950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EA5E9"/>
            </a:solidFill>
          </a:ln>
        </p:spPr>
      </p:sp>
      <p:sp>
        <p:nvSpPr>
          <p:cNvPr id="46" name="s4-171">
            <a:extLst xmlns:a="http://schemas.openxmlformats.org/drawingml/2006/main">
              <a:ext uri="{FF2B5EF4-FFF2-40B4-BE49-F238E27FC236}">
                <a16:creationId xmlns:a16="http://schemas.microsoft.com/office/drawing/2014/main" id="{A8ECA372-C231-4926-AA03-F08B8A6B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576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EA5E9"/>
            </a:solidFill>
          </a:ln>
        </p:spPr>
      </p:sp>
      <p:sp>
        <p:nvSpPr>
          <p:cNvPr id="47" name="s4-172">
            <a:extLst xmlns:a="http://schemas.openxmlformats.org/drawingml/2006/main">
              <a:ext uri="{FF2B5EF4-FFF2-40B4-BE49-F238E27FC236}">
                <a16:creationId xmlns:a16="http://schemas.microsoft.com/office/drawing/2014/main" id="{BC50BA8F-2BE2-460E-B8C8-98D4972B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0671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P1.1 IN2</a:t>
            </a:r>
          </a:p>
        </p:txBody>
      </p:sp>
      <p:sp>
        <p:nvSpPr>
          <p:cNvPr id="48" name="s4-173">
            <a:extLst xmlns:a="http://schemas.openxmlformats.org/drawingml/2006/main">
              <a:ext uri="{FF2B5EF4-FFF2-40B4-BE49-F238E27FC236}">
                <a16:creationId xmlns:a16="http://schemas.microsoft.com/office/drawing/2014/main" id="{D364D94B-32C5-498D-8C0E-61309369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162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49" name="s4-174">
            <a:extLst xmlns:a="http://schemas.openxmlformats.org/drawingml/2006/main">
              <a:ext uri="{FF2B5EF4-FFF2-40B4-BE49-F238E27FC236}">
                <a16:creationId xmlns:a16="http://schemas.microsoft.com/office/drawing/2014/main" id="{661C17FA-D259-4C70-9A60-5B1044F3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9100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EA5E9"/>
            </a:solidFill>
          </a:ln>
        </p:spPr>
      </p:sp>
      <p:sp>
        <p:nvSpPr>
          <p:cNvPr id="50" name="s4-175">
            <a:extLst xmlns:a="http://schemas.openxmlformats.org/drawingml/2006/main">
              <a:ext uri="{FF2B5EF4-FFF2-40B4-BE49-F238E27FC236}">
                <a16:creationId xmlns:a16="http://schemas.microsoft.com/office/drawing/2014/main" id="{7EE1D023-335D-4875-B7D2-A6E47B08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63436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2626"/>
            </a:solidFill>
          </a:ln>
        </p:spPr>
      </p:sp>
      <p:sp>
        <p:nvSpPr>
          <p:cNvPr id="51" name="s4-176">
            <a:extLst xmlns:a="http://schemas.openxmlformats.org/drawingml/2006/main">
              <a:ext uri="{FF2B5EF4-FFF2-40B4-BE49-F238E27FC236}">
                <a16:creationId xmlns:a16="http://schemas.microsoft.com/office/drawing/2014/main" id="{97CC7431-911C-4A6C-89F8-3A918C38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63531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P1.4 LED_R</a:t>
            </a:r>
          </a:p>
        </p:txBody>
      </p:sp>
      <p:sp>
        <p:nvSpPr>
          <p:cNvPr id="52" name="s4-177">
            <a:extLst xmlns:a="http://schemas.openxmlformats.org/drawingml/2006/main">
              <a:ext uri="{FF2B5EF4-FFF2-40B4-BE49-F238E27FC236}">
                <a16:creationId xmlns:a16="http://schemas.microsoft.com/office/drawing/2014/main" id="{05DAACE6-D5C1-4C22-9D70-3BEC7804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6448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53" name="s4-178">
            <a:extLst xmlns:a="http://schemas.openxmlformats.org/drawingml/2006/main">
              <a:ext uri="{FF2B5EF4-FFF2-40B4-BE49-F238E27FC236}">
                <a16:creationId xmlns:a16="http://schemas.microsoft.com/office/drawing/2014/main" id="{47154667-9BB5-4CF3-A8E1-F5D8B14E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47700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2626"/>
            </a:solidFill>
          </a:ln>
        </p:spPr>
      </p:sp>
      <p:sp>
        <p:nvSpPr>
          <p:cNvPr id="54" name="s4-179">
            <a:extLst xmlns:a="http://schemas.openxmlformats.org/drawingml/2006/main">
              <a:ext uri="{FF2B5EF4-FFF2-40B4-BE49-F238E27FC236}">
                <a16:creationId xmlns:a16="http://schemas.microsoft.com/office/drawing/2014/main" id="{003D2D93-9D9A-4348-8B0E-D879F90C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70104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A34A"/>
            </a:solidFill>
          </a:ln>
        </p:spPr>
      </p:sp>
      <p:sp>
        <p:nvSpPr>
          <p:cNvPr id="55" name="s4-180">
            <a:extLst xmlns:a="http://schemas.openxmlformats.org/drawingml/2006/main">
              <a:ext uri="{FF2B5EF4-FFF2-40B4-BE49-F238E27FC236}">
                <a16:creationId xmlns:a16="http://schemas.microsoft.com/office/drawing/2014/main" id="{D5B47D18-0BF8-49B4-AF85-55E3D790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70199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16A34A"/>
                </a:solidFill>
                <a:latin typeface="Tahoma"/>
                <a:ea typeface="Tahoma"/>
                <a:cs typeface="Tahoma"/>
              </a:rPr>
              <a:t>P1.5 LED_G</a:t>
            </a:r>
          </a:p>
        </p:txBody>
      </p:sp>
      <p:sp>
        <p:nvSpPr>
          <p:cNvPr id="56" name="s4-181">
            <a:extLst xmlns:a="http://schemas.openxmlformats.org/drawingml/2006/main">
              <a:ext uri="{FF2B5EF4-FFF2-40B4-BE49-F238E27FC236}">
                <a16:creationId xmlns:a16="http://schemas.microsoft.com/office/drawing/2014/main" id="{B1B30283-15B6-4C81-9BFF-3010CDF8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7115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57" name="s4-182">
            <a:extLst xmlns:a="http://schemas.openxmlformats.org/drawingml/2006/main">
              <a:ext uri="{FF2B5EF4-FFF2-40B4-BE49-F238E27FC236}">
                <a16:creationId xmlns:a16="http://schemas.microsoft.com/office/drawing/2014/main" id="{DCBEF981-96DA-429C-8F90-91DAF918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14375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6A34A"/>
            </a:solidFill>
          </a:ln>
        </p:spPr>
      </p:sp>
      <p:sp>
        <p:nvSpPr>
          <p:cNvPr id="58" name="s4-183">
            <a:extLst xmlns:a="http://schemas.openxmlformats.org/drawingml/2006/main">
              <a:ext uri="{FF2B5EF4-FFF2-40B4-BE49-F238E27FC236}">
                <a16:creationId xmlns:a16="http://schemas.microsoft.com/office/drawing/2014/main" id="{62DA439B-958D-4078-92C8-9B86530E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77724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7706"/>
            </a:solidFill>
          </a:ln>
        </p:spPr>
      </p:sp>
      <p:sp>
        <p:nvSpPr>
          <p:cNvPr id="59" name="s4-184">
            <a:extLst xmlns:a="http://schemas.openxmlformats.org/drawingml/2006/main">
              <a:ext uri="{FF2B5EF4-FFF2-40B4-BE49-F238E27FC236}">
                <a16:creationId xmlns:a16="http://schemas.microsoft.com/office/drawing/2014/main" id="{4D66E592-FA5D-4192-BAEA-642AAD8A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77819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P1.7 BUZZ</a:t>
            </a:r>
          </a:p>
        </p:txBody>
      </p:sp>
      <p:sp>
        <p:nvSpPr>
          <p:cNvPr id="60" name="s4-185">
            <a:extLst xmlns:a="http://schemas.openxmlformats.org/drawingml/2006/main">
              <a:ext uri="{FF2B5EF4-FFF2-40B4-BE49-F238E27FC236}">
                <a16:creationId xmlns:a16="http://schemas.microsoft.com/office/drawing/2014/main" id="{8D5F3693-CCC7-4AF1-9821-AEF26593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7877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61" name="s4-186">
            <a:extLst xmlns:a="http://schemas.openxmlformats.org/drawingml/2006/main">
              <a:ext uri="{FF2B5EF4-FFF2-40B4-BE49-F238E27FC236}">
                <a16:creationId xmlns:a16="http://schemas.microsoft.com/office/drawing/2014/main" id="{2AE3215A-EED0-4E92-A499-3410C15C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90575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7706"/>
            </a:solidFill>
          </a:ln>
        </p:spPr>
      </p:sp>
      <p:sp>
        <p:nvSpPr>
          <p:cNvPr id="62" name="s4-187">
            <a:extLst xmlns:a="http://schemas.openxmlformats.org/drawingml/2006/main">
              <a:ext uri="{FF2B5EF4-FFF2-40B4-BE49-F238E27FC236}">
                <a16:creationId xmlns:a16="http://schemas.microsoft.com/office/drawing/2014/main" id="{E6C08E60-0105-41D5-BCE4-A82EB98F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9146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D9488"/>
            </a:solidFill>
          </a:ln>
        </p:spPr>
      </p:sp>
      <p:sp>
        <p:nvSpPr>
          <p:cNvPr id="63" name="s4-188">
            <a:extLst xmlns:a="http://schemas.openxmlformats.org/drawingml/2006/main">
              <a:ext uri="{FF2B5EF4-FFF2-40B4-BE49-F238E27FC236}">
                <a16:creationId xmlns:a16="http://schemas.microsoft.com/office/drawing/2014/main" id="{2713FAE7-F50F-4F00-86C0-C4774A92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9241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P2.0 PB_OUT</a:t>
            </a:r>
          </a:p>
        </p:txBody>
      </p:sp>
      <p:sp>
        <p:nvSpPr>
          <p:cNvPr id="64" name="s4-189">
            <a:extLst xmlns:a="http://schemas.openxmlformats.org/drawingml/2006/main">
              <a:ext uri="{FF2B5EF4-FFF2-40B4-BE49-F238E27FC236}">
                <a16:creationId xmlns:a16="http://schemas.microsoft.com/office/drawing/2014/main" id="{907DEB1A-5BCA-4682-8468-9EB5BD05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3019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65" name="s4-190">
            <a:extLst xmlns:a="http://schemas.openxmlformats.org/drawingml/2006/main">
              <a:ext uri="{FF2B5EF4-FFF2-40B4-BE49-F238E27FC236}">
                <a16:creationId xmlns:a16="http://schemas.microsoft.com/office/drawing/2014/main" id="{85745002-F4C2-4E87-992A-9EAED12A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4800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D9488"/>
            </a:solidFill>
          </a:ln>
        </p:spPr>
      </p:sp>
      <p:sp>
        <p:nvSpPr>
          <p:cNvPr id="66" name="s4-191">
            <a:extLst xmlns:a="http://schemas.openxmlformats.org/drawingml/2006/main">
              <a:ext uri="{FF2B5EF4-FFF2-40B4-BE49-F238E27FC236}">
                <a16:creationId xmlns:a16="http://schemas.microsoft.com/office/drawing/2014/main" id="{0FBFBFC6-2721-4664-BEF7-B644FBE8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4861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D9488"/>
            </a:solidFill>
          </a:ln>
        </p:spPr>
      </p:sp>
      <p:sp>
        <p:nvSpPr>
          <p:cNvPr id="67" name="s4-192">
            <a:extLst xmlns:a="http://schemas.openxmlformats.org/drawingml/2006/main">
              <a:ext uri="{FF2B5EF4-FFF2-40B4-BE49-F238E27FC236}">
                <a16:creationId xmlns:a16="http://schemas.microsoft.com/office/drawing/2014/main" id="{C3DAD05F-ACBB-47F1-B598-C8577261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4956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P2.1 PB_IN</a:t>
            </a:r>
          </a:p>
        </p:txBody>
      </p:sp>
      <p:sp>
        <p:nvSpPr>
          <p:cNvPr id="68" name="s4-193">
            <a:extLst xmlns:a="http://schemas.openxmlformats.org/drawingml/2006/main">
              <a:ext uri="{FF2B5EF4-FFF2-40B4-BE49-F238E27FC236}">
                <a16:creationId xmlns:a16="http://schemas.microsoft.com/office/drawing/2014/main" id="{52FC6D68-6434-4776-ABE3-7DE7518E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3590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69" name="s4-194">
            <a:extLst xmlns:a="http://schemas.openxmlformats.org/drawingml/2006/main">
              <a:ext uri="{FF2B5EF4-FFF2-40B4-BE49-F238E27FC236}">
                <a16:creationId xmlns:a16="http://schemas.microsoft.com/office/drawing/2014/main" id="{781E5A0B-AFA7-4307-8CB6-935A0609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1950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D9488"/>
            </a:solidFill>
          </a:ln>
        </p:spPr>
      </p:sp>
      <p:sp>
        <p:nvSpPr>
          <p:cNvPr id="70" name="s4-195">
            <a:extLst xmlns:a="http://schemas.openxmlformats.org/drawingml/2006/main">
              <a:ext uri="{FF2B5EF4-FFF2-40B4-BE49-F238E27FC236}">
                <a16:creationId xmlns:a16="http://schemas.microsoft.com/office/drawing/2014/main" id="{38CF05AC-5F79-48BC-B583-9969B9B4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0576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D9488"/>
            </a:solidFill>
          </a:ln>
        </p:spPr>
      </p:sp>
      <p:sp>
        <p:nvSpPr>
          <p:cNvPr id="71" name="s4-196">
            <a:extLst xmlns:a="http://schemas.openxmlformats.org/drawingml/2006/main">
              <a:ext uri="{FF2B5EF4-FFF2-40B4-BE49-F238E27FC236}">
                <a16:creationId xmlns:a16="http://schemas.microsoft.com/office/drawing/2014/main" id="{D55FC358-B04D-4B0B-9680-2DB16231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0671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P2.3 LIM_LO</a:t>
            </a:r>
          </a:p>
        </p:txBody>
      </p:sp>
      <p:sp>
        <p:nvSpPr>
          <p:cNvPr id="72" name="s4-197">
            <a:extLst xmlns:a="http://schemas.openxmlformats.org/drawingml/2006/main">
              <a:ext uri="{FF2B5EF4-FFF2-40B4-BE49-F238E27FC236}">
                <a16:creationId xmlns:a16="http://schemas.microsoft.com/office/drawing/2014/main" id="{78A0320F-48C8-45A0-80E9-E560E64C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4162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73" name="s4-198">
            <a:extLst xmlns:a="http://schemas.openxmlformats.org/drawingml/2006/main">
              <a:ext uri="{FF2B5EF4-FFF2-40B4-BE49-F238E27FC236}">
                <a16:creationId xmlns:a16="http://schemas.microsoft.com/office/drawing/2014/main" id="{F8D5F598-5C33-4879-B071-569D5080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9100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D9488"/>
            </a:solidFill>
          </a:ln>
        </p:spPr>
      </p:sp>
      <p:sp>
        <p:nvSpPr>
          <p:cNvPr id="74" name="s4-199">
            <a:extLst xmlns:a="http://schemas.openxmlformats.org/drawingml/2006/main">
              <a:ext uri="{FF2B5EF4-FFF2-40B4-BE49-F238E27FC236}">
                <a16:creationId xmlns:a16="http://schemas.microsoft.com/office/drawing/2014/main" id="{BEDD2849-47AB-4B9F-BE0B-42785A2B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291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D9488"/>
            </a:solidFill>
          </a:ln>
        </p:spPr>
      </p:sp>
      <p:sp>
        <p:nvSpPr>
          <p:cNvPr id="75" name="s4-200">
            <a:extLst xmlns:a="http://schemas.openxmlformats.org/drawingml/2006/main">
              <a:ext uri="{FF2B5EF4-FFF2-40B4-BE49-F238E27FC236}">
                <a16:creationId xmlns:a16="http://schemas.microsoft.com/office/drawing/2014/main" id="{D67530CC-D4FB-4CCC-BB08-F0D15FC1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46386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P2.4 LIM_LC</a:t>
            </a:r>
          </a:p>
        </p:txBody>
      </p:sp>
      <p:sp>
        <p:nvSpPr>
          <p:cNvPr id="76" name="s4-201">
            <a:extLst xmlns:a="http://schemas.openxmlformats.org/drawingml/2006/main">
              <a:ext uri="{FF2B5EF4-FFF2-40B4-BE49-F238E27FC236}">
                <a16:creationId xmlns:a16="http://schemas.microsoft.com/office/drawing/2014/main" id="{F140767B-B4A2-45A2-A664-ADC8B76C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4733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77" name="s4-202">
            <a:extLst xmlns:a="http://schemas.openxmlformats.org/drawingml/2006/main">
              <a:ext uri="{FF2B5EF4-FFF2-40B4-BE49-F238E27FC236}">
                <a16:creationId xmlns:a16="http://schemas.microsoft.com/office/drawing/2014/main" id="{CBF58D41-6641-48F3-8891-563A4A63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76250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D9488"/>
            </a:solidFill>
          </a:ln>
        </p:spPr>
      </p:sp>
      <p:sp>
        <p:nvSpPr>
          <p:cNvPr id="78" name="s4-203">
            <a:extLst xmlns:a="http://schemas.openxmlformats.org/drawingml/2006/main">
              <a:ext uri="{FF2B5EF4-FFF2-40B4-BE49-F238E27FC236}">
                <a16:creationId xmlns:a16="http://schemas.microsoft.com/office/drawing/2014/main" id="{20C3F513-7B8D-4512-924B-21AAAC3F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3436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D9488"/>
            </a:solidFill>
          </a:ln>
        </p:spPr>
      </p:sp>
      <p:sp>
        <p:nvSpPr>
          <p:cNvPr id="79" name="s4-204">
            <a:extLst xmlns:a="http://schemas.openxmlformats.org/drawingml/2006/main">
              <a:ext uri="{FF2B5EF4-FFF2-40B4-BE49-F238E27FC236}">
                <a16:creationId xmlns:a16="http://schemas.microsoft.com/office/drawing/2014/main" id="{68B076B1-95FE-4C64-9CC4-D3317A58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63531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P2.2 IR_HIGH</a:t>
            </a:r>
          </a:p>
        </p:txBody>
      </p:sp>
      <p:sp>
        <p:nvSpPr>
          <p:cNvPr id="80" name="s4-205">
            <a:extLst xmlns:a="http://schemas.openxmlformats.org/drawingml/2006/main">
              <a:ext uri="{FF2B5EF4-FFF2-40B4-BE49-F238E27FC236}">
                <a16:creationId xmlns:a16="http://schemas.microsoft.com/office/drawing/2014/main" id="{F9F8EA74-82EB-4A8B-8F50-B86C808F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6448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81" name="s4-206">
            <a:extLst xmlns:a="http://schemas.openxmlformats.org/drawingml/2006/main">
              <a:ext uri="{FF2B5EF4-FFF2-40B4-BE49-F238E27FC236}">
                <a16:creationId xmlns:a16="http://schemas.microsoft.com/office/drawing/2014/main" id="{ED6B498C-8F7F-4123-AC25-DABCA9D9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47700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D9488"/>
            </a:solidFill>
          </a:ln>
        </p:spPr>
      </p:sp>
      <p:sp>
        <p:nvSpPr>
          <p:cNvPr id="82" name="s4-207">
            <a:extLst xmlns:a="http://schemas.openxmlformats.org/drawingml/2006/main">
              <a:ext uri="{FF2B5EF4-FFF2-40B4-BE49-F238E27FC236}">
                <a16:creationId xmlns:a16="http://schemas.microsoft.com/office/drawing/2014/main" id="{FD151F2E-0434-4EF7-8639-C99782F2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70104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D9488"/>
            </a:solidFill>
          </a:ln>
        </p:spPr>
      </p:sp>
      <p:sp>
        <p:nvSpPr>
          <p:cNvPr id="83" name="s4-208">
            <a:extLst xmlns:a="http://schemas.openxmlformats.org/drawingml/2006/main">
              <a:ext uri="{FF2B5EF4-FFF2-40B4-BE49-F238E27FC236}">
                <a16:creationId xmlns:a16="http://schemas.microsoft.com/office/drawing/2014/main" id="{4259E046-1F4F-47E9-8ABC-30B0761E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70199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P2.5 IR_LOW</a:t>
            </a:r>
          </a:p>
        </p:txBody>
      </p:sp>
      <p:sp>
        <p:nvSpPr>
          <p:cNvPr id="84" name="s4-209">
            <a:extLst xmlns:a="http://schemas.openxmlformats.org/drawingml/2006/main">
              <a:ext uri="{FF2B5EF4-FFF2-40B4-BE49-F238E27FC236}">
                <a16:creationId xmlns:a16="http://schemas.microsoft.com/office/drawing/2014/main" id="{DE421B6E-6D0F-49E8-B9B9-FF4DCCA2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7115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85" name="s4-210">
            <a:extLst xmlns:a="http://schemas.openxmlformats.org/drawingml/2006/main">
              <a:ext uri="{FF2B5EF4-FFF2-40B4-BE49-F238E27FC236}">
                <a16:creationId xmlns:a16="http://schemas.microsoft.com/office/drawing/2014/main" id="{25899634-EB7E-46D2-BBB8-E6AA6607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14375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D9488"/>
            </a:solidFill>
          </a:ln>
        </p:spPr>
      </p:sp>
      <p:sp>
        <p:nvSpPr>
          <p:cNvPr id="86" name="s4-211">
            <a:extLst xmlns:a="http://schemas.openxmlformats.org/drawingml/2006/main">
              <a:ext uri="{FF2B5EF4-FFF2-40B4-BE49-F238E27FC236}">
                <a16:creationId xmlns:a16="http://schemas.microsoft.com/office/drawing/2014/main" id="{DAB432F5-0679-4610-AE23-26C143BF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77724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2626"/>
            </a:solidFill>
          </a:ln>
        </p:spPr>
      </p:sp>
      <p:sp>
        <p:nvSpPr>
          <p:cNvPr id="87" name="s4-212">
            <a:extLst xmlns:a="http://schemas.openxmlformats.org/drawingml/2006/main">
              <a:ext uri="{FF2B5EF4-FFF2-40B4-BE49-F238E27FC236}">
                <a16:creationId xmlns:a16="http://schemas.microsoft.com/office/drawing/2014/main" id="{5CCEC58E-66CF-4211-A681-7C7F99BC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778192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P2.7 E-STOP</a:t>
            </a:r>
          </a:p>
        </p:txBody>
      </p:sp>
      <p:sp>
        <p:nvSpPr>
          <p:cNvPr id="88" name="s4-213">
            <a:extLst xmlns:a="http://schemas.openxmlformats.org/drawingml/2006/main">
              <a:ext uri="{FF2B5EF4-FFF2-40B4-BE49-F238E27FC236}">
                <a16:creationId xmlns:a16="http://schemas.microsoft.com/office/drawing/2014/main" id="{F9AA703F-74F6-47CA-8FA8-62E4C2C4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7877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89" name="s4-214">
            <a:extLst xmlns:a="http://schemas.openxmlformats.org/drawingml/2006/main">
              <a:ext uri="{FF2B5EF4-FFF2-40B4-BE49-F238E27FC236}">
                <a16:creationId xmlns:a16="http://schemas.microsoft.com/office/drawing/2014/main" id="{974586D0-54F8-41E7-9EFF-AEFD26B9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790575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2626"/>
            </a:solidFill>
          </a:ln>
        </p:spPr>
      </p:sp>
      <p:sp>
        <p:nvSpPr>
          <p:cNvPr id="90" name="s4-215">
            <a:extLst xmlns:a="http://schemas.openxmlformats.org/drawingml/2006/main">
              <a:ext uri="{FF2B5EF4-FFF2-40B4-BE49-F238E27FC236}">
                <a16:creationId xmlns:a16="http://schemas.microsoft.com/office/drawing/2014/main" id="{90A45B1E-59E8-4971-95E3-3F3FFC90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BAE6FD"/>
            </a:solidFill>
          </a:ln>
        </p:spPr>
      </p:sp>
      <p:sp>
        <p:nvSpPr>
          <p:cNvPr id="91" name="s4-216">
            <a:extLst xmlns:a="http://schemas.openxmlformats.org/drawingml/2006/main">
              <a:ext uri="{FF2B5EF4-FFF2-40B4-BE49-F238E27FC236}">
                <a16:creationId xmlns:a16="http://schemas.microsoft.com/office/drawing/2014/main" id="{92C25F6B-B4E0-435A-9ED4-6791AD22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noFill/>
          </a:ln>
        </p:spPr>
      </p:sp>
      <p:sp>
        <p:nvSpPr>
          <p:cNvPr id="92" name="s4-217">
            <a:extLst xmlns:a="http://schemas.openxmlformats.org/drawingml/2006/main">
              <a:ext uri="{FF2B5EF4-FFF2-40B4-BE49-F238E27FC236}">
                <a16:creationId xmlns:a16="http://schemas.microsoft.com/office/drawing/2014/main" id="{C24004F4-8447-423B-9A52-5EFC2A9F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5265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วงจรขับมอเตอร์ (L293D H-Bridge Driver &amp; 12V Motor)</a:t>
            </a:r>
          </a:p>
        </p:txBody>
      </p:sp>
      <p:sp>
        <p:nvSpPr>
          <p:cNvPr id="93" name="s4-218">
            <a:extLst xmlns:a="http://schemas.openxmlformats.org/drawingml/2006/main">
              <a:ext uri="{FF2B5EF4-FFF2-40B4-BE49-F238E27FC236}">
                <a16:creationId xmlns:a16="http://schemas.microsoft.com/office/drawing/2014/main" id="{D8FFB441-618D-42A4-B42F-CC932AF3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336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94" name="s4-219">
            <a:extLst xmlns:a="http://schemas.openxmlformats.org/drawingml/2006/main">
              <a:ext uri="{FF2B5EF4-FFF2-40B4-BE49-F238E27FC236}">
                <a16:creationId xmlns:a16="http://schemas.microsoft.com/office/drawing/2014/main" id="{3E00B423-D49B-4BAB-9E38-467F52AD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5431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+12V Motor Rail</a:t>
            </a:r>
          </a:p>
        </p:txBody>
      </p:sp>
      <p:sp>
        <p:nvSpPr>
          <p:cNvPr id="95" name="s4-220">
            <a:extLst xmlns:a="http://schemas.openxmlformats.org/drawingml/2006/main">
              <a:ext uri="{FF2B5EF4-FFF2-40B4-BE49-F238E27FC236}">
                <a16:creationId xmlns:a16="http://schemas.microsoft.com/office/drawing/2014/main" id="{CC85D78B-A9D5-49FC-B54C-4FDE48EE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336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0EA5E9"/>
            </a:solidFill>
          </a:ln>
        </p:spPr>
      </p:sp>
      <p:sp>
        <p:nvSpPr>
          <p:cNvPr id="96" name="s4-221">
            <a:extLst xmlns:a="http://schemas.openxmlformats.org/drawingml/2006/main">
              <a:ext uri="{FF2B5EF4-FFF2-40B4-BE49-F238E27FC236}">
                <a16:creationId xmlns:a16="http://schemas.microsoft.com/office/drawing/2014/main" id="{B7767CE7-A890-4CC5-9316-90D80CF6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43175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+5V Logic Rail</a:t>
            </a:r>
          </a:p>
        </p:txBody>
      </p:sp>
      <p:pic>
        <p:nvPicPr>
          <p:cNvPr id="3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074e92bf74aaf"/>
          <a:stretch xmlns:a="http://schemas.openxmlformats.org/drawingml/2006/main"/>
        </p:blipFill>
        <p:spPr>
          <a:xfrm xmlns:a="http://schemas.openxmlformats.org/drawingml/2006/main">
            <a:off x="3143250" y="2905125"/>
            <a:ext cx="1333500" cy="2428875"/>
          </a:xfrm>
          <a:prstGeom xmlns:a="http://schemas.openxmlformats.org/drawingml/2006/main" prst="rect">
            <a:avLst/>
          </a:prstGeom>
        </p:spPr>
      </p:pic>
      <p:sp>
        <p:nvSpPr>
          <p:cNvPr id="98" name="s4-222">
            <a:extLst xmlns:a="http://schemas.openxmlformats.org/drawingml/2006/main">
              <a:ext uri="{FF2B5EF4-FFF2-40B4-BE49-F238E27FC236}">
                <a16:creationId xmlns:a16="http://schemas.microsoft.com/office/drawing/2014/main" id="{AEAF3724-AA1F-4B45-A632-9D284F43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3370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E9"/>
            </a:solidFill>
          </a:ln>
        </p:spPr>
      </p:sp>
      <p:sp>
        <p:nvSpPr>
          <p:cNvPr id="99" name="s4-223">
            <a:extLst xmlns:a="http://schemas.openxmlformats.org/drawingml/2006/main">
              <a:ext uri="{FF2B5EF4-FFF2-40B4-BE49-F238E27FC236}">
                <a16:creationId xmlns:a16="http://schemas.microsoft.com/office/drawing/2014/main" id="{3DCED8E5-5A4B-48F2-A2CD-01C99336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43225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1: EN</a:t>
            </a:r>
          </a:p>
        </p:txBody>
      </p:sp>
      <p:sp>
        <p:nvSpPr>
          <p:cNvPr id="100" name="s4-224">
            <a:extLst xmlns:a="http://schemas.openxmlformats.org/drawingml/2006/main">
              <a:ext uri="{FF2B5EF4-FFF2-40B4-BE49-F238E27FC236}">
                <a16:creationId xmlns:a16="http://schemas.microsoft.com/office/drawing/2014/main" id="{84C82A65-9B50-4F6F-98F3-84D9D163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50520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E9"/>
            </a:solidFill>
          </a:ln>
        </p:spPr>
      </p:sp>
      <p:sp>
        <p:nvSpPr>
          <p:cNvPr id="101" name="s4-225">
            <a:extLst xmlns:a="http://schemas.openxmlformats.org/drawingml/2006/main">
              <a:ext uri="{FF2B5EF4-FFF2-40B4-BE49-F238E27FC236}">
                <a16:creationId xmlns:a16="http://schemas.microsoft.com/office/drawing/2014/main" id="{2A778325-5FBE-4607-853E-08BD7A45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14725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2: IN1</a:t>
            </a:r>
          </a:p>
        </p:txBody>
      </p:sp>
      <p:sp>
        <p:nvSpPr>
          <p:cNvPr id="102" name="s4-226">
            <a:extLst xmlns:a="http://schemas.openxmlformats.org/drawingml/2006/main">
              <a:ext uri="{FF2B5EF4-FFF2-40B4-BE49-F238E27FC236}">
                <a16:creationId xmlns:a16="http://schemas.microsoft.com/office/drawing/2014/main" id="{4353485C-F373-4332-B27E-3742AD5B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7670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A5E9"/>
            </a:solidFill>
          </a:ln>
        </p:spPr>
      </p:sp>
      <p:sp>
        <p:nvSpPr>
          <p:cNvPr id="103" name="s4-227">
            <a:extLst xmlns:a="http://schemas.openxmlformats.org/drawingml/2006/main">
              <a:ext uri="{FF2B5EF4-FFF2-40B4-BE49-F238E27FC236}">
                <a16:creationId xmlns:a16="http://schemas.microsoft.com/office/drawing/2014/main" id="{0D69F5E4-D5AE-4FF3-827C-59A1F649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86225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7: IN2</a:t>
            </a:r>
          </a:p>
        </p:txBody>
      </p:sp>
      <p:sp>
        <p:nvSpPr>
          <p:cNvPr id="104" name="s4-228">
            <a:extLst xmlns:a="http://schemas.openxmlformats.org/drawingml/2006/main">
              <a:ext uri="{FF2B5EF4-FFF2-40B4-BE49-F238E27FC236}">
                <a16:creationId xmlns:a16="http://schemas.microsoft.com/office/drawing/2014/main" id="{5D2B7854-8D4C-4D93-936A-F941FEA6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50520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293B"/>
            </a:solidFill>
          </a:ln>
        </p:spPr>
      </p:sp>
      <p:sp>
        <p:nvSpPr>
          <p:cNvPr id="105" name="s4-229">
            <a:extLst xmlns:a="http://schemas.openxmlformats.org/drawingml/2006/main">
              <a:ext uri="{FF2B5EF4-FFF2-40B4-BE49-F238E27FC236}">
                <a16:creationId xmlns:a16="http://schemas.microsoft.com/office/drawing/2014/main" id="{ED4BA5D0-9480-455A-92A2-72D33CAF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14725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3: OUT1</a:t>
            </a:r>
          </a:p>
        </p:txBody>
      </p:sp>
      <p:sp>
        <p:nvSpPr>
          <p:cNvPr id="106" name="s4-230">
            <a:extLst xmlns:a="http://schemas.openxmlformats.org/drawingml/2006/main">
              <a:ext uri="{FF2B5EF4-FFF2-40B4-BE49-F238E27FC236}">
                <a16:creationId xmlns:a16="http://schemas.microsoft.com/office/drawing/2014/main" id="{F53E85CA-23B0-4231-9218-6F2A3C19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76700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293B"/>
            </a:solidFill>
          </a:ln>
        </p:spPr>
      </p:sp>
      <p:sp>
        <p:nvSpPr>
          <p:cNvPr id="107" name="s4-231">
            <a:extLst xmlns:a="http://schemas.openxmlformats.org/drawingml/2006/main">
              <a:ext uri="{FF2B5EF4-FFF2-40B4-BE49-F238E27FC236}">
                <a16:creationId xmlns:a16="http://schemas.microsoft.com/office/drawing/2014/main" id="{119672E2-C002-4EDF-A1C5-F8C857B8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86225"/>
            <a:ext cx="504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6: OUT2</a:t>
            </a:r>
          </a:p>
        </p:txBody>
      </p:sp>
      <p:sp>
        <p:nvSpPr>
          <p:cNvPr id="108" name="s4-232">
            <a:extLst xmlns:a="http://schemas.openxmlformats.org/drawingml/2006/main">
              <a:ext uri="{FF2B5EF4-FFF2-40B4-BE49-F238E27FC236}">
                <a16:creationId xmlns:a16="http://schemas.microsoft.com/office/drawing/2014/main" id="{60E9C0AF-FEFC-4CE0-9F46-811835F9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76550"/>
            <a:ext cx="809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EA5E9"/>
            </a:solidFill>
          </a:ln>
        </p:spPr>
      </p:sp>
      <p:sp>
        <p:nvSpPr>
          <p:cNvPr id="109" name="s4-233">
            <a:extLst xmlns:a="http://schemas.openxmlformats.org/drawingml/2006/main">
              <a:ext uri="{FF2B5EF4-FFF2-40B4-BE49-F238E27FC236}">
                <a16:creationId xmlns:a16="http://schemas.microsoft.com/office/drawing/2014/main" id="{D23AA938-2248-43E5-A082-83373484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95600"/>
            <a:ext cx="790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74HCT14</a:t>
            </a:r>
          </a:p>
          <a:p xmlns:a="http://schemas.openxmlformats.org/drawingml/2006/main">
            <a:pPr algn="ctr">
              <a:defRPr sz="750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750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&amp; NC1</a:t>
            </a:r>
          </a:p>
        </p:txBody>
      </p:sp>
      <p:sp>
        <p:nvSpPr>
          <p:cNvPr id="110" name="s4-234">
            <a:extLst xmlns:a="http://schemas.openxmlformats.org/drawingml/2006/main">
              <a:ext uri="{FF2B5EF4-FFF2-40B4-BE49-F238E27FC236}">
                <a16:creationId xmlns:a16="http://schemas.microsoft.com/office/drawing/2014/main" id="{076E73AB-4641-4248-AF00-FF71484F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48000"/>
            <a:ext cx="95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E9"/>
            </a:solidFill>
          </a:ln>
        </p:spPr>
      </p:sp>
      <p:sp>
        <p:nvSpPr>
          <p:cNvPr id="111" name="s4-235">
            <a:extLst xmlns:a="http://schemas.openxmlformats.org/drawingml/2006/main">
              <a:ext uri="{FF2B5EF4-FFF2-40B4-BE49-F238E27FC236}">
                <a16:creationId xmlns:a16="http://schemas.microsoft.com/office/drawing/2014/main" id="{1EC6A058-0E8D-4053-A7FF-1C48901C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1428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E9"/>
            </a:solidFill>
          </a:ln>
        </p:spPr>
      </p:sp>
      <p:sp>
        <p:nvSpPr>
          <p:cNvPr id="112" name="s4-236">
            <a:extLst xmlns:a="http://schemas.openxmlformats.org/drawingml/2006/main">
              <a:ext uri="{FF2B5EF4-FFF2-40B4-BE49-F238E27FC236}">
                <a16:creationId xmlns:a16="http://schemas.microsoft.com/office/drawing/2014/main" id="{D768AA7F-49C6-4C7A-9BCF-33F0F5E1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0"/>
            <a:ext cx="1047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E9"/>
            </a:solidFill>
          </a:ln>
        </p:spPr>
      </p:sp>
      <p:sp>
        <p:nvSpPr>
          <p:cNvPr id="113" name="s4-237">
            <a:extLst xmlns:a="http://schemas.openxmlformats.org/drawingml/2006/main">
              <a:ext uri="{FF2B5EF4-FFF2-40B4-BE49-F238E27FC236}">
                <a16:creationId xmlns:a16="http://schemas.microsoft.com/office/drawing/2014/main" id="{8119F1AA-BBD3-49F6-A761-207DE6A5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91000"/>
            <a:ext cx="1047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E9"/>
            </a:solidFill>
          </a:ln>
        </p:spPr>
      </p:sp>
      <p:pic>
        <p:nvPicPr>
          <p:cNvPr id="3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338305d294fe8"/>
          <a:stretch xmlns:a="http://schemas.openxmlformats.org/drawingml/2006/main"/>
        </p:blipFill>
        <p:spPr>
          <a:xfrm xmlns:a="http://schemas.openxmlformats.org/drawingml/2006/main">
            <a:off x="857250" y="3190875"/>
            <a:ext cx="1238250" cy="1085850"/>
          </a:xfrm>
          <a:prstGeom xmlns:a="http://schemas.openxmlformats.org/drawingml/2006/main" prst="rect">
            <a:avLst/>
          </a:prstGeom>
        </p:spPr>
      </p:pic>
      <p:sp>
        <p:nvSpPr>
          <p:cNvPr id="115" name="s4-238">
            <a:extLst xmlns:a="http://schemas.openxmlformats.org/drawingml/2006/main">
              <a:ext uri="{FF2B5EF4-FFF2-40B4-BE49-F238E27FC236}">
                <a16:creationId xmlns:a16="http://schemas.microsoft.com/office/drawing/2014/main" id="{BEC8BAE1-CA4A-4EFB-8F49-DA52E654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มอเตอร์เกียร์ 12V DC</a:t>
            </a:r>
          </a:p>
        </p:txBody>
      </p:sp>
      <p:sp>
        <p:nvSpPr>
          <p:cNvPr id="116" name="s4-239">
            <a:extLst xmlns:a="http://schemas.openxmlformats.org/drawingml/2006/main">
              <a:ext uri="{FF2B5EF4-FFF2-40B4-BE49-F238E27FC236}">
                <a16:creationId xmlns:a16="http://schemas.microsoft.com/office/drawing/2014/main" id="{5543B40F-8C96-4DB4-A4D4-7B9A2F5E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434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พร้อมมู่เล่ย์และสายพาน</a:t>
            </a:r>
          </a:p>
        </p:txBody>
      </p:sp>
      <p:sp>
        <p:nvSpPr>
          <p:cNvPr id="117" name="s4-240">
            <a:extLst xmlns:a="http://schemas.openxmlformats.org/drawingml/2006/main">
              <a:ext uri="{FF2B5EF4-FFF2-40B4-BE49-F238E27FC236}">
                <a16:creationId xmlns:a16="http://schemas.microsoft.com/office/drawing/2014/main" id="{4D09E712-2E4E-4B70-86E1-C862EFE2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052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1E293B"/>
            </a:solidFill>
          </a:ln>
        </p:spPr>
      </p:sp>
      <p:sp>
        <p:nvSpPr>
          <p:cNvPr id="118" name="s4-241">
            <a:extLst xmlns:a="http://schemas.openxmlformats.org/drawingml/2006/main">
              <a:ext uri="{FF2B5EF4-FFF2-40B4-BE49-F238E27FC236}">
                <a16:creationId xmlns:a16="http://schemas.microsoft.com/office/drawing/2014/main" id="{0C373D85-B4F9-4BD0-A534-50197740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147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M+</a:t>
            </a:r>
          </a:p>
        </p:txBody>
      </p:sp>
      <p:sp>
        <p:nvSpPr>
          <p:cNvPr id="119" name="s4-242">
            <a:extLst xmlns:a="http://schemas.openxmlformats.org/drawingml/2006/main">
              <a:ext uri="{FF2B5EF4-FFF2-40B4-BE49-F238E27FC236}">
                <a16:creationId xmlns:a16="http://schemas.microsoft.com/office/drawing/2014/main" id="{69A8FD79-9D85-42AA-B578-2C98D17C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76700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9525">
            <a:solidFill>
              <a:srgbClr val="1E293B"/>
            </a:solidFill>
          </a:ln>
        </p:spPr>
      </p:sp>
      <p:sp>
        <p:nvSpPr>
          <p:cNvPr id="120" name="s4-243">
            <a:extLst xmlns:a="http://schemas.openxmlformats.org/drawingml/2006/main">
              <a:ext uri="{FF2B5EF4-FFF2-40B4-BE49-F238E27FC236}">
                <a16:creationId xmlns:a16="http://schemas.microsoft.com/office/drawing/2014/main" id="{6D3A6A49-8135-4E2F-BF89-EB3CAF06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0862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M-</a:t>
            </a:r>
          </a:p>
        </p:txBody>
      </p:sp>
      <p:pic>
        <p:nvPicPr>
          <p:cNvPr id="3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4ee3a784243d6"/>
          <a:stretch xmlns:a="http://schemas.openxmlformats.org/drawingml/2006/main"/>
        </p:blipFill>
        <p:spPr>
          <a:xfrm xmlns:a="http://schemas.openxmlformats.org/drawingml/2006/main">
            <a:off x="2438400" y="3476625"/>
            <a:ext cx="171450" cy="285750"/>
          </a:xfrm>
          <a:prstGeom xmlns:a="http://schemas.openxmlformats.org/drawingml/2006/main" prst="rect">
            <a:avLst/>
          </a:prstGeom>
        </p:spPr>
      </p:pic>
      <p:sp>
        <p:nvSpPr>
          <p:cNvPr id="122" name="s4-244">
            <a:extLst xmlns:a="http://schemas.openxmlformats.org/drawingml/2006/main">
              <a:ext uri="{FF2B5EF4-FFF2-40B4-BE49-F238E27FC236}">
                <a16:creationId xmlns:a16="http://schemas.microsoft.com/office/drawing/2014/main" id="{C99DE786-1FA0-4203-8257-4A195AAB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33750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675" b="1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27 Ω 10 W</a:t>
            </a:r>
          </a:p>
        </p:txBody>
      </p:sp>
      <p:sp>
        <p:nvSpPr>
          <p:cNvPr id="123" name="s4-245">
            <a:extLst xmlns:a="http://schemas.openxmlformats.org/drawingml/2006/main">
              <a:ext uri="{FF2B5EF4-FFF2-40B4-BE49-F238E27FC236}">
                <a16:creationId xmlns:a16="http://schemas.microsoft.com/office/drawing/2014/main" id="{B4B865DB-976E-4310-962B-2BED3561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1950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93B"/>
            </a:solidFill>
          </a:ln>
        </p:spPr>
      </p:sp>
      <p:sp>
        <p:nvSpPr>
          <p:cNvPr id="124" name="s4-246">
            <a:extLst xmlns:a="http://schemas.openxmlformats.org/drawingml/2006/main">
              <a:ext uri="{FF2B5EF4-FFF2-40B4-BE49-F238E27FC236}">
                <a16:creationId xmlns:a16="http://schemas.microsoft.com/office/drawing/2014/main" id="{A2425C8E-C3D3-4890-B999-EF03DE11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19500"/>
            <a:ext cx="285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93B"/>
            </a:solidFill>
          </a:ln>
        </p:spPr>
      </p:sp>
      <p:sp>
        <p:nvSpPr>
          <p:cNvPr id="125" name="s4-247">
            <a:extLst xmlns:a="http://schemas.openxmlformats.org/drawingml/2006/main">
              <a:ext uri="{FF2B5EF4-FFF2-40B4-BE49-F238E27FC236}">
                <a16:creationId xmlns:a16="http://schemas.microsoft.com/office/drawing/2014/main" id="{1831D4F2-5C6A-44D4-942D-136C6936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91000"/>
            <a:ext cx="1905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E293B"/>
            </a:solidFill>
          </a:ln>
        </p:spPr>
      </p:sp>
      <p:sp>
        <p:nvSpPr>
          <p:cNvPr id="126" name="s4-248">
            <a:extLst xmlns:a="http://schemas.openxmlformats.org/drawingml/2006/main">
              <a:ext uri="{FF2B5EF4-FFF2-40B4-BE49-F238E27FC236}">
                <a16:creationId xmlns:a16="http://schemas.microsoft.com/office/drawing/2014/main" id="{D6B42BD1-C8C9-46C5-ACAF-A61048A5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95" cy="2095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2626"/>
            </a:solidFill>
          </a:ln>
        </p:spPr>
      </p:sp>
      <p:sp>
        <p:nvSpPr>
          <p:cNvPr id="127" name="s4-249">
            <a:extLst xmlns:a="http://schemas.openxmlformats.org/drawingml/2006/main">
              <a:ext uri="{FF2B5EF4-FFF2-40B4-BE49-F238E27FC236}">
                <a16:creationId xmlns:a16="http://schemas.microsoft.com/office/drawing/2014/main" id="{AC4CC2CB-53F0-4A1A-81FF-1E722249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57750"/>
            <a:ext cx="16668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2626"/>
            </a:solidFill>
          </a:ln>
        </p:spPr>
      </p:sp>
      <p:sp>
        <p:nvSpPr>
          <p:cNvPr id="128" name="s4-250">
            <a:extLst xmlns:a="http://schemas.openxmlformats.org/drawingml/2006/main">
              <a:ext uri="{FF2B5EF4-FFF2-40B4-BE49-F238E27FC236}">
                <a16:creationId xmlns:a16="http://schemas.microsoft.com/office/drawing/2014/main" id="{429BADAC-E91C-48CD-AF7C-77A51531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9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E9"/>
            </a:solidFill>
          </a:ln>
        </p:spPr>
      </p:sp>
      <p:sp>
        <p:nvSpPr>
          <p:cNvPr id="129" name="s4-251">
            <a:extLst xmlns:a="http://schemas.openxmlformats.org/drawingml/2006/main">
              <a:ext uri="{FF2B5EF4-FFF2-40B4-BE49-F238E27FC236}">
                <a16:creationId xmlns:a16="http://schemas.microsoft.com/office/drawing/2014/main" id="{82CD39AB-63EE-438F-B34E-272C14EC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476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E9"/>
            </a:solidFill>
          </a:ln>
        </p:spPr>
      </p:sp>
      <p:sp>
        <p:nvSpPr>
          <p:cNvPr id="130" name="s4-252">
            <a:extLst xmlns:a="http://schemas.openxmlformats.org/drawingml/2006/main">
              <a:ext uri="{FF2B5EF4-FFF2-40B4-BE49-F238E27FC236}">
                <a16:creationId xmlns:a16="http://schemas.microsoft.com/office/drawing/2014/main" id="{4DAEA3D7-9336-439C-9D69-946E705A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9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E9"/>
            </a:solidFill>
          </a:ln>
        </p:spPr>
      </p:sp>
      <p:sp>
        <p:nvSpPr>
          <p:cNvPr id="131" name="s4-253">
            <a:extLst xmlns:a="http://schemas.openxmlformats.org/drawingml/2006/main">
              <a:ext uri="{FF2B5EF4-FFF2-40B4-BE49-F238E27FC236}">
                <a16:creationId xmlns:a16="http://schemas.microsoft.com/office/drawing/2014/main" id="{217B664F-3738-47DB-9CC8-5AC7D16F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19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2" name="s4-254">
            <a:extLst xmlns:a="http://schemas.openxmlformats.org/drawingml/2006/main">
              <a:ext uri="{FF2B5EF4-FFF2-40B4-BE49-F238E27FC236}">
                <a16:creationId xmlns:a16="http://schemas.microsoft.com/office/drawing/2014/main" id="{47AEEB77-4D7E-4B72-B7EA-505618AA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90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3" name="s4-255">
            <a:extLst xmlns:a="http://schemas.openxmlformats.org/drawingml/2006/main">
              <a:ext uri="{FF2B5EF4-FFF2-40B4-BE49-F238E27FC236}">
                <a16:creationId xmlns:a16="http://schemas.microsoft.com/office/drawing/2014/main" id="{9CE51886-28F8-44EF-AB39-43468EF9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62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4" name="s4-256">
            <a:extLst xmlns:a="http://schemas.openxmlformats.org/drawingml/2006/main">
              <a:ext uri="{FF2B5EF4-FFF2-40B4-BE49-F238E27FC236}">
                <a16:creationId xmlns:a16="http://schemas.microsoft.com/office/drawing/2014/main" id="{EC2478E2-8105-4D3C-8E97-DEE95655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5334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135" name="s4-257">
            <a:extLst xmlns:a="http://schemas.openxmlformats.org/drawingml/2006/main">
              <a:ext uri="{FF2B5EF4-FFF2-40B4-BE49-F238E27FC236}">
                <a16:creationId xmlns:a16="http://schemas.microsoft.com/office/drawing/2014/main" id="{D2A54EA6-CE4D-45B0-BD2F-A37E2294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</a:ln>
        </p:spPr>
      </p:sp>
      <p:sp>
        <p:nvSpPr>
          <p:cNvPr id="136" name="s4-258">
            <a:extLst xmlns:a="http://schemas.openxmlformats.org/drawingml/2006/main">
              <a:ext uri="{FF2B5EF4-FFF2-40B4-BE49-F238E27FC236}">
                <a16:creationId xmlns:a16="http://schemas.microsoft.com/office/drawing/2014/main" id="{D1DE43DC-4364-4E78-932F-7F08AD7A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674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อุปกรณ์แสดงสถานะความปลอดภัย (Safety Status Indicators)</a:t>
            </a:r>
          </a:p>
        </p:txBody>
      </p:sp>
      <p:pic>
        <p:nvPicPr>
          <p:cNvPr id="3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c06e4ca754388"/>
          <a:stretch xmlns:a="http://schemas.openxmlformats.org/drawingml/2006/main"/>
        </p:blipFill>
        <p:spPr>
          <a:xfrm xmlns:a="http://schemas.openxmlformats.org/drawingml/2006/main">
            <a:off x="1095375" y="6191250"/>
            <a:ext cx="228600" cy="571500"/>
          </a:xfrm>
          <a:prstGeom xmlns:a="http://schemas.openxmlformats.org/drawingml/2006/main" prst="rect">
            <a:avLst/>
          </a:prstGeom>
        </p:spPr>
      </p:pic>
      <p:sp>
        <p:nvSpPr>
          <p:cNvPr id="138" name="s4-259">
            <a:extLst xmlns:a="http://schemas.openxmlformats.org/drawingml/2006/main">
              <a:ext uri="{FF2B5EF4-FFF2-40B4-BE49-F238E27FC236}">
                <a16:creationId xmlns:a16="http://schemas.microsoft.com/office/drawing/2014/main" id="{93347979-6362-4A6D-86A8-E190188E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3341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LED สีแดง (P1.4, Active-Low)</a:t>
            </a:r>
          </a:p>
        </p:txBody>
      </p:sp>
      <p:sp>
        <p:nvSpPr>
          <p:cNvPr id="139" name="s4-260">
            <a:extLst xmlns:a="http://schemas.openxmlformats.org/drawingml/2006/main">
              <a:ext uri="{FF2B5EF4-FFF2-40B4-BE49-F238E27FC236}">
                <a16:creationId xmlns:a16="http://schemas.microsoft.com/office/drawing/2014/main" id="{1D2891E4-66EA-476B-A512-2BD07DDB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54367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ติดเมื่อประตูกำลังปิด (CLOSING) และกะพริบถี่เมื่อเกิดสถานะขัดข้อง (FAULT)</a:t>
            </a:r>
          </a:p>
        </p:txBody>
      </p:sp>
      <p:sp>
        <p:nvSpPr>
          <p:cNvPr id="140" name="s4-261">
            <a:extLst xmlns:a="http://schemas.openxmlformats.org/drawingml/2006/main">
              <a:ext uri="{FF2B5EF4-FFF2-40B4-BE49-F238E27FC236}">
                <a16:creationId xmlns:a16="http://schemas.microsoft.com/office/drawing/2014/main" id="{D03A51D0-5CD2-43A1-B81F-FD887AD6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362700"/>
            <a:ext cx="809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141" name="s4-262">
            <a:extLst xmlns:a="http://schemas.openxmlformats.org/drawingml/2006/main">
              <a:ext uri="{FF2B5EF4-FFF2-40B4-BE49-F238E27FC236}">
                <a16:creationId xmlns:a16="http://schemas.microsoft.com/office/drawing/2014/main" id="{DF0935B5-2C94-4263-9E2E-14233710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37222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P1.4 LED</a:t>
            </a:r>
          </a:p>
        </p:txBody>
      </p:sp>
      <p:sp>
        <p:nvSpPr>
          <p:cNvPr id="142" name="s4-263">
            <a:extLst xmlns:a="http://schemas.openxmlformats.org/drawingml/2006/main">
              <a:ext uri="{FF2B5EF4-FFF2-40B4-BE49-F238E27FC236}">
                <a16:creationId xmlns:a16="http://schemas.microsoft.com/office/drawing/2014/main" id="{0E76DE5C-4D47-4832-A6FC-61CC7C55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477000"/>
            <a:ext cx="95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2626"/>
            </a:solidFill>
          </a:ln>
        </p:spPr>
      </p:sp>
      <p:sp>
        <p:nvSpPr>
          <p:cNvPr id="143" name="s4-264">
            <a:extLst xmlns:a="http://schemas.openxmlformats.org/drawingml/2006/main">
              <a:ext uri="{FF2B5EF4-FFF2-40B4-BE49-F238E27FC236}">
                <a16:creationId xmlns:a16="http://schemas.microsoft.com/office/drawing/2014/main" id="{7EDFC5AA-8EDE-40B9-B8D2-76FE4F7F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6448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pic>
        <p:nvPicPr>
          <p:cNvPr id="4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5cb5eafdc4e9f"/>
          <a:stretch xmlns:a="http://schemas.openxmlformats.org/drawingml/2006/main"/>
        </p:blipFill>
        <p:spPr>
          <a:xfrm xmlns:a="http://schemas.openxmlformats.org/drawingml/2006/main">
            <a:off x="1095375" y="6858000"/>
            <a:ext cx="228600" cy="571500"/>
          </a:xfrm>
          <a:prstGeom xmlns:a="http://schemas.openxmlformats.org/drawingml/2006/main" prst="rect">
            <a:avLst/>
          </a:prstGeom>
        </p:spPr>
      </p:pic>
      <p:sp>
        <p:nvSpPr>
          <p:cNvPr id="145" name="s4-265">
            <a:extLst xmlns:a="http://schemas.openxmlformats.org/drawingml/2006/main">
              <a:ext uri="{FF2B5EF4-FFF2-40B4-BE49-F238E27FC236}">
                <a16:creationId xmlns:a16="http://schemas.microsoft.com/office/drawing/2014/main" id="{1105D5F2-6543-4FBB-992E-9BC93FCA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000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34A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16A34A"/>
                </a:solidFill>
                <a:latin typeface="Tahoma"/>
                <a:ea typeface="Tahoma"/>
                <a:cs typeface="Tahoma"/>
              </a:rPr>
              <a:t>LED สีเขียว (P1.5, Active-Low)</a:t>
            </a:r>
          </a:p>
        </p:txBody>
      </p:sp>
      <p:sp>
        <p:nvSpPr>
          <p:cNvPr id="146" name="s4-266">
            <a:extLst xmlns:a="http://schemas.openxmlformats.org/drawingml/2006/main">
              <a:ext uri="{FF2B5EF4-FFF2-40B4-BE49-F238E27FC236}">
                <a16:creationId xmlns:a16="http://schemas.microsoft.com/office/drawing/2014/main" id="{D6EA5B46-8CF3-4E6F-9FF5-9474D3BC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2104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ติดเมื่อประตูกำลังเปิด (OPENING) และติดสว่างค้างเมื่อทางผ่านว่าง (HOLD)</a:t>
            </a:r>
          </a:p>
        </p:txBody>
      </p:sp>
      <p:sp>
        <p:nvSpPr>
          <p:cNvPr id="147" name="s4-267">
            <a:extLst xmlns:a="http://schemas.openxmlformats.org/drawingml/2006/main">
              <a:ext uri="{FF2B5EF4-FFF2-40B4-BE49-F238E27FC236}">
                <a16:creationId xmlns:a16="http://schemas.microsoft.com/office/drawing/2014/main" id="{ACBE54EA-EBE1-45FF-8183-00FE8A13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7029450"/>
            <a:ext cx="809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</a:ln>
        </p:spPr>
      </p:sp>
      <p:sp>
        <p:nvSpPr>
          <p:cNvPr id="148" name="s4-268">
            <a:extLst xmlns:a="http://schemas.openxmlformats.org/drawingml/2006/main">
              <a:ext uri="{FF2B5EF4-FFF2-40B4-BE49-F238E27FC236}">
                <a16:creationId xmlns:a16="http://schemas.microsoft.com/office/drawing/2014/main" id="{E127C4E7-8F1A-4B08-B4F3-A8760C2C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703897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A34A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16A34A"/>
                </a:solidFill>
                <a:latin typeface="Tahoma"/>
                <a:ea typeface="Tahoma"/>
                <a:cs typeface="Tahoma"/>
              </a:rPr>
              <a:t>P1.5 LED</a:t>
            </a:r>
          </a:p>
        </p:txBody>
      </p:sp>
      <p:sp>
        <p:nvSpPr>
          <p:cNvPr id="149" name="s4-269">
            <a:extLst xmlns:a="http://schemas.openxmlformats.org/drawingml/2006/main">
              <a:ext uri="{FF2B5EF4-FFF2-40B4-BE49-F238E27FC236}">
                <a16:creationId xmlns:a16="http://schemas.microsoft.com/office/drawing/2014/main" id="{7B3CABD2-15C1-4970-A198-534DD983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143750"/>
            <a:ext cx="95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34A"/>
            </a:solidFill>
          </a:ln>
        </p:spPr>
      </p:sp>
      <p:sp>
        <p:nvSpPr>
          <p:cNvPr id="150" name="s4-270">
            <a:extLst xmlns:a="http://schemas.openxmlformats.org/drawingml/2006/main">
              <a:ext uri="{FF2B5EF4-FFF2-40B4-BE49-F238E27FC236}">
                <a16:creationId xmlns:a16="http://schemas.microsoft.com/office/drawing/2014/main" id="{D4EE4323-E90F-45C3-922D-25872A69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7115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pic>
        <p:nvPicPr>
          <p:cNvPr id="4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bc1c565de46e5"/>
          <a:stretch xmlns:a="http://schemas.openxmlformats.org/drawingml/2006/main"/>
        </p:blipFill>
        <p:spPr>
          <a:xfrm xmlns:a="http://schemas.openxmlformats.org/drawingml/2006/main">
            <a:off x="1000125" y="7667625"/>
            <a:ext cx="419100" cy="457200"/>
          </a:xfrm>
          <a:prstGeom xmlns:a="http://schemas.openxmlformats.org/drawingml/2006/main" prst="rect">
            <a:avLst/>
          </a:prstGeom>
        </p:spPr>
      </p:pic>
      <p:sp>
        <p:nvSpPr>
          <p:cNvPr id="152" name="s4-271">
            <a:extLst xmlns:a="http://schemas.openxmlformats.org/drawingml/2006/main">
              <a:ext uri="{FF2B5EF4-FFF2-40B4-BE49-F238E27FC236}">
                <a16:creationId xmlns:a16="http://schemas.microsoft.com/office/drawing/2014/main" id="{79ACFA69-301D-4DA4-BBA5-E7A0FAA6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7628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050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Buzzer ส่งเสียงเตือน (P1.7, Active-Low)</a:t>
            </a:r>
          </a:p>
        </p:txBody>
      </p:sp>
      <p:sp>
        <p:nvSpPr>
          <p:cNvPr id="153" name="s4-272">
            <a:extLst xmlns:a="http://schemas.openxmlformats.org/drawingml/2006/main">
              <a:ext uri="{FF2B5EF4-FFF2-40B4-BE49-F238E27FC236}">
                <a16:creationId xmlns:a16="http://schemas.microsoft.com/office/drawing/2014/main" id="{2046B404-CA46-4D3C-B0E2-D6EA0E7C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79724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ส่งสัญญาณเสียงเตือนเป็นจังหวะเมื่อพบสิ่งกีดขวาง และเสียงค้างเมื่อกด E-Stop</a:t>
            </a:r>
          </a:p>
        </p:txBody>
      </p:sp>
      <p:sp>
        <p:nvSpPr>
          <p:cNvPr id="154" name="s4-273">
            <a:extLst xmlns:a="http://schemas.openxmlformats.org/drawingml/2006/main">
              <a:ext uri="{FF2B5EF4-FFF2-40B4-BE49-F238E27FC236}">
                <a16:creationId xmlns:a16="http://schemas.microsoft.com/office/drawing/2014/main" id="{2CA29F83-4A86-4CD1-AE93-710693D9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7791450"/>
            <a:ext cx="809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55" name="s4-274">
            <a:extLst xmlns:a="http://schemas.openxmlformats.org/drawingml/2006/main">
              <a:ext uri="{FF2B5EF4-FFF2-40B4-BE49-F238E27FC236}">
                <a16:creationId xmlns:a16="http://schemas.microsoft.com/office/drawing/2014/main" id="{DBC59E77-F22E-4A53-99D1-2D0B27B3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780097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P1.7 BUZZ</a:t>
            </a:r>
          </a:p>
        </p:txBody>
      </p:sp>
      <p:sp>
        <p:nvSpPr>
          <p:cNvPr id="156" name="s4-275">
            <a:extLst xmlns:a="http://schemas.openxmlformats.org/drawingml/2006/main">
              <a:ext uri="{FF2B5EF4-FFF2-40B4-BE49-F238E27FC236}">
                <a16:creationId xmlns:a16="http://schemas.microsoft.com/office/drawing/2014/main" id="{53335E87-232B-41FB-8949-78ED4B4E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905750"/>
            <a:ext cx="95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157" name="s4-276">
            <a:extLst xmlns:a="http://schemas.openxmlformats.org/drawingml/2006/main">
              <a:ext uri="{FF2B5EF4-FFF2-40B4-BE49-F238E27FC236}">
                <a16:creationId xmlns:a16="http://schemas.microsoft.com/office/drawing/2014/main" id="{F1DF33FA-4C1B-44E1-8A7A-EB08A2A9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7877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158" name="s4-277">
            <a:extLst xmlns:a="http://schemas.openxmlformats.org/drawingml/2006/main">
              <a:ext uri="{FF2B5EF4-FFF2-40B4-BE49-F238E27FC236}">
                <a16:creationId xmlns:a16="http://schemas.microsoft.com/office/drawing/2014/main" id="{B2C1505E-6663-4362-BDAC-B378D305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48000"/>
            <a:ext cx="76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E9"/>
            </a:solidFill>
          </a:ln>
        </p:spPr>
      </p:sp>
      <p:sp>
        <p:nvSpPr>
          <p:cNvPr id="159" name="s4-278">
            <a:extLst xmlns:a="http://schemas.openxmlformats.org/drawingml/2006/main">
              <a:ext uri="{FF2B5EF4-FFF2-40B4-BE49-F238E27FC236}">
                <a16:creationId xmlns:a16="http://schemas.microsoft.com/office/drawing/2014/main" id="{39E09479-56CD-47E3-B2DF-4252715B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419850" y="30003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60" name="s4-279">
            <a:extLst xmlns:a="http://schemas.openxmlformats.org/drawingml/2006/main">
              <a:ext uri="{FF2B5EF4-FFF2-40B4-BE49-F238E27FC236}">
                <a16:creationId xmlns:a16="http://schemas.microsoft.com/office/drawing/2014/main" id="{FAF3E85E-D31B-4846-ADFA-28EE4584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76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E9"/>
            </a:solidFill>
          </a:ln>
        </p:spPr>
      </p:sp>
      <p:sp>
        <p:nvSpPr>
          <p:cNvPr id="161" name="s4-280">
            <a:extLst xmlns:a="http://schemas.openxmlformats.org/drawingml/2006/main">
              <a:ext uri="{FF2B5EF4-FFF2-40B4-BE49-F238E27FC236}">
                <a16:creationId xmlns:a16="http://schemas.microsoft.com/office/drawing/2014/main" id="{D2038429-0DB8-4B98-B968-70C5253C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419850" y="3571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62" name="s4-281">
            <a:extLst xmlns:a="http://schemas.openxmlformats.org/drawingml/2006/main">
              <a:ext uri="{FF2B5EF4-FFF2-40B4-BE49-F238E27FC236}">
                <a16:creationId xmlns:a16="http://schemas.microsoft.com/office/drawing/2014/main" id="{9AB8E640-81E8-4BB1-BAC2-A97CCA23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91000"/>
            <a:ext cx="76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EA5E9"/>
            </a:solidFill>
          </a:ln>
        </p:spPr>
      </p:sp>
      <p:sp>
        <p:nvSpPr>
          <p:cNvPr id="163" name="s4-282">
            <a:extLst xmlns:a="http://schemas.openxmlformats.org/drawingml/2006/main">
              <a:ext uri="{FF2B5EF4-FFF2-40B4-BE49-F238E27FC236}">
                <a16:creationId xmlns:a16="http://schemas.microsoft.com/office/drawing/2014/main" id="{2698B108-B72A-4CAA-86EE-8533D9F7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419850" y="41433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64" name="s4-283">
            <a:extLst xmlns:a="http://schemas.openxmlformats.org/drawingml/2006/main">
              <a:ext uri="{FF2B5EF4-FFF2-40B4-BE49-F238E27FC236}">
                <a16:creationId xmlns:a16="http://schemas.microsoft.com/office/drawing/2014/main" id="{EC4FF17C-277A-44A0-84AC-642AB25F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477000"/>
            <a:ext cx="76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2626"/>
            </a:solidFill>
          </a:ln>
        </p:spPr>
      </p:sp>
      <p:sp>
        <p:nvSpPr>
          <p:cNvPr id="165" name="s4-284">
            <a:extLst xmlns:a="http://schemas.openxmlformats.org/drawingml/2006/main">
              <a:ext uri="{FF2B5EF4-FFF2-40B4-BE49-F238E27FC236}">
                <a16:creationId xmlns:a16="http://schemas.microsoft.com/office/drawing/2014/main" id="{ED075268-A66C-49EF-8575-3640B010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419850" y="64293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66" name="s4-285">
            <a:extLst xmlns:a="http://schemas.openxmlformats.org/drawingml/2006/main">
              <a:ext uri="{FF2B5EF4-FFF2-40B4-BE49-F238E27FC236}">
                <a16:creationId xmlns:a16="http://schemas.microsoft.com/office/drawing/2014/main" id="{A47D210F-7F19-41DE-AC1A-1D66ED95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143750"/>
            <a:ext cx="76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34A"/>
            </a:solidFill>
          </a:ln>
        </p:spPr>
      </p:sp>
      <p:sp>
        <p:nvSpPr>
          <p:cNvPr id="167" name="s4-286">
            <a:extLst xmlns:a="http://schemas.openxmlformats.org/drawingml/2006/main">
              <a:ext uri="{FF2B5EF4-FFF2-40B4-BE49-F238E27FC236}">
                <a16:creationId xmlns:a16="http://schemas.microsoft.com/office/drawing/2014/main" id="{06CE4246-EADF-4E45-BAD5-C12640B5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419850" y="7096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168" name="s4-287">
            <a:extLst xmlns:a="http://schemas.openxmlformats.org/drawingml/2006/main">
              <a:ext uri="{FF2B5EF4-FFF2-40B4-BE49-F238E27FC236}">
                <a16:creationId xmlns:a16="http://schemas.microsoft.com/office/drawing/2014/main" id="{F12CCA1C-6A1F-45B3-BB43-9916DA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905750"/>
            <a:ext cx="76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169" name="s4-288">
            <a:extLst xmlns:a="http://schemas.openxmlformats.org/drawingml/2006/main">
              <a:ext uri="{FF2B5EF4-FFF2-40B4-BE49-F238E27FC236}">
                <a16:creationId xmlns:a16="http://schemas.microsoft.com/office/drawing/2014/main" id="{BC0229B7-B7E9-4D8A-841A-F5CD2B86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6419850" y="7858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170" name="s4-289">
            <a:extLst xmlns:a="http://schemas.openxmlformats.org/drawingml/2006/main">
              <a:ext uri="{FF2B5EF4-FFF2-40B4-BE49-F238E27FC236}">
                <a16:creationId xmlns:a16="http://schemas.microsoft.com/office/drawing/2014/main" id="{450EB36C-1B42-41C0-A2D7-8EA116E1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09550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99F6E4"/>
            </a:solidFill>
          </a:ln>
        </p:spPr>
      </p:sp>
      <p:sp>
        <p:nvSpPr>
          <p:cNvPr id="171" name="s4-290">
            <a:extLst xmlns:a="http://schemas.openxmlformats.org/drawingml/2006/main">
              <a:ext uri="{FF2B5EF4-FFF2-40B4-BE49-F238E27FC236}">
                <a16:creationId xmlns:a16="http://schemas.microsoft.com/office/drawing/2014/main" id="{E31A60E9-4BD1-407A-AEC8-5452C75E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09550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0">
            <a:noFill/>
          </a:ln>
        </p:spPr>
      </p:sp>
      <p:sp>
        <p:nvSpPr>
          <p:cNvPr id="172" name="s4-291">
            <a:extLst xmlns:a="http://schemas.openxmlformats.org/drawingml/2006/main">
              <a:ext uri="{FF2B5EF4-FFF2-40B4-BE49-F238E27FC236}">
                <a16:creationId xmlns:a16="http://schemas.microsoft.com/office/drawing/2014/main" id="{B446F584-ED5D-4AD0-8123-4DED3CDE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15265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สวิตช์ควบคุมและสวิตช์ลิมิต (Switches &amp; End-Limits)</a:t>
            </a:r>
          </a:p>
        </p:txBody>
      </p:sp>
      <p:sp>
        <p:nvSpPr>
          <p:cNvPr id="173" name="s4-292">
            <a:extLst xmlns:a="http://schemas.openxmlformats.org/drawingml/2006/main">
              <a:ext uri="{FF2B5EF4-FFF2-40B4-BE49-F238E27FC236}">
                <a16:creationId xmlns:a16="http://schemas.microsoft.com/office/drawing/2014/main" id="{647C1436-3392-4163-8A43-17354B0E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933700"/>
            <a:ext cx="71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174" name="s4-293">
            <a:extLst xmlns:a="http://schemas.openxmlformats.org/drawingml/2006/main">
              <a:ext uri="{FF2B5EF4-FFF2-40B4-BE49-F238E27FC236}">
                <a16:creationId xmlns:a16="http://schemas.microsoft.com/office/drawing/2014/main" id="{CA6E73F6-7909-4105-8F0E-2CC9C05C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943225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P2.0 PB</a:t>
            </a:r>
          </a:p>
        </p:txBody>
      </p:sp>
      <p:sp>
        <p:nvSpPr>
          <p:cNvPr id="175" name="s4-294">
            <a:extLst xmlns:a="http://schemas.openxmlformats.org/drawingml/2006/main">
              <a:ext uri="{FF2B5EF4-FFF2-40B4-BE49-F238E27FC236}">
                <a16:creationId xmlns:a16="http://schemas.microsoft.com/office/drawing/2014/main" id="{5E7737AA-A30E-4422-A926-7970B505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048000"/>
            <a:ext cx="95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176" name="s4-295">
            <a:extLst xmlns:a="http://schemas.openxmlformats.org/drawingml/2006/main">
              <a:ext uri="{FF2B5EF4-FFF2-40B4-BE49-F238E27FC236}">
                <a16:creationId xmlns:a16="http://schemas.microsoft.com/office/drawing/2014/main" id="{D2EF78E7-478A-4A3E-AEC0-8AFB079A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3048000"/>
            <a:ext cx="285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D9488"/>
            </a:solidFill>
          </a:ln>
        </p:spPr>
      </p:sp>
      <p:pic>
        <p:nvPicPr>
          <p:cNvPr id="4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97848507a4222"/>
          <a:stretch xmlns:a="http://schemas.openxmlformats.org/drawingml/2006/main"/>
        </p:blipFill>
        <p:spPr>
          <a:xfrm xmlns:a="http://schemas.openxmlformats.org/drawingml/2006/main">
            <a:off x="13287375" y="2838450"/>
            <a:ext cx="342900" cy="419100"/>
          </a:xfrm>
          <a:prstGeom xmlns:a="http://schemas.openxmlformats.org/drawingml/2006/main" prst="rect">
            <a:avLst/>
          </a:prstGeom>
        </p:spPr>
      </p:pic>
      <p:sp>
        <p:nvSpPr>
          <p:cNvPr id="178" name="s4-296">
            <a:extLst xmlns:a="http://schemas.openxmlformats.org/drawingml/2006/main">
              <a:ext uri="{FF2B5EF4-FFF2-40B4-BE49-F238E27FC236}">
                <a16:creationId xmlns:a16="http://schemas.microsoft.com/office/drawing/2014/main" id="{F2452ED8-ACD2-4D52-B84E-A2B96A28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9337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ปุ่มเปิดประตูภายนอก PB_OUT (เข้าขา P2.0)</a:t>
            </a:r>
          </a:p>
        </p:txBody>
      </p:sp>
      <p:sp>
        <p:nvSpPr>
          <p:cNvPr id="179" name="s4-297">
            <a:extLst xmlns:a="http://schemas.openxmlformats.org/drawingml/2006/main">
              <a:ext uri="{FF2B5EF4-FFF2-40B4-BE49-F238E27FC236}">
                <a16:creationId xmlns:a16="http://schemas.microsoft.com/office/drawing/2014/main" id="{E4BEFFDE-8FFD-44BE-A73D-A27A44C2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124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สวิตช์กดติด-ปล่อยดับ ต่อลง GND กรอง Debounce 20 ms</a:t>
            </a:r>
          </a:p>
        </p:txBody>
      </p:sp>
      <p:sp>
        <p:nvSpPr>
          <p:cNvPr id="180" name="s4-298">
            <a:extLst xmlns:a="http://schemas.openxmlformats.org/drawingml/2006/main">
              <a:ext uri="{FF2B5EF4-FFF2-40B4-BE49-F238E27FC236}">
                <a16:creationId xmlns:a16="http://schemas.microsoft.com/office/drawing/2014/main" id="{04BBE1CF-6B16-4FD3-96FB-CD8428B9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3019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181" name="s4-299">
            <a:extLst xmlns:a="http://schemas.openxmlformats.org/drawingml/2006/main">
              <a:ext uri="{FF2B5EF4-FFF2-40B4-BE49-F238E27FC236}">
                <a16:creationId xmlns:a16="http://schemas.microsoft.com/office/drawing/2014/main" id="{116F6521-8C26-484F-8F01-C7C39FA4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505200"/>
            <a:ext cx="71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182" name="s4-300">
            <a:extLst xmlns:a="http://schemas.openxmlformats.org/drawingml/2006/main">
              <a:ext uri="{FF2B5EF4-FFF2-40B4-BE49-F238E27FC236}">
                <a16:creationId xmlns:a16="http://schemas.microsoft.com/office/drawing/2014/main" id="{C05195FA-1482-4B86-B698-4D62AA75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514725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P2.1 PB</a:t>
            </a:r>
          </a:p>
        </p:txBody>
      </p:sp>
      <p:sp>
        <p:nvSpPr>
          <p:cNvPr id="183" name="s4-301">
            <a:extLst xmlns:a="http://schemas.openxmlformats.org/drawingml/2006/main">
              <a:ext uri="{FF2B5EF4-FFF2-40B4-BE49-F238E27FC236}">
                <a16:creationId xmlns:a16="http://schemas.microsoft.com/office/drawing/2014/main" id="{3C12670B-543C-4264-B6E7-7027B34E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619500"/>
            <a:ext cx="95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184" name="s4-302">
            <a:extLst xmlns:a="http://schemas.openxmlformats.org/drawingml/2006/main">
              <a:ext uri="{FF2B5EF4-FFF2-40B4-BE49-F238E27FC236}">
                <a16:creationId xmlns:a16="http://schemas.microsoft.com/office/drawing/2014/main" id="{BF2E4274-21B8-48E4-B3C6-B8305B7A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3619500"/>
            <a:ext cx="285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D9488"/>
            </a:solidFill>
          </a:ln>
        </p:spPr>
      </p:sp>
      <p:pic>
        <p:nvPicPr>
          <p:cNvPr id="4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57116719f4037"/>
          <a:stretch xmlns:a="http://schemas.openxmlformats.org/drawingml/2006/main"/>
        </p:blipFill>
        <p:spPr>
          <a:xfrm xmlns:a="http://schemas.openxmlformats.org/drawingml/2006/main">
            <a:off x="13287375" y="3409950"/>
            <a:ext cx="342900" cy="419100"/>
          </a:xfrm>
          <a:prstGeom xmlns:a="http://schemas.openxmlformats.org/drawingml/2006/main" prst="rect">
            <a:avLst/>
          </a:prstGeom>
        </p:spPr>
      </p:pic>
      <p:sp>
        <p:nvSpPr>
          <p:cNvPr id="186" name="s4-303">
            <a:extLst xmlns:a="http://schemas.openxmlformats.org/drawingml/2006/main">
              <a:ext uri="{FF2B5EF4-FFF2-40B4-BE49-F238E27FC236}">
                <a16:creationId xmlns:a16="http://schemas.microsoft.com/office/drawing/2014/main" id="{0FA8FACE-09FF-4A6B-A49D-53A43F9D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5052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ปุ่มเปิดประตูภายใน PB_IN (เข้าขา P2.1)</a:t>
            </a:r>
          </a:p>
        </p:txBody>
      </p:sp>
      <p:sp>
        <p:nvSpPr>
          <p:cNvPr id="187" name="s4-304">
            <a:extLst xmlns:a="http://schemas.openxmlformats.org/drawingml/2006/main">
              <a:ext uri="{FF2B5EF4-FFF2-40B4-BE49-F238E27FC236}">
                <a16:creationId xmlns:a16="http://schemas.microsoft.com/office/drawing/2014/main" id="{E3D824B2-BA68-4AB7-8FC2-5CC8D46F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695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สวิตช์กดติด-ปล่อยดับ ต่อลง GND กรอง Debounce 20 ms</a:t>
            </a:r>
          </a:p>
        </p:txBody>
      </p:sp>
      <p:sp>
        <p:nvSpPr>
          <p:cNvPr id="188" name="s4-305">
            <a:extLst xmlns:a="http://schemas.openxmlformats.org/drawingml/2006/main">
              <a:ext uri="{FF2B5EF4-FFF2-40B4-BE49-F238E27FC236}">
                <a16:creationId xmlns:a16="http://schemas.microsoft.com/office/drawing/2014/main" id="{BFE82FFC-22CE-4B5F-A164-E8C3B37C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3590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189" name="s4-306">
            <a:extLst xmlns:a="http://schemas.openxmlformats.org/drawingml/2006/main">
              <a:ext uri="{FF2B5EF4-FFF2-40B4-BE49-F238E27FC236}">
                <a16:creationId xmlns:a16="http://schemas.microsoft.com/office/drawing/2014/main" id="{6D083BDE-E1CF-479A-8AF1-73F1E2F3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076700"/>
            <a:ext cx="71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190" name="s4-307">
            <a:extLst xmlns:a="http://schemas.openxmlformats.org/drawingml/2006/main">
              <a:ext uri="{FF2B5EF4-FFF2-40B4-BE49-F238E27FC236}">
                <a16:creationId xmlns:a16="http://schemas.microsoft.com/office/drawing/2014/main" id="{BC7B3B46-83ED-4838-B6A6-0369F27B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4086225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P2.3 LO</a:t>
            </a:r>
          </a:p>
        </p:txBody>
      </p:sp>
      <p:sp>
        <p:nvSpPr>
          <p:cNvPr id="191" name="s4-308">
            <a:extLst xmlns:a="http://schemas.openxmlformats.org/drawingml/2006/main">
              <a:ext uri="{FF2B5EF4-FFF2-40B4-BE49-F238E27FC236}">
                <a16:creationId xmlns:a16="http://schemas.microsoft.com/office/drawing/2014/main" id="{24549029-443B-4E1F-888F-B06FA16A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191000"/>
            <a:ext cx="95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192" name="s4-309">
            <a:extLst xmlns:a="http://schemas.openxmlformats.org/drawingml/2006/main">
              <a:ext uri="{FF2B5EF4-FFF2-40B4-BE49-F238E27FC236}">
                <a16:creationId xmlns:a16="http://schemas.microsoft.com/office/drawing/2014/main" id="{F44A4FE8-56B2-445C-9A5A-F226C289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191000"/>
            <a:ext cx="238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D9488"/>
            </a:solidFill>
          </a:ln>
        </p:spPr>
      </p:sp>
      <p:pic>
        <p:nvPicPr>
          <p:cNvPr id="4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02c588fc94b2d"/>
          <a:stretch xmlns:a="http://schemas.openxmlformats.org/drawingml/2006/main"/>
        </p:blipFill>
        <p:spPr>
          <a:xfrm xmlns:a="http://schemas.openxmlformats.org/drawingml/2006/main">
            <a:off x="13239750" y="3962400"/>
            <a:ext cx="457200" cy="419100"/>
          </a:xfrm>
          <a:prstGeom xmlns:a="http://schemas.openxmlformats.org/drawingml/2006/main" prst="rect">
            <a:avLst/>
          </a:prstGeom>
        </p:spPr>
      </p:pic>
      <p:sp>
        <p:nvSpPr>
          <p:cNvPr id="194" name="s4-310">
            <a:extLst xmlns:a="http://schemas.openxmlformats.org/drawingml/2006/main">
              <a:ext uri="{FF2B5EF4-FFF2-40B4-BE49-F238E27FC236}">
                <a16:creationId xmlns:a16="http://schemas.microsoft.com/office/drawing/2014/main" id="{CE39FC4B-462C-4EC3-B78F-06C05AC1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0767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สวิตช์เปิดสุด LO (Active-Low)</a:t>
            </a:r>
          </a:p>
        </p:txBody>
      </p:sp>
      <p:sp>
        <p:nvSpPr>
          <p:cNvPr id="195" name="s4-311">
            <a:extLst xmlns:a="http://schemas.openxmlformats.org/drawingml/2006/main">
              <a:ext uri="{FF2B5EF4-FFF2-40B4-BE49-F238E27FC236}">
                <a16:creationId xmlns:a16="http://schemas.microsoft.com/office/drawing/2014/main" id="{9ECBE294-46B5-4CB0-A707-296216F9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267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สวิตช์ก้านลูกกลิ้ง COM ต่อ GND, NO ต่อเข้า P2.3</a:t>
            </a:r>
          </a:p>
        </p:txBody>
      </p:sp>
      <p:sp>
        <p:nvSpPr>
          <p:cNvPr id="196" name="s4-312">
            <a:extLst xmlns:a="http://schemas.openxmlformats.org/drawingml/2006/main">
              <a:ext uri="{FF2B5EF4-FFF2-40B4-BE49-F238E27FC236}">
                <a16:creationId xmlns:a16="http://schemas.microsoft.com/office/drawing/2014/main" id="{48A7A34A-8B10-4DFE-A642-E90D730A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4162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197" name="s4-313">
            <a:extLst xmlns:a="http://schemas.openxmlformats.org/drawingml/2006/main">
              <a:ext uri="{FF2B5EF4-FFF2-40B4-BE49-F238E27FC236}">
                <a16:creationId xmlns:a16="http://schemas.microsoft.com/office/drawing/2014/main" id="{8DD0B0FD-534B-4CB0-B3F8-960692D7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648200"/>
            <a:ext cx="71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198" name="s4-314">
            <a:extLst xmlns:a="http://schemas.openxmlformats.org/drawingml/2006/main">
              <a:ext uri="{FF2B5EF4-FFF2-40B4-BE49-F238E27FC236}">
                <a16:creationId xmlns:a16="http://schemas.microsoft.com/office/drawing/2014/main" id="{47AD287D-DBDE-45A8-9A8F-983DFD52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4657725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P2.4 LC</a:t>
            </a:r>
          </a:p>
        </p:txBody>
      </p:sp>
      <p:sp>
        <p:nvSpPr>
          <p:cNvPr id="199" name="s4-315">
            <a:extLst xmlns:a="http://schemas.openxmlformats.org/drawingml/2006/main">
              <a:ext uri="{FF2B5EF4-FFF2-40B4-BE49-F238E27FC236}">
                <a16:creationId xmlns:a16="http://schemas.microsoft.com/office/drawing/2014/main" id="{51A95FBE-495B-47E5-8682-82A1CBBD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762500"/>
            <a:ext cx="95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200" name="s4-316">
            <a:extLst xmlns:a="http://schemas.openxmlformats.org/drawingml/2006/main">
              <a:ext uri="{FF2B5EF4-FFF2-40B4-BE49-F238E27FC236}">
                <a16:creationId xmlns:a16="http://schemas.microsoft.com/office/drawing/2014/main" id="{376686D9-01E3-4C47-8D4E-8BE4BEB6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762500"/>
            <a:ext cx="2381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D9488"/>
            </a:solidFill>
          </a:ln>
        </p:spPr>
      </p:sp>
      <p:pic>
        <p:nvPicPr>
          <p:cNvPr id="4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979c701c64d97"/>
          <a:stretch xmlns:a="http://schemas.openxmlformats.org/drawingml/2006/main"/>
        </p:blipFill>
        <p:spPr>
          <a:xfrm xmlns:a="http://schemas.openxmlformats.org/drawingml/2006/main">
            <a:off x="13239750" y="4533900"/>
            <a:ext cx="457200" cy="419100"/>
          </a:xfrm>
          <a:prstGeom xmlns:a="http://schemas.openxmlformats.org/drawingml/2006/main" prst="rect">
            <a:avLst/>
          </a:prstGeom>
        </p:spPr>
      </p:pic>
      <p:sp>
        <p:nvSpPr>
          <p:cNvPr id="202" name="s4-317">
            <a:extLst xmlns:a="http://schemas.openxmlformats.org/drawingml/2006/main">
              <a:ext uri="{FF2B5EF4-FFF2-40B4-BE49-F238E27FC236}">
                <a16:creationId xmlns:a16="http://schemas.microsoft.com/office/drawing/2014/main" id="{404B75C6-D5F0-4336-AA7F-0FC569B8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6482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สวิตช์ปิดสุด LC (Active-Low)</a:t>
            </a:r>
          </a:p>
        </p:txBody>
      </p:sp>
      <p:sp>
        <p:nvSpPr>
          <p:cNvPr id="203" name="s4-318">
            <a:extLst xmlns:a="http://schemas.openxmlformats.org/drawingml/2006/main">
              <a:ext uri="{FF2B5EF4-FFF2-40B4-BE49-F238E27FC236}">
                <a16:creationId xmlns:a16="http://schemas.microsoft.com/office/drawing/2014/main" id="{0FD86B96-3C02-4480-828D-65CA10F1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8387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สวิตช์ก้านลูกกลิ้ง COM ต่อ GND, NO ต่อเข้า P2.4</a:t>
            </a:r>
          </a:p>
        </p:txBody>
      </p:sp>
      <p:sp>
        <p:nvSpPr>
          <p:cNvPr id="204" name="s4-319">
            <a:extLst xmlns:a="http://schemas.openxmlformats.org/drawingml/2006/main">
              <a:ext uri="{FF2B5EF4-FFF2-40B4-BE49-F238E27FC236}">
                <a16:creationId xmlns:a16="http://schemas.microsoft.com/office/drawing/2014/main" id="{73024CC7-09A3-4BD7-9019-55E65DA1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4733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205" name="s4-320">
            <a:extLst xmlns:a="http://schemas.openxmlformats.org/drawingml/2006/main">
              <a:ext uri="{FF2B5EF4-FFF2-40B4-BE49-F238E27FC236}">
                <a16:creationId xmlns:a16="http://schemas.microsoft.com/office/drawing/2014/main" id="{3EFDE5A6-EF3F-492A-9A9D-F9D67901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10250"/>
            <a:ext cx="5334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FECACA"/>
            </a:solidFill>
          </a:ln>
        </p:spPr>
      </p:sp>
      <p:sp>
        <p:nvSpPr>
          <p:cNvPr id="206" name="s4-321">
            <a:extLst xmlns:a="http://schemas.openxmlformats.org/drawingml/2006/main">
              <a:ext uri="{FF2B5EF4-FFF2-40B4-BE49-F238E27FC236}">
                <a16:creationId xmlns:a16="http://schemas.microsoft.com/office/drawing/2014/main" id="{91D7864E-D0E6-469E-8CDD-8236C136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102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0">
            <a:noFill/>
          </a:ln>
        </p:spPr>
      </p:sp>
      <p:sp>
        <p:nvSpPr>
          <p:cNvPr id="207" name="s4-322">
            <a:extLst xmlns:a="http://schemas.openxmlformats.org/drawingml/2006/main">
              <a:ext uri="{FF2B5EF4-FFF2-40B4-BE49-F238E27FC236}">
                <a16:creationId xmlns:a16="http://schemas.microsoft.com/office/drawing/2014/main" id="{FC7834BC-110B-433D-8E53-49BFD9E2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586740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125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เซนเซอร์ลำแสงผ่านและสวิตช์ฉุกเฉิน (Through-Beam &amp; E-Stop)</a:t>
            </a:r>
          </a:p>
        </p:txBody>
      </p:sp>
      <p:sp>
        <p:nvSpPr>
          <p:cNvPr id="208" name="s4-323">
            <a:extLst xmlns:a="http://schemas.openxmlformats.org/drawingml/2006/main">
              <a:ext uri="{FF2B5EF4-FFF2-40B4-BE49-F238E27FC236}">
                <a16:creationId xmlns:a16="http://schemas.microsoft.com/office/drawing/2014/main" id="{DB02A396-3EDA-4397-B472-9D5FE7FA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362700"/>
            <a:ext cx="71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209" name="s4-324">
            <a:extLst xmlns:a="http://schemas.openxmlformats.org/drawingml/2006/main">
              <a:ext uri="{FF2B5EF4-FFF2-40B4-BE49-F238E27FC236}">
                <a16:creationId xmlns:a16="http://schemas.microsoft.com/office/drawing/2014/main" id="{3BC61669-CF49-470B-9A2E-7B8290A0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6372225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P2.2 HI</a:t>
            </a:r>
          </a:p>
        </p:txBody>
      </p:sp>
      <p:sp>
        <p:nvSpPr>
          <p:cNvPr id="210" name="s4-325">
            <a:extLst xmlns:a="http://schemas.openxmlformats.org/drawingml/2006/main">
              <a:ext uri="{FF2B5EF4-FFF2-40B4-BE49-F238E27FC236}">
                <a16:creationId xmlns:a16="http://schemas.microsoft.com/office/drawing/2014/main" id="{5FAD4491-5076-4C0E-A6EC-2C9C9D56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477000"/>
            <a:ext cx="95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211" name="s4-326">
            <a:extLst xmlns:a="http://schemas.openxmlformats.org/drawingml/2006/main">
              <a:ext uri="{FF2B5EF4-FFF2-40B4-BE49-F238E27FC236}">
                <a16:creationId xmlns:a16="http://schemas.microsoft.com/office/drawing/2014/main" id="{ECA550A2-897E-4AE7-9347-4C633A30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6477000"/>
            <a:ext cx="1428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D9488"/>
            </a:solidFill>
          </a:ln>
        </p:spPr>
      </p:sp>
      <p:pic>
        <p:nvPicPr>
          <p:cNvPr id="4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383ef90f24bab"/>
          <a:stretch xmlns:a="http://schemas.openxmlformats.org/drawingml/2006/main"/>
        </p:blipFill>
        <p:spPr>
          <a:xfrm xmlns:a="http://schemas.openxmlformats.org/drawingml/2006/main">
            <a:off x="13144500" y="632460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4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2a0c4e11849d6"/>
          <a:stretch xmlns:a="http://schemas.openxmlformats.org/drawingml/2006/main"/>
        </p:blipFill>
        <p:spPr>
          <a:xfrm xmlns:a="http://schemas.openxmlformats.org/drawingml/2006/main">
            <a:off x="13573125" y="6334125"/>
            <a:ext cx="381000" cy="285750"/>
          </a:xfrm>
          <a:prstGeom xmlns:a="http://schemas.openxmlformats.org/drawingml/2006/main" prst="rect">
            <a:avLst/>
          </a:prstGeom>
        </p:spPr>
      </p:pic>
      <p:sp>
        <p:nvSpPr>
          <p:cNvPr id="214" name="s4-327">
            <a:extLst xmlns:a="http://schemas.openxmlformats.org/drawingml/2006/main">
              <a:ext uri="{FF2B5EF4-FFF2-40B4-BE49-F238E27FC236}">
                <a16:creationId xmlns:a16="http://schemas.microsoft.com/office/drawing/2014/main" id="{B72431AF-0081-48B8-AC2A-42AF5E9C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6477000"/>
            <a:ext cx="476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2626"/>
            </a:solidFill>
          </a:ln>
        </p:spPr>
      </p:sp>
      <p:sp>
        <p:nvSpPr>
          <p:cNvPr id="215" name="s4-328">
            <a:extLst xmlns:a="http://schemas.openxmlformats.org/drawingml/2006/main">
              <a:ext uri="{FF2B5EF4-FFF2-40B4-BE49-F238E27FC236}">
                <a16:creationId xmlns:a16="http://schemas.microsoft.com/office/drawing/2014/main" id="{A380F779-191C-4FAA-9D10-1A3BD6EA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637222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216" name="s4-329">
            <a:extLst xmlns:a="http://schemas.openxmlformats.org/drawingml/2006/main">
              <a:ext uri="{FF2B5EF4-FFF2-40B4-BE49-F238E27FC236}">
                <a16:creationId xmlns:a16="http://schemas.microsoft.com/office/drawing/2014/main" id="{CD84E2FB-6F15-4DC7-980F-27017C56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638175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675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ลำแสง</a:t>
            </a:r>
          </a:p>
        </p:txBody>
      </p:sp>
      <p:pic>
        <p:nvPicPr>
          <p:cNvPr id="4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7530a425d4c32"/>
          <a:stretch xmlns:a="http://schemas.openxmlformats.org/drawingml/2006/main"/>
        </p:blipFill>
        <p:spPr>
          <a:xfrm xmlns:a="http://schemas.openxmlformats.org/drawingml/2006/main">
            <a:off x="14430375" y="6334125"/>
            <a:ext cx="381000" cy="285750"/>
          </a:xfrm>
          <a:prstGeom xmlns:a="http://schemas.openxmlformats.org/drawingml/2006/main" prst="rect">
            <a:avLst/>
          </a:prstGeom>
        </p:spPr>
      </p:pic>
      <p:sp>
        <p:nvSpPr>
          <p:cNvPr id="218" name="s4-330">
            <a:extLst xmlns:a="http://schemas.openxmlformats.org/drawingml/2006/main">
              <a:ext uri="{FF2B5EF4-FFF2-40B4-BE49-F238E27FC236}">
                <a16:creationId xmlns:a16="http://schemas.microsoft.com/office/drawing/2014/main" id="{654B5704-635C-4239-BEB8-C674E921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636270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IR_HIGH ลำแสงระดับอก (เข้าขา P2.2)</a:t>
            </a:r>
          </a:p>
        </p:txBody>
      </p:sp>
      <p:sp>
        <p:nvSpPr>
          <p:cNvPr id="219" name="s4-331">
            <a:extLst xmlns:a="http://schemas.openxmlformats.org/drawingml/2006/main">
              <a:ext uri="{FF2B5EF4-FFF2-40B4-BE49-F238E27FC236}">
                <a16:creationId xmlns:a16="http://schemas.microsoft.com/office/drawing/2014/main" id="{E7EB953F-939E-41B1-A3F6-F711CD10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6553200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7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ตรวจจับลำตัวคน ตอบสนองกลับทิศ (12V-&gt;5V)</a:t>
            </a:r>
          </a:p>
        </p:txBody>
      </p:sp>
      <p:sp>
        <p:nvSpPr>
          <p:cNvPr id="220" name="s4-332">
            <a:extLst xmlns:a="http://schemas.openxmlformats.org/drawingml/2006/main">
              <a:ext uri="{FF2B5EF4-FFF2-40B4-BE49-F238E27FC236}">
                <a16:creationId xmlns:a16="http://schemas.microsoft.com/office/drawing/2014/main" id="{BCE21436-842E-4F5A-8BF6-AE61FCF5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6448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221" name="s4-333">
            <a:extLst xmlns:a="http://schemas.openxmlformats.org/drawingml/2006/main">
              <a:ext uri="{FF2B5EF4-FFF2-40B4-BE49-F238E27FC236}">
                <a16:creationId xmlns:a16="http://schemas.microsoft.com/office/drawing/2014/main" id="{7BC8CA2D-155B-43EC-AECF-8528FBA7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029450"/>
            <a:ext cx="71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488"/>
            </a:solidFill>
          </a:ln>
        </p:spPr>
      </p:sp>
      <p:sp>
        <p:nvSpPr>
          <p:cNvPr id="222" name="s4-334">
            <a:extLst xmlns:a="http://schemas.openxmlformats.org/drawingml/2006/main">
              <a:ext uri="{FF2B5EF4-FFF2-40B4-BE49-F238E27FC236}">
                <a16:creationId xmlns:a16="http://schemas.microsoft.com/office/drawing/2014/main" id="{174B4702-002E-4F60-AD97-C21C729A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7038975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P2.5 LO</a:t>
            </a:r>
          </a:p>
        </p:txBody>
      </p:sp>
      <p:sp>
        <p:nvSpPr>
          <p:cNvPr id="223" name="s4-335">
            <a:extLst xmlns:a="http://schemas.openxmlformats.org/drawingml/2006/main">
              <a:ext uri="{FF2B5EF4-FFF2-40B4-BE49-F238E27FC236}">
                <a16:creationId xmlns:a16="http://schemas.microsoft.com/office/drawing/2014/main" id="{01835EC8-C530-408A-9520-D53DEE22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143750"/>
            <a:ext cx="95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224" name="s4-336">
            <a:extLst xmlns:a="http://schemas.openxmlformats.org/drawingml/2006/main">
              <a:ext uri="{FF2B5EF4-FFF2-40B4-BE49-F238E27FC236}">
                <a16:creationId xmlns:a16="http://schemas.microsoft.com/office/drawing/2014/main" id="{1A2A89A5-23C2-4A6B-8703-841C6FB2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7143750"/>
            <a:ext cx="1428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D9488"/>
            </a:solidFill>
          </a:ln>
        </p:spPr>
      </p:sp>
      <p:pic>
        <p:nvPicPr>
          <p:cNvPr id="4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8a1d6f98a4fc1"/>
          <a:stretch xmlns:a="http://schemas.openxmlformats.org/drawingml/2006/main"/>
        </p:blipFill>
        <p:spPr>
          <a:xfrm xmlns:a="http://schemas.openxmlformats.org/drawingml/2006/main">
            <a:off x="13144500" y="6991350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4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4cb6766924a4f"/>
          <a:stretch xmlns:a="http://schemas.openxmlformats.org/drawingml/2006/main"/>
        </p:blipFill>
        <p:spPr>
          <a:xfrm xmlns:a="http://schemas.openxmlformats.org/drawingml/2006/main">
            <a:off x="13573125" y="7000875"/>
            <a:ext cx="381000" cy="285750"/>
          </a:xfrm>
          <a:prstGeom xmlns:a="http://schemas.openxmlformats.org/drawingml/2006/main" prst="rect">
            <a:avLst/>
          </a:prstGeom>
        </p:spPr>
      </p:pic>
      <p:sp>
        <p:nvSpPr>
          <p:cNvPr id="227" name="s4-337">
            <a:extLst xmlns:a="http://schemas.openxmlformats.org/drawingml/2006/main">
              <a:ext uri="{FF2B5EF4-FFF2-40B4-BE49-F238E27FC236}">
                <a16:creationId xmlns:a16="http://schemas.microsoft.com/office/drawing/2014/main" id="{1BF189F0-7D0E-4FCD-8F40-37DF802B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7143750"/>
            <a:ext cx="476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2626"/>
            </a:solidFill>
          </a:ln>
        </p:spPr>
      </p:sp>
      <p:sp>
        <p:nvSpPr>
          <p:cNvPr id="228" name="s4-338">
            <a:extLst xmlns:a="http://schemas.openxmlformats.org/drawingml/2006/main">
              <a:ext uri="{FF2B5EF4-FFF2-40B4-BE49-F238E27FC236}">
                <a16:creationId xmlns:a16="http://schemas.microsoft.com/office/drawing/2014/main" id="{91D510A8-0326-44B1-A25E-C9207580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70389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229" name="s4-339">
            <a:extLst xmlns:a="http://schemas.openxmlformats.org/drawingml/2006/main">
              <a:ext uri="{FF2B5EF4-FFF2-40B4-BE49-F238E27FC236}">
                <a16:creationId xmlns:a16="http://schemas.microsoft.com/office/drawing/2014/main" id="{432A234B-4FEA-4EF8-AC7F-0D3037F0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7048500"/>
            <a:ext cx="419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675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ลำแสง</a:t>
            </a:r>
          </a:p>
        </p:txBody>
      </p:sp>
      <p:pic>
        <p:nvPicPr>
          <p:cNvPr id="4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2e08f9ff94668"/>
          <a:stretch xmlns:a="http://schemas.openxmlformats.org/drawingml/2006/main"/>
        </p:blipFill>
        <p:spPr>
          <a:xfrm xmlns:a="http://schemas.openxmlformats.org/drawingml/2006/main">
            <a:off x="14430375" y="7000875"/>
            <a:ext cx="381000" cy="285750"/>
          </a:xfrm>
          <a:prstGeom xmlns:a="http://schemas.openxmlformats.org/drawingml/2006/main" prst="rect">
            <a:avLst/>
          </a:prstGeom>
        </p:spPr>
      </p:pic>
      <p:sp>
        <p:nvSpPr>
          <p:cNvPr id="231" name="s4-340">
            <a:extLst xmlns:a="http://schemas.openxmlformats.org/drawingml/2006/main">
              <a:ext uri="{FF2B5EF4-FFF2-40B4-BE49-F238E27FC236}">
                <a16:creationId xmlns:a16="http://schemas.microsoft.com/office/drawing/2014/main" id="{F8645867-7828-41AE-ACC2-BF6B7971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702945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9488"/>
                </a:solidFill>
                <a:latin typeface="Tahoma"/>
                <a:ea typeface="Tahoma"/>
                <a:cs typeface="Tahoma"/>
              </a:defRPr>
            </a:pPr>
            <a:r>
              <a:rPr sz="900" b="1">
                <a:solidFill>
                  <a:srgbClr val="0D9488"/>
                </a:solidFill>
                <a:latin typeface="Tahoma"/>
                <a:ea typeface="Tahoma"/>
                <a:cs typeface="Tahoma"/>
              </a:rPr>
              <a:t>IR_LOW ลำแสงระดับพื้น (เข้าขา P2.5)</a:t>
            </a:r>
          </a:p>
        </p:txBody>
      </p:sp>
      <p:sp>
        <p:nvSpPr>
          <p:cNvPr id="232" name="s4-341">
            <a:extLst xmlns:a="http://schemas.openxmlformats.org/drawingml/2006/main">
              <a:ext uri="{FF2B5EF4-FFF2-40B4-BE49-F238E27FC236}">
                <a16:creationId xmlns:a16="http://schemas.microsoft.com/office/drawing/2014/main" id="{7CA7BD1F-1C01-4DAA-B80C-01F896C1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25" y="7219950"/>
            <a:ext cx="2524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7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ป้องกันหนีบเด็ก/สัตว์เลี้ยง/สัมภาระเตี้ย</a:t>
            </a:r>
          </a:p>
        </p:txBody>
      </p:sp>
      <p:sp>
        <p:nvSpPr>
          <p:cNvPr id="233" name="s4-342">
            <a:extLst xmlns:a="http://schemas.openxmlformats.org/drawingml/2006/main">
              <a:ext uri="{FF2B5EF4-FFF2-40B4-BE49-F238E27FC236}">
                <a16:creationId xmlns:a16="http://schemas.microsoft.com/office/drawing/2014/main" id="{CEB36D22-176B-4320-86C6-3A7DB89F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7115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234" name="s4-343">
            <a:extLst xmlns:a="http://schemas.openxmlformats.org/drawingml/2006/main">
              <a:ext uri="{FF2B5EF4-FFF2-40B4-BE49-F238E27FC236}">
                <a16:creationId xmlns:a16="http://schemas.microsoft.com/office/drawing/2014/main" id="{03497E15-AB67-4B33-90C9-B067E14D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791450"/>
            <a:ext cx="714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</a:ln>
        </p:spPr>
      </p:sp>
      <p:sp>
        <p:nvSpPr>
          <p:cNvPr id="235" name="s4-344">
            <a:extLst xmlns:a="http://schemas.openxmlformats.org/drawingml/2006/main">
              <a:ext uri="{FF2B5EF4-FFF2-40B4-BE49-F238E27FC236}">
                <a16:creationId xmlns:a16="http://schemas.microsoft.com/office/drawing/2014/main" id="{11E56551-F6E4-4C0B-B66C-DC16DA33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7800975"/>
            <a:ext cx="6953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825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P2.7 STOP</a:t>
            </a:r>
          </a:p>
        </p:txBody>
      </p:sp>
      <p:sp>
        <p:nvSpPr>
          <p:cNvPr id="236" name="s4-345">
            <a:extLst xmlns:a="http://schemas.openxmlformats.org/drawingml/2006/main">
              <a:ext uri="{FF2B5EF4-FFF2-40B4-BE49-F238E27FC236}">
                <a16:creationId xmlns:a16="http://schemas.microsoft.com/office/drawing/2014/main" id="{6AD60DD8-5907-4CD3-8CE1-2FB68DF2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905750"/>
            <a:ext cx="95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2626"/>
            </a:solidFill>
          </a:ln>
        </p:spPr>
      </p:sp>
      <p:sp>
        <p:nvSpPr>
          <p:cNvPr id="237" name="s4-346">
            <a:extLst xmlns:a="http://schemas.openxmlformats.org/drawingml/2006/main">
              <a:ext uri="{FF2B5EF4-FFF2-40B4-BE49-F238E27FC236}">
                <a16:creationId xmlns:a16="http://schemas.microsoft.com/office/drawing/2014/main" id="{27958ABE-8BF4-4DAC-96F8-705DD9C2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7905750"/>
            <a:ext cx="2857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C2626"/>
            </a:solidFill>
          </a:ln>
        </p:spPr>
      </p:sp>
      <p:sp>
        <p:nvSpPr>
          <p:cNvPr id="238" name="s4-347">
            <a:extLst xmlns:a="http://schemas.openxmlformats.org/drawingml/2006/main">
              <a:ext uri="{FF2B5EF4-FFF2-40B4-BE49-F238E27FC236}">
                <a16:creationId xmlns:a16="http://schemas.microsoft.com/office/drawing/2014/main" id="{2E9FABFD-15D0-469C-A8F1-4206B8D1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7753350"/>
            <a:ext cx="361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9050">
            <a:solidFill>
              <a:srgbClr val="DC2626"/>
            </a:solidFill>
          </a:ln>
        </p:spPr>
      </p:sp>
      <p:sp>
        <p:nvSpPr>
          <p:cNvPr id="239" name="s4-348">
            <a:extLst xmlns:a="http://schemas.openxmlformats.org/drawingml/2006/main">
              <a:ext uri="{FF2B5EF4-FFF2-40B4-BE49-F238E27FC236}">
                <a16:creationId xmlns:a16="http://schemas.microsoft.com/office/drawing/2014/main" id="{FFF5312F-3F7A-4865-8C56-019755CD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78105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675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E-Stop</a:t>
            </a:r>
          </a:p>
        </p:txBody>
      </p:sp>
      <p:sp>
        <p:nvSpPr>
          <p:cNvPr id="240" name="s4-349">
            <a:extLst xmlns:a="http://schemas.openxmlformats.org/drawingml/2006/main">
              <a:ext uri="{FF2B5EF4-FFF2-40B4-BE49-F238E27FC236}">
                <a16:creationId xmlns:a16="http://schemas.microsoft.com/office/drawing/2014/main" id="{8B62599B-BD38-4C10-80D7-E4F8B48A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77914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975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สวิตช์ปุ่มหยุดฉุกเฉิน (Dual NC)</a:t>
            </a:r>
          </a:p>
        </p:txBody>
      </p:sp>
      <p:sp>
        <p:nvSpPr>
          <p:cNvPr id="241" name="s4-350">
            <a:extLst xmlns:a="http://schemas.openxmlformats.org/drawingml/2006/main">
              <a:ext uri="{FF2B5EF4-FFF2-40B4-BE49-F238E27FC236}">
                <a16:creationId xmlns:a16="http://schemas.microsoft.com/office/drawing/2014/main" id="{A783DA1A-D0D0-48C7-87B9-B5BF7DD6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79819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8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NC1: ตัดไฟขา EN ของ L293D ทันที  |  NC2: แจ้งสถานะ P2.7</a:t>
            </a:r>
          </a:p>
        </p:txBody>
      </p:sp>
      <p:sp>
        <p:nvSpPr>
          <p:cNvPr id="242" name="s4-351">
            <a:extLst xmlns:a="http://schemas.openxmlformats.org/drawingml/2006/main">
              <a:ext uri="{FF2B5EF4-FFF2-40B4-BE49-F238E27FC236}">
                <a16:creationId xmlns:a16="http://schemas.microsoft.com/office/drawing/2014/main" id="{C26F7603-5513-419D-AC3A-9A8726DD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78771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243" name="s4-352">
            <a:extLst xmlns:a="http://schemas.openxmlformats.org/drawingml/2006/main">
              <a:ext uri="{FF2B5EF4-FFF2-40B4-BE49-F238E27FC236}">
                <a16:creationId xmlns:a16="http://schemas.microsoft.com/office/drawing/2014/main" id="{5F5F3C77-EAC9-4C74-B3BE-663BCD06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048000"/>
            <a:ext cx="76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244" name="s4-353">
            <a:extLst xmlns:a="http://schemas.openxmlformats.org/drawingml/2006/main">
              <a:ext uri="{FF2B5EF4-FFF2-40B4-BE49-F238E27FC236}">
                <a16:creationId xmlns:a16="http://schemas.microsoft.com/office/drawing/2014/main" id="{1FAB5E7E-F1A5-4FC1-AA12-E5514869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772900" y="30003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245" name="s4-354">
            <a:extLst xmlns:a="http://schemas.openxmlformats.org/drawingml/2006/main">
              <a:ext uri="{FF2B5EF4-FFF2-40B4-BE49-F238E27FC236}">
                <a16:creationId xmlns:a16="http://schemas.microsoft.com/office/drawing/2014/main" id="{F49E7082-D83D-4EC7-A9EB-BF92F202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619500"/>
            <a:ext cx="76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246" name="s4-355">
            <a:extLst xmlns:a="http://schemas.openxmlformats.org/drawingml/2006/main">
              <a:ext uri="{FF2B5EF4-FFF2-40B4-BE49-F238E27FC236}">
                <a16:creationId xmlns:a16="http://schemas.microsoft.com/office/drawing/2014/main" id="{0AA41785-1B2A-48F0-B3E5-E69153C8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772900" y="3571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247" name="s4-356">
            <a:extLst xmlns:a="http://schemas.openxmlformats.org/drawingml/2006/main">
              <a:ext uri="{FF2B5EF4-FFF2-40B4-BE49-F238E27FC236}">
                <a16:creationId xmlns:a16="http://schemas.microsoft.com/office/drawing/2014/main" id="{B1B90E3A-804B-4E32-9F0A-7E62AA95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191000"/>
            <a:ext cx="76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248" name="s4-357">
            <a:extLst xmlns:a="http://schemas.openxmlformats.org/drawingml/2006/main">
              <a:ext uri="{FF2B5EF4-FFF2-40B4-BE49-F238E27FC236}">
                <a16:creationId xmlns:a16="http://schemas.microsoft.com/office/drawing/2014/main" id="{4C335AF1-44F8-4B5E-BF41-D149CF4B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772900" y="41433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249" name="s4-358">
            <a:extLst xmlns:a="http://schemas.openxmlformats.org/drawingml/2006/main">
              <a:ext uri="{FF2B5EF4-FFF2-40B4-BE49-F238E27FC236}">
                <a16:creationId xmlns:a16="http://schemas.microsoft.com/office/drawing/2014/main" id="{3E2CF9E0-8893-4D06-AD1C-9C7C71E4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4762500"/>
            <a:ext cx="76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250" name="s4-359">
            <a:extLst xmlns:a="http://schemas.openxmlformats.org/drawingml/2006/main">
              <a:ext uri="{FF2B5EF4-FFF2-40B4-BE49-F238E27FC236}">
                <a16:creationId xmlns:a16="http://schemas.microsoft.com/office/drawing/2014/main" id="{128610A8-3073-4ACA-93CF-4E5069E8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772900" y="4714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251" name="s4-360">
            <a:extLst xmlns:a="http://schemas.openxmlformats.org/drawingml/2006/main">
              <a:ext uri="{FF2B5EF4-FFF2-40B4-BE49-F238E27FC236}">
                <a16:creationId xmlns:a16="http://schemas.microsoft.com/office/drawing/2014/main" id="{099FF15C-5578-4E01-BF66-C5CB206D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77000"/>
            <a:ext cx="76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252" name="s4-361">
            <a:extLst xmlns:a="http://schemas.openxmlformats.org/drawingml/2006/main">
              <a:ext uri="{FF2B5EF4-FFF2-40B4-BE49-F238E27FC236}">
                <a16:creationId xmlns:a16="http://schemas.microsoft.com/office/drawing/2014/main" id="{121EC3D1-B85E-4026-85EC-CB23A2E6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772900" y="64293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253" name="s4-362">
            <a:extLst xmlns:a="http://schemas.openxmlformats.org/drawingml/2006/main">
              <a:ext uri="{FF2B5EF4-FFF2-40B4-BE49-F238E27FC236}">
                <a16:creationId xmlns:a16="http://schemas.microsoft.com/office/drawing/2014/main" id="{BF73C643-3284-4C1C-95FA-B0D0C233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143750"/>
            <a:ext cx="76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9488"/>
            </a:solidFill>
          </a:ln>
        </p:spPr>
      </p:sp>
      <p:sp>
        <p:nvSpPr>
          <p:cNvPr id="254" name="s4-363">
            <a:extLst xmlns:a="http://schemas.openxmlformats.org/drawingml/2006/main">
              <a:ext uri="{FF2B5EF4-FFF2-40B4-BE49-F238E27FC236}">
                <a16:creationId xmlns:a16="http://schemas.microsoft.com/office/drawing/2014/main" id="{63E61AFB-7267-446E-B837-09C88B32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772900" y="7096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noFill/>
          </a:ln>
        </p:spPr>
      </p:sp>
      <p:sp>
        <p:nvSpPr>
          <p:cNvPr id="255" name="s4-364">
            <a:extLst xmlns:a="http://schemas.openxmlformats.org/drawingml/2006/main">
              <a:ext uri="{FF2B5EF4-FFF2-40B4-BE49-F238E27FC236}">
                <a16:creationId xmlns:a16="http://schemas.microsoft.com/office/drawing/2014/main" id="{1AB94811-32C5-4BB3-82E8-E1D4989F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905750"/>
            <a:ext cx="7620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2626"/>
            </a:solidFill>
          </a:ln>
        </p:spPr>
      </p:sp>
      <p:sp>
        <p:nvSpPr>
          <p:cNvPr id="256" name="s4-365">
            <a:extLst xmlns:a="http://schemas.openxmlformats.org/drawingml/2006/main">
              <a:ext uri="{FF2B5EF4-FFF2-40B4-BE49-F238E27FC236}">
                <a16:creationId xmlns:a16="http://schemas.microsoft.com/office/drawing/2014/main" id="{A491561B-ADC7-45EA-A864-AA9C7B70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772900" y="7858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257" name="s4-366">
            <a:extLst xmlns:a="http://schemas.openxmlformats.org/drawingml/2006/main">
              <a:ext uri="{FF2B5EF4-FFF2-40B4-BE49-F238E27FC236}">
                <a16:creationId xmlns:a16="http://schemas.microsoft.com/office/drawing/2014/main" id="{D18CBA59-F6DB-4850-BE80-F36F531D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86875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สถาปัตยกรรม 3 คอลัมน์สมมาตร: ซ้าย (วงจรขับมอเตอร์และอุปกรณ์แสดงผล) | กลาง (แกนประมวลผล AT89S52) | ขวา (ระบบเซนเซอร์และอินพุตความปลอดภัย)</a:t>
            </a:r>
          </a:p>
        </p:txBody>
      </p:sp>
    </p:spTree>
    <p:extLst>
      <p:ext uri="{BB962C8B-B14F-4D97-AF65-F5344CB8AC3E}">
        <p14:creationId xmlns:p14="http://schemas.microsoft.com/office/powerpoint/2010/main" val="3849206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5-367">
            <a:extLst xmlns:a="http://schemas.openxmlformats.org/drawingml/2006/main">
              <a:ext uri="{FF2B5EF4-FFF2-40B4-BE49-F238E27FC236}">
                <a16:creationId xmlns:a16="http://schemas.microsoft.com/office/drawing/2014/main" id="{5F50851C-A911-4E36-B60F-0CF94E2B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แรงดันไฟฟ้าที่ใช้ในระบบ</a:t>
            </a:r>
          </a:p>
        </p:txBody>
      </p:sp>
      <p:sp>
        <p:nvSpPr>
          <p:cNvPr id="2" name="s5-368">
            <a:extLst xmlns:a="http://schemas.openxmlformats.org/drawingml/2006/main">
              <a:ext uri="{FF2B5EF4-FFF2-40B4-BE49-F238E27FC236}">
                <a16:creationId xmlns:a16="http://schemas.microsoft.com/office/drawing/2014/main" id="{5F8D33BA-A750-4C8F-9797-87638980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แยกไฟเลี้ยงอุปกรณ์ออกจากระดับสัญญาณที่เข้าสู่ไมโครคอนโทรลเลอร์</a:t>
            </a:r>
          </a:p>
        </p:txBody>
      </p:sp>
      <p:sp>
        <p:nvSpPr>
          <p:cNvPr id="3" name="s5-369">
            <a:extLst xmlns:a="http://schemas.openxmlformats.org/drawingml/2006/main">
              <a:ext uri="{FF2B5EF4-FFF2-40B4-BE49-F238E27FC236}">
                <a16:creationId xmlns:a16="http://schemas.microsoft.com/office/drawing/2014/main" id="{F439BF66-23A1-4648-8C16-23BD05A5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5-370">
            <a:extLst xmlns:a="http://schemas.openxmlformats.org/drawingml/2006/main">
              <a:ext uri="{FF2B5EF4-FFF2-40B4-BE49-F238E27FC236}">
                <a16:creationId xmlns:a16="http://schemas.microsoft.com/office/drawing/2014/main" id="{A0C0EE48-7151-420C-8342-DD4A4DF4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5" name="s5-371">
            <a:extLst xmlns:a="http://schemas.openxmlformats.org/drawingml/2006/main">
              <a:ext uri="{FF2B5EF4-FFF2-40B4-BE49-F238E27FC236}">
                <a16:creationId xmlns:a16="http://schemas.microsoft.com/office/drawing/2014/main" id="{0BCC623D-A7FF-4612-ACE1-1F472AE9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61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5 V</a:t>
            </a:r>
          </a:p>
        </p:txBody>
      </p:sp>
      <p:sp>
        <p:nvSpPr>
          <p:cNvPr id="6" name="s5-372">
            <a:extLst xmlns:a="http://schemas.openxmlformats.org/drawingml/2006/main">
              <a:ext uri="{FF2B5EF4-FFF2-40B4-BE49-F238E27FC236}">
                <a16:creationId xmlns:a16="http://schemas.microsoft.com/office/drawing/2014/main" id="{967BCD2B-D594-41E3-8C01-22DE3696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วงจรลอจิก</a:t>
            </a:r>
          </a:p>
        </p:txBody>
      </p:sp>
      <p:sp>
        <p:nvSpPr>
          <p:cNvPr id="7" name="s5-373">
            <a:extLst xmlns:a="http://schemas.openxmlformats.org/drawingml/2006/main">
              <a:ext uri="{FF2B5EF4-FFF2-40B4-BE49-F238E27FC236}">
                <a16:creationId xmlns:a16="http://schemas.microsoft.com/office/drawing/2014/main" id="{55E76F11-4F5B-41B7-9EFA-FC3BB03A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7572375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บอร์ด 8051 และ SN74HCT14</a:t>
            </a:r>
          </a:p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ขา VCC1 ของ L293D</a:t>
            </a:r>
          </a:p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ฝั่งเอาต์พุตของ Optocoupler</a:t>
            </a:r>
          </a:p>
          <a:p xmlns:a="http://schemas.openxmlformats.org/drawingml/2006/main">
            <a:pPr algn="l">
              <a:defRPr sz="26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LED และ Buzzer</a:t>
            </a:r>
          </a:p>
        </p:txBody>
      </p:sp>
      <p:sp>
        <p:nvSpPr>
          <p:cNvPr id="8" name="s5-374">
            <a:extLst xmlns:a="http://schemas.openxmlformats.org/drawingml/2006/main">
              <a:ext uri="{FF2B5EF4-FFF2-40B4-BE49-F238E27FC236}">
                <a16:creationId xmlns:a16="http://schemas.microsoft.com/office/drawing/2014/main" id="{0B002D95-539E-44F1-B403-A38D931E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943225"/>
            <a:ext cx="95" cy="422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9" name="s5-375">
            <a:extLst xmlns:a="http://schemas.openxmlformats.org/drawingml/2006/main">
              <a:ext uri="{FF2B5EF4-FFF2-40B4-BE49-F238E27FC236}">
                <a16:creationId xmlns:a16="http://schemas.microsoft.com/office/drawing/2014/main" id="{4452CDF5-884F-40D8-BA62-6EE52613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57500"/>
            <a:ext cx="7277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61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12 V</a:t>
            </a:r>
          </a:p>
        </p:txBody>
      </p:sp>
      <p:sp>
        <p:nvSpPr>
          <p:cNvPr id="10" name="s5-376">
            <a:extLst xmlns:a="http://schemas.openxmlformats.org/drawingml/2006/main">
              <a:ext uri="{FF2B5EF4-FFF2-40B4-BE49-F238E27FC236}">
                <a16:creationId xmlns:a16="http://schemas.microsoft.com/office/drawing/2014/main" id="{36FA6FF5-4932-4BBF-977F-58E3A290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19550"/>
            <a:ext cx="7277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วงจรกำลังและเซนเซอร์</a:t>
            </a:r>
          </a:p>
        </p:txBody>
      </p:sp>
      <p:sp>
        <p:nvSpPr>
          <p:cNvPr id="11" name="s5-377">
            <a:extLst xmlns:a="http://schemas.openxmlformats.org/drawingml/2006/main">
              <a:ext uri="{FF2B5EF4-FFF2-40B4-BE49-F238E27FC236}">
                <a16:creationId xmlns:a16="http://schemas.microsoft.com/office/drawing/2014/main" id="{EB84C1A5-DEEC-486B-A3BF-087AC3AD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33950"/>
            <a:ext cx="72771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ขา VCC2 ของ L293D</a:t>
            </a:r>
          </a:p>
          <a:p xmlns:a="http://schemas.openxmlformats.org/drawingml/2006/main">
            <a:pPr algn="l">
              <a:defRPr sz="25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แหล่งจ่ายมอเตอร์กระแสจำกัด 0.50 A</a:t>
            </a:r>
          </a:p>
          <a:p xmlns:a="http://schemas.openxmlformats.org/drawingml/2006/main">
            <a:pPr algn="l">
              <a:defRPr sz="25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เซนเซอร์ลำแสง E3Z-T61 สองคู่</a:t>
            </a:r>
          </a:p>
        </p:txBody>
      </p:sp>
      <p:sp>
        <p:nvSpPr>
          <p:cNvPr id="12" name="s5-378">
            <a:extLst xmlns:a="http://schemas.openxmlformats.org/drawingml/2006/main">
              <a:ext uri="{FF2B5EF4-FFF2-40B4-BE49-F238E27FC236}">
                <a16:creationId xmlns:a16="http://schemas.microsoft.com/office/drawing/2014/main" id="{5770CEEA-DDDF-4A92-91CD-5F6CE90A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0"/>
            <a:ext cx="16459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13" name="s5-379">
            <a:extLst xmlns:a="http://schemas.openxmlformats.org/drawingml/2006/main">
              <a:ext uri="{FF2B5EF4-FFF2-40B4-BE49-F238E27FC236}">
                <a16:creationId xmlns:a16="http://schemas.microsoft.com/office/drawing/2014/main" id="{BED3707B-A8B7-48F0-8CFD-FAA760C7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810500"/>
            <a:ext cx="15925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92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สัญญาณเข้า 8051 ต้องอยู่ในช่วง 0–5 V เท่านั้น</a:t>
            </a:r>
          </a:p>
        </p:txBody>
      </p:sp>
    </p:spTree>
    <p:extLst>
      <p:ext uri="{BB962C8B-B14F-4D97-AF65-F5344CB8AC3E}">
        <p14:creationId xmlns:p14="http://schemas.microsoft.com/office/powerpoint/2010/main" val="4334224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6-380">
            <a:extLst xmlns:a="http://schemas.openxmlformats.org/drawingml/2006/main">
              <a:ext uri="{FF2B5EF4-FFF2-40B4-BE49-F238E27FC236}">
                <a16:creationId xmlns:a16="http://schemas.microsoft.com/office/drawing/2014/main" id="{F5A5B019-827B-45F0-BA88-2513B0EC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เวลารอแต่ละช่วงและเหตุผลที่เลือก</a:t>
            </a:r>
          </a:p>
        </p:txBody>
      </p:sp>
      <p:sp>
        <p:nvSpPr>
          <p:cNvPr id="2" name="s6-381">
            <a:extLst xmlns:a="http://schemas.openxmlformats.org/drawingml/2006/main">
              <a:ext uri="{FF2B5EF4-FFF2-40B4-BE49-F238E27FC236}">
                <a16:creationId xmlns:a16="http://schemas.microsoft.com/office/drawing/2014/main" id="{BC497093-64D0-4A72-8BBB-ECBFE2CB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ค่าที่กำหนดใช้กับชุดสาธิต และต้องตรวจสอบการหยุดจริงก่อนใช้กับกลไก</a:t>
            </a:r>
          </a:p>
        </p:txBody>
      </p:sp>
      <p:sp>
        <p:nvSpPr>
          <p:cNvPr id="3" name="s6-382">
            <a:extLst xmlns:a="http://schemas.openxmlformats.org/drawingml/2006/main">
              <a:ext uri="{FF2B5EF4-FFF2-40B4-BE49-F238E27FC236}">
                <a16:creationId xmlns:a16="http://schemas.microsoft.com/office/drawing/2014/main" id="{F4157FBF-9841-400A-B2C6-2C0BCD55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6-383">
            <a:extLst xmlns:a="http://schemas.openxmlformats.org/drawingml/2006/main">
              <a:ext uri="{FF2B5EF4-FFF2-40B4-BE49-F238E27FC236}">
                <a16:creationId xmlns:a16="http://schemas.microsoft.com/office/drawing/2014/main" id="{6AFA36EB-8D19-4940-B49E-10BA2AE2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5" name="s6-384">
            <a:extLst xmlns:a="http://schemas.openxmlformats.org/drawingml/2006/main">
              <a:ext uri="{FF2B5EF4-FFF2-40B4-BE49-F238E27FC236}">
                <a16:creationId xmlns:a16="http://schemas.microsoft.com/office/drawing/2014/main" id="{3088FE37-E319-4318-B3AE-6883B655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20 ms</a:t>
            </a:r>
          </a:p>
        </p:txBody>
      </p:sp>
      <p:sp>
        <p:nvSpPr>
          <p:cNvPr id="6" name="s6-385">
            <a:extLst xmlns:a="http://schemas.openxmlformats.org/drawingml/2006/main">
              <a:ext uri="{FF2B5EF4-FFF2-40B4-BE49-F238E27FC236}">
                <a16:creationId xmlns:a16="http://schemas.microsoft.com/office/drawing/2014/main" id="{BCB67C9C-640B-4864-AAD4-1056547E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00350"/>
            <a:ext cx="3752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กรองสวิตช์</a:t>
            </a:r>
          </a:p>
        </p:txBody>
      </p:sp>
      <p:sp>
        <p:nvSpPr>
          <p:cNvPr id="7" name="s6-386">
            <a:extLst xmlns:a="http://schemas.openxmlformats.org/drawingml/2006/main">
              <a:ext uri="{FF2B5EF4-FFF2-40B4-BE49-F238E27FC236}">
                <a16:creationId xmlns:a16="http://schemas.microsoft.com/office/drawing/2014/main" id="{2644C3B6-6193-4494-ADE3-A93FC472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390900"/>
            <a:ext cx="1257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ยืนยันการกดปุ่ม เพื่อลดผลจากหน้าสัมผัสกระเด้ง</a:t>
            </a:r>
          </a:p>
        </p:txBody>
      </p:sp>
      <p:sp>
        <p:nvSpPr>
          <p:cNvPr id="8" name="s6-387">
            <a:extLst xmlns:a="http://schemas.openxmlformats.org/drawingml/2006/main">
              <a:ext uri="{FF2B5EF4-FFF2-40B4-BE49-F238E27FC236}">
                <a16:creationId xmlns:a16="http://schemas.microsoft.com/office/drawing/2014/main" id="{5010F52D-E135-4863-9A1F-36504BCB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9" name="s6-388">
            <a:extLst xmlns:a="http://schemas.openxmlformats.org/drawingml/2006/main">
              <a:ext uri="{FF2B5EF4-FFF2-40B4-BE49-F238E27FC236}">
                <a16:creationId xmlns:a16="http://schemas.microsoft.com/office/drawing/2014/main" id="{FCB6DA85-4924-4021-A28F-288C3084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200 ms</a:t>
            </a:r>
          </a:p>
        </p:txBody>
      </p:sp>
      <p:sp>
        <p:nvSpPr>
          <p:cNvPr id="10" name="s6-389">
            <a:extLst xmlns:a="http://schemas.openxmlformats.org/drawingml/2006/main">
              <a:ext uri="{FF2B5EF4-FFF2-40B4-BE49-F238E27FC236}">
                <a16:creationId xmlns:a16="http://schemas.microsoft.com/office/drawing/2014/main" id="{CED944CB-00EA-4F6C-A431-07F5598A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91000"/>
            <a:ext cx="3752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พักมอเตอร์</a:t>
            </a:r>
          </a:p>
        </p:txBody>
      </p:sp>
      <p:sp>
        <p:nvSpPr>
          <p:cNvPr id="11" name="s6-390">
            <a:extLst xmlns:a="http://schemas.openxmlformats.org/drawingml/2006/main">
              <a:ext uri="{FF2B5EF4-FFF2-40B4-BE49-F238E27FC236}">
                <a16:creationId xmlns:a16="http://schemas.microsoft.com/office/drawing/2014/main" id="{619D4101-AE00-4046-AB02-93E6A94E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781550"/>
            <a:ext cx="1257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ตัดแรงขับก่อนกลับทิศ เพื่อให้มอเตอร์มีเวลาลดความเร็ว</a:t>
            </a:r>
          </a:p>
        </p:txBody>
      </p:sp>
      <p:sp>
        <p:nvSpPr>
          <p:cNvPr id="12" name="s6-391">
            <a:extLst xmlns:a="http://schemas.openxmlformats.org/drawingml/2006/main">
              <a:ext uri="{FF2B5EF4-FFF2-40B4-BE49-F238E27FC236}">
                <a16:creationId xmlns:a16="http://schemas.microsoft.com/office/drawing/2014/main" id="{FB3D5F06-881E-404D-A465-2C990618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13" name="s6-392">
            <a:extLst xmlns:a="http://schemas.openxmlformats.org/drawingml/2006/main">
              <a:ext uri="{FF2B5EF4-FFF2-40B4-BE49-F238E27FC236}">
                <a16:creationId xmlns:a16="http://schemas.microsoft.com/office/drawing/2014/main" id="{85C23503-9C31-4B92-9241-228F4F76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3 วินาที</a:t>
            </a:r>
          </a:p>
        </p:txBody>
      </p:sp>
      <p:sp>
        <p:nvSpPr>
          <p:cNvPr id="14" name="s6-393">
            <a:extLst xmlns:a="http://schemas.openxmlformats.org/drawingml/2006/main">
              <a:ext uri="{FF2B5EF4-FFF2-40B4-BE49-F238E27FC236}">
                <a16:creationId xmlns:a16="http://schemas.microsoft.com/office/drawing/2014/main" id="{5D0C9140-151F-42DC-A56B-C9DCBEBA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581650"/>
            <a:ext cx="3752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เปิดค้าง</a:t>
            </a:r>
          </a:p>
        </p:txBody>
      </p:sp>
      <p:sp>
        <p:nvSpPr>
          <p:cNvPr id="15" name="s6-394">
            <a:extLst xmlns:a="http://schemas.openxmlformats.org/drawingml/2006/main">
              <a:ext uri="{FF2B5EF4-FFF2-40B4-BE49-F238E27FC236}">
                <a16:creationId xmlns:a16="http://schemas.microsoft.com/office/drawing/2014/main" id="{8149B90E-54D5-43B2-AF1D-E8808A85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172200"/>
            <a:ext cx="1257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เริ่มนับใหม่เมื่อถูกบัง รอคนเดินพ้นก่อนเริ่มปิด</a:t>
            </a:r>
          </a:p>
        </p:txBody>
      </p:sp>
      <p:sp>
        <p:nvSpPr>
          <p:cNvPr id="16" name="s6-395">
            <a:extLst xmlns:a="http://schemas.openxmlformats.org/drawingml/2006/main">
              <a:ext uri="{FF2B5EF4-FFF2-40B4-BE49-F238E27FC236}">
                <a16:creationId xmlns:a16="http://schemas.microsoft.com/office/drawing/2014/main" id="{EFAF2A2E-E434-4025-873B-D7FEE349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00850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17" name="s6-396">
            <a:extLst xmlns:a="http://schemas.openxmlformats.org/drawingml/2006/main">
              <a:ext uri="{FF2B5EF4-FFF2-40B4-BE49-F238E27FC236}">
                <a16:creationId xmlns:a16="http://schemas.microsoft.com/office/drawing/2014/main" id="{8173C8A4-E7BC-4310-8227-C7E88DDE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723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5 วินาที</a:t>
            </a:r>
          </a:p>
        </p:txBody>
      </p:sp>
      <p:sp>
        <p:nvSpPr>
          <p:cNvPr id="18" name="s6-397">
            <a:extLst xmlns:a="http://schemas.openxmlformats.org/drawingml/2006/main">
              <a:ext uri="{FF2B5EF4-FFF2-40B4-BE49-F238E27FC236}">
                <a16:creationId xmlns:a16="http://schemas.microsoft.com/office/drawing/2014/main" id="{FE51F41A-A557-4092-9CD5-31994A90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6972300"/>
            <a:ext cx="3752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จำกัดเวลาการเดินทาง</a:t>
            </a:r>
          </a:p>
        </p:txBody>
      </p:sp>
      <p:sp>
        <p:nvSpPr>
          <p:cNvPr id="19" name="s6-398">
            <a:extLst xmlns:a="http://schemas.openxmlformats.org/drawingml/2006/main">
              <a:ext uri="{FF2B5EF4-FFF2-40B4-BE49-F238E27FC236}">
                <a16:creationId xmlns:a16="http://schemas.microsoft.com/office/drawing/2014/main" id="{DAFDE175-3413-41E1-8B99-17AE322F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7562850"/>
            <a:ext cx="12573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3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ไม่ถึงลิมิตตามกำหนด ให้ตัดแรงขับและเข้าสถานะขัดข้อง</a:t>
            </a:r>
          </a:p>
        </p:txBody>
      </p:sp>
      <p:sp>
        <p:nvSpPr>
          <p:cNvPr id="20" name="s6-399">
            <a:extLst xmlns:a="http://schemas.openxmlformats.org/drawingml/2006/main">
              <a:ext uri="{FF2B5EF4-FFF2-40B4-BE49-F238E27FC236}">
                <a16:creationId xmlns:a16="http://schemas.microsoft.com/office/drawing/2014/main" id="{D8F694C3-0C47-41B8-BE7B-520CC961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24900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ระบบมีกลไกตรวจจับความผิดปกติของลิมิตต้นทาง: หากสวิตช์ยังไม่ปล่อยภายใน 500 ms ให้เข้า FAULT</a:t>
            </a:r>
          </a:p>
        </p:txBody>
      </p:sp>
    </p:spTree>
    <p:extLst>
      <p:ext uri="{BB962C8B-B14F-4D97-AF65-F5344CB8AC3E}">
        <p14:creationId xmlns:p14="http://schemas.microsoft.com/office/powerpoint/2010/main" val="20275181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7-400">
            <a:extLst xmlns:a="http://schemas.openxmlformats.org/drawingml/2006/main">
              <a:ext uri="{FF2B5EF4-FFF2-40B4-BE49-F238E27FC236}">
                <a16:creationId xmlns:a16="http://schemas.microsoft.com/office/drawing/2014/main" id="{D4493909-6106-43B0-ABA8-F1A5C538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ค่าพอร์ตในแต่ละสถานะ</a:t>
            </a:r>
          </a:p>
        </p:txBody>
      </p:sp>
      <p:sp>
        <p:nvSpPr>
          <p:cNvPr id="2" name="s7-401">
            <a:extLst xmlns:a="http://schemas.openxmlformats.org/drawingml/2006/main">
              <a:ext uri="{FF2B5EF4-FFF2-40B4-BE49-F238E27FC236}">
                <a16:creationId xmlns:a16="http://schemas.microsoft.com/office/drawing/2014/main" id="{BD223402-C895-408D-A2E9-474BD22C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P0 แสดงรหัสสถานะ ส่วน P1 ควบคุมทิศทางมอเตอร์ ไฟ และเสียง</a:t>
            </a:r>
          </a:p>
        </p:txBody>
      </p:sp>
      <p:sp>
        <p:nvSpPr>
          <p:cNvPr id="3" name="s7-402">
            <a:extLst xmlns:a="http://schemas.openxmlformats.org/drawingml/2006/main">
              <a:ext uri="{FF2B5EF4-FFF2-40B4-BE49-F238E27FC236}">
                <a16:creationId xmlns:a16="http://schemas.microsoft.com/office/drawing/2014/main" id="{12CFE254-B629-4982-9318-D3103C83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7-403">
            <a:extLst xmlns:a="http://schemas.openxmlformats.org/drawingml/2006/main">
              <a:ext uri="{FF2B5EF4-FFF2-40B4-BE49-F238E27FC236}">
                <a16:creationId xmlns:a16="http://schemas.microsoft.com/office/drawing/2014/main" id="{5F091389-93EB-4F29-A8E3-575770D5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914400" y="2705100"/>
          <a:ext xmlns:a="http://schemas.openxmlformats.org/drawingml/2006/main" cx="16459200" cy="5229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33700"/>
                <a:gridCol w="1238250"/>
                <a:gridCol w="1238250"/>
                <a:gridCol w="1285875"/>
                <a:gridCol w="1285875"/>
                <a:gridCol w="2114550"/>
                <a:gridCol w="2114550"/>
                <a:gridCol w="2114550"/>
                <a:gridCol w="2133600"/>
              </a:tblGrid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สถานะ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P0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P1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IN1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IN2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RUN_N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RED_N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GREEN_N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BUZZ_N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START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F8H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ECH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CLOSED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F9H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OPENING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FAH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D9H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HOLD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FBH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DCH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CLOSING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6AH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REV_WAIT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FDH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6CH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REOPEN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FEH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69H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FAULT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FFH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6CH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2100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7-404">
            <a:extLst xmlns:a="http://schemas.openxmlformats.org/drawingml/2006/main">
              <a:ext uri="{FF2B5EF4-FFF2-40B4-BE49-F238E27FC236}">
                <a16:creationId xmlns:a16="http://schemas.microsoft.com/office/drawing/2014/main" id="{9BBF69A9-6BD7-4EF6-8742-0BD060DF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43875"/>
            <a:ext cx="16459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RUN_N = 1 หมายถึงตัดแรงขับ     สัญญาณลงท้าย _N ทำงานที่ระดับ 0</a:t>
            </a:r>
          </a:p>
        </p:txBody>
      </p:sp>
      <p:sp>
        <p:nvSpPr>
          <p:cNvPr id="7" name="s7-405">
            <a:extLst xmlns:a="http://schemas.openxmlformats.org/drawingml/2006/main">
              <a:ext uri="{FF2B5EF4-FFF2-40B4-BE49-F238E27FC236}">
                <a16:creationId xmlns:a16="http://schemas.microsoft.com/office/drawing/2014/main" id="{2116C5D3-6469-46FA-B95B-21A36A48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15375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P2 ตั้ง latch เป็น FFH เพื่ออ่านอินพุต    P1.3 และ P1.6 คงค่า 1    P0 ต้องมี pull-up ภายนอก</a:t>
            </a:r>
          </a:p>
        </p:txBody>
      </p:sp>
    </p:spTree>
    <p:extLst>
      <p:ext uri="{BB962C8B-B14F-4D97-AF65-F5344CB8AC3E}">
        <p14:creationId xmlns:p14="http://schemas.microsoft.com/office/powerpoint/2010/main" val="9651670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8-406">
            <a:extLst xmlns:a="http://schemas.openxmlformats.org/drawingml/2006/main">
              <a:ext uri="{FF2B5EF4-FFF2-40B4-BE49-F238E27FC236}">
                <a16:creationId xmlns:a16="http://schemas.microsoft.com/office/drawing/2014/main" id="{38B38197-A12E-4C6A-8468-D58FCEC2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การเริ่มระบบและตรวจตำแหน่งประตู</a:t>
            </a:r>
          </a:p>
        </p:txBody>
      </p:sp>
      <p:sp>
        <p:nvSpPr>
          <p:cNvPr id="2" name="s8-407">
            <a:extLst xmlns:a="http://schemas.openxmlformats.org/drawingml/2006/main">
              <a:ext uri="{FF2B5EF4-FFF2-40B4-BE49-F238E27FC236}">
                <a16:creationId xmlns:a16="http://schemas.microsoft.com/office/drawing/2014/main" id="{984BE090-DBEE-478F-ACA1-C9AE59E7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การทำงานในสถานะ START (ตรวจหาตำแหน่งและเตรียมความพร้อม)</a:t>
            </a:r>
          </a:p>
        </p:txBody>
      </p:sp>
      <p:sp>
        <p:nvSpPr>
          <p:cNvPr id="3" name="s8-408">
            <a:extLst xmlns:a="http://schemas.openxmlformats.org/drawingml/2006/main">
              <a:ext uri="{FF2B5EF4-FFF2-40B4-BE49-F238E27FC236}">
                <a16:creationId xmlns:a16="http://schemas.microsoft.com/office/drawing/2014/main" id="{58C06842-154E-4431-9032-B3EF6A19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8-409">
            <a:extLst xmlns:a="http://schemas.openxmlformats.org/drawingml/2006/main">
              <a:ext uri="{FF2B5EF4-FFF2-40B4-BE49-F238E27FC236}">
                <a16:creationId xmlns:a16="http://schemas.microsoft.com/office/drawing/2014/main" id="{B57D6309-87E8-4402-BA5B-2DD52ACE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5" name="s8-410">
            <a:extLst xmlns:a="http://schemas.openxmlformats.org/drawingml/2006/main">
              <a:ext uri="{FF2B5EF4-FFF2-40B4-BE49-F238E27FC236}">
                <a16:creationId xmlns:a16="http://schemas.microsoft.com/office/drawing/2014/main" id="{010732D7-47BB-4A9B-BA9C-290E2999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8-411">
            <a:extLst xmlns:a="http://schemas.openxmlformats.org/drawingml/2006/main">
              <a:ext uri="{FF2B5EF4-FFF2-40B4-BE49-F238E27FC236}">
                <a16:creationId xmlns:a16="http://schemas.microsoft.com/office/drawing/2014/main" id="{0D111CFD-9759-4E7E-8FD4-6598D545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เปิดเครื่อง</a:t>
            </a:r>
          </a:p>
        </p:txBody>
      </p:sp>
      <p:sp>
        <p:nvSpPr>
          <p:cNvPr id="7" name="s8-412">
            <a:extLst xmlns:a="http://schemas.openxmlformats.org/drawingml/2006/main">
              <a:ext uri="{FF2B5EF4-FFF2-40B4-BE49-F238E27FC236}">
                <a16:creationId xmlns:a16="http://schemas.microsoft.com/office/drawing/2014/main" id="{421D4E83-F1D1-4162-832C-34A246B8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8-413">
            <a:extLst xmlns:a="http://schemas.openxmlformats.org/drawingml/2006/main">
              <a:ext uri="{FF2B5EF4-FFF2-40B4-BE49-F238E27FC236}">
                <a16:creationId xmlns:a16="http://schemas.microsoft.com/office/drawing/2014/main" id="{2130D415-3DBA-4A59-A649-97303EC7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START</a:t>
            </a:r>
          </a:p>
        </p:txBody>
      </p:sp>
      <p:sp>
        <p:nvSpPr>
          <p:cNvPr id="9" name="s8-414">
            <a:extLst xmlns:a="http://schemas.openxmlformats.org/drawingml/2006/main">
              <a:ext uri="{FF2B5EF4-FFF2-40B4-BE49-F238E27FC236}">
                <a16:creationId xmlns:a16="http://schemas.microsoft.com/office/drawing/2014/main" id="{74C1DCBD-8CC2-4DD7-8472-95DEC784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8-415">
            <a:extLst xmlns:a="http://schemas.openxmlformats.org/drawingml/2006/main">
              <a:ext uri="{FF2B5EF4-FFF2-40B4-BE49-F238E27FC236}">
                <a16:creationId xmlns:a16="http://schemas.microsoft.com/office/drawing/2014/main" id="{5E7B2567-181B-4996-BF63-BD8BC16A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CLOSED หรือ HOLD</a:t>
            </a:r>
          </a:p>
        </p:txBody>
      </p:sp>
      <p:sp>
        <p:nvSpPr>
          <p:cNvPr id="11" name="s8-416">
            <a:extLst xmlns:a="http://schemas.openxmlformats.org/drawingml/2006/main">
              <a:ext uri="{FF2B5EF4-FFF2-40B4-BE49-F238E27FC236}">
                <a16:creationId xmlns:a16="http://schemas.microsoft.com/office/drawing/2014/main" id="{485D834E-B8B8-4E07-81A3-7E2CCA87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8-417">
            <a:extLst xmlns:a="http://schemas.openxmlformats.org/drawingml/2006/main">
              <a:ext uri="{FF2B5EF4-FFF2-40B4-BE49-F238E27FC236}">
                <a16:creationId xmlns:a16="http://schemas.microsoft.com/office/drawing/2014/main" id="{2959F526-6349-4CD4-8C5A-79CAEACC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8-418">
            <a:extLst xmlns:a="http://schemas.openxmlformats.org/drawingml/2006/main">
              <a:ext uri="{FF2B5EF4-FFF2-40B4-BE49-F238E27FC236}">
                <a16:creationId xmlns:a16="http://schemas.microsoft.com/office/drawing/2014/main" id="{E4A220BF-6413-4593-96C9-B77C6EEA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8-419">
            <a:extLst xmlns:a="http://schemas.openxmlformats.org/drawingml/2006/main">
              <a:ext uri="{FF2B5EF4-FFF2-40B4-BE49-F238E27FC236}">
                <a16:creationId xmlns:a16="http://schemas.microsoft.com/office/drawing/2014/main" id="{A42F7842-5A26-43C5-8060-FCA90EAB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8-420">
            <a:extLst xmlns:a="http://schemas.openxmlformats.org/drawingml/2006/main">
              <a:ext uri="{FF2B5EF4-FFF2-40B4-BE49-F238E27FC236}">
                <a16:creationId xmlns:a16="http://schemas.microsoft.com/office/drawing/2014/main" id="{E1E16237-8C33-48E8-96EA-70EE2EBE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F8H    P1 = ECH</a:t>
            </a:r>
          </a:p>
        </p:txBody>
      </p:sp>
      <p:sp>
        <p:nvSpPr>
          <p:cNvPr id="16" name="s8-421">
            <a:extLst xmlns:a="http://schemas.openxmlformats.org/drawingml/2006/main">
              <a:ext uri="{FF2B5EF4-FFF2-40B4-BE49-F238E27FC236}">
                <a16:creationId xmlns:a16="http://schemas.microsoft.com/office/drawing/2014/main" id="{E3FDA2EE-DE15-488D-8A52-0F09CB3B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ตัดแรงขับก่อนอ่านลิมิต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ลิมิตไม่ถูกต้อง ให้เข้า FAULT</a:t>
            </a:r>
          </a:p>
        </p:txBody>
      </p:sp>
      <p:sp>
        <p:nvSpPr>
          <p:cNvPr id="17" name="s8-422">
            <a:extLst xmlns:a="http://schemas.openxmlformats.org/drawingml/2006/main">
              <a:ext uri="{FF2B5EF4-FFF2-40B4-BE49-F238E27FC236}">
                <a16:creationId xmlns:a16="http://schemas.microsoft.com/office/drawing/2014/main" id="{699287D7-6E07-4F59-B30B-9EA1EB6A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รอให้สัญญาณนิ่ง 20 ms</a:t>
            </a:r>
          </a:p>
        </p:txBody>
      </p:sp>
      <p:sp>
        <p:nvSpPr>
          <p:cNvPr id="18" name="s8-423">
            <a:extLst xmlns:a="http://schemas.openxmlformats.org/drawingml/2006/main">
              <a:ext uri="{FF2B5EF4-FFF2-40B4-BE49-F238E27FC236}">
                <a16:creationId xmlns:a16="http://schemas.microsoft.com/office/drawing/2014/main" id="{C73AF676-A07A-4B6A-BBAF-2654EBB7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8-424">
            <a:extLst xmlns:a="http://schemas.openxmlformats.org/drawingml/2006/main">
              <a:ext uri="{FF2B5EF4-FFF2-40B4-BE49-F238E27FC236}">
                <a16:creationId xmlns:a16="http://schemas.microsoft.com/office/drawing/2014/main" id="{2A019AD9-E0FE-4307-B0EC-D867F4FC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โค้ดเริ่มต้นระบบและตรวจสอบลิมิต (START)</a:t>
            </a:r>
          </a:p>
        </p:txBody>
      </p:sp>
      <p:sp>
        <p:nvSpPr>
          <p:cNvPr id="20" name="s8-425">
            <a:extLst xmlns:a="http://schemas.openxmlformats.org/drawingml/2006/main">
              <a:ext uri="{FF2B5EF4-FFF2-40B4-BE49-F238E27FC236}">
                <a16:creationId xmlns:a16="http://schemas.microsoft.com/office/drawing/2014/main" id="{225B3787-0106-4B74-BD48-1741482B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8-426">
            <a:extLst xmlns:a="http://schemas.openxmlformats.org/drawingml/2006/main">
              <a:ext uri="{FF2B5EF4-FFF2-40B4-BE49-F238E27FC236}">
                <a16:creationId xmlns:a16="http://schemas.microsoft.com/office/drawing/2014/main" id="{24EAC6AB-A7F7-4341-B6AA-EF17BE24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START:</a:t>
            </a:r>
          </a:p>
        </p:txBody>
      </p:sp>
      <p:sp>
        <p:nvSpPr>
          <p:cNvPr id="22" name="s8-427">
            <a:extLst xmlns:a="http://schemas.openxmlformats.org/drawingml/2006/main">
              <a:ext uri="{FF2B5EF4-FFF2-40B4-BE49-F238E27FC236}">
                <a16:creationId xmlns:a16="http://schemas.microsoft.com/office/drawing/2014/main" id="{6CD2B539-F00A-45DE-9885-F3709B00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52315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P2,#0FFH</a:t>
            </a:r>
          </a:p>
        </p:txBody>
      </p:sp>
      <p:sp>
        <p:nvSpPr>
          <p:cNvPr id="23" name="s8-428">
            <a:extLst xmlns:a="http://schemas.openxmlformats.org/drawingml/2006/main">
              <a:ext uri="{FF2B5EF4-FFF2-40B4-BE49-F238E27FC236}">
                <a16:creationId xmlns:a16="http://schemas.microsoft.com/office/drawing/2014/main" id="{22E3B147-05D6-4403-BCDA-C665F423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47029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24" name="s8-429">
            <a:extLst xmlns:a="http://schemas.openxmlformats.org/drawingml/2006/main">
              <a:ext uri="{FF2B5EF4-FFF2-40B4-BE49-F238E27FC236}">
                <a16:creationId xmlns:a16="http://schemas.microsoft.com/office/drawing/2014/main" id="{09AC7E61-44B9-4E40-BAEA-744EA3EF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41744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P1,#0ECH</a:t>
            </a:r>
          </a:p>
        </p:txBody>
      </p:sp>
      <p:sp>
        <p:nvSpPr>
          <p:cNvPr id="25" name="s8-430">
            <a:extLst xmlns:a="http://schemas.openxmlformats.org/drawingml/2006/main">
              <a:ext uri="{FF2B5EF4-FFF2-40B4-BE49-F238E27FC236}">
                <a16:creationId xmlns:a16="http://schemas.microsoft.com/office/drawing/2014/main" id="{4265AB8D-FFA6-4D4D-9FCC-F20C3CC8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36459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P0,#0F8H</a:t>
            </a:r>
          </a:p>
        </p:txBody>
      </p:sp>
      <p:sp>
        <p:nvSpPr>
          <p:cNvPr id="26" name="s8-431">
            <a:extLst xmlns:a="http://schemas.openxmlformats.org/drawingml/2006/main">
              <a:ext uri="{FF2B5EF4-FFF2-40B4-BE49-F238E27FC236}">
                <a16:creationId xmlns:a16="http://schemas.microsoft.com/office/drawing/2014/main" id="{1EEBB6A6-2B42-469E-B598-66A67B07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31174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TMOD,#01H</a:t>
            </a:r>
          </a:p>
        </p:txBody>
      </p:sp>
      <p:sp>
        <p:nvSpPr>
          <p:cNvPr id="27" name="s8-432">
            <a:extLst xmlns:a="http://schemas.openxmlformats.org/drawingml/2006/main">
              <a:ext uri="{FF2B5EF4-FFF2-40B4-BE49-F238E27FC236}">
                <a16:creationId xmlns:a16="http://schemas.microsoft.com/office/drawing/2014/main" id="{5083177F-06ED-447E-A804-4CEF7D4E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25888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28" name="s8-433">
            <a:extLst xmlns:a="http://schemas.openxmlformats.org/drawingml/2006/main">
              <a:ext uri="{FF2B5EF4-FFF2-40B4-BE49-F238E27FC236}">
                <a16:creationId xmlns:a16="http://schemas.microsoft.com/office/drawing/2014/main" id="{8A7C7F27-825A-43C3-8CFA-379D80DF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20603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P2.7,StartFault</a:t>
            </a:r>
          </a:p>
        </p:txBody>
      </p:sp>
      <p:sp>
        <p:nvSpPr>
          <p:cNvPr id="29" name="s8-434">
            <a:extLst xmlns:a="http://schemas.openxmlformats.org/drawingml/2006/main">
              <a:ext uri="{FF2B5EF4-FFF2-40B4-BE49-F238E27FC236}">
                <a16:creationId xmlns:a16="http://schemas.microsoft.com/office/drawing/2014/main" id="{393A7E1F-3432-41D4-BC5C-AF694296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15318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P2.3,StartOpen</a:t>
            </a:r>
          </a:p>
        </p:txBody>
      </p:sp>
      <p:sp>
        <p:nvSpPr>
          <p:cNvPr id="30" name="s8-435">
            <a:extLst xmlns:a="http://schemas.openxmlformats.org/drawingml/2006/main">
              <a:ext uri="{FF2B5EF4-FFF2-40B4-BE49-F238E27FC236}">
                <a16:creationId xmlns:a16="http://schemas.microsoft.com/office/drawing/2014/main" id="{5FD80DDD-3538-423C-A45D-FB3DFE87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310032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P2.4,StartClosed</a:t>
            </a:r>
          </a:p>
        </p:txBody>
      </p:sp>
      <p:sp>
        <p:nvSpPr>
          <p:cNvPr id="31" name="s8-436">
            <a:extLst xmlns:a="http://schemas.openxmlformats.org/drawingml/2006/main">
              <a:ext uri="{FF2B5EF4-FFF2-40B4-BE49-F238E27FC236}">
                <a16:creationId xmlns:a16="http://schemas.microsoft.com/office/drawing/2014/main" id="{B54667B2-BDA5-4BE8-A37A-F8A748F5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604747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StartFault:</a:t>
            </a:r>
          </a:p>
        </p:txBody>
      </p:sp>
      <p:sp>
        <p:nvSpPr>
          <p:cNvPr id="32" name="s8-437">
            <a:extLst xmlns:a="http://schemas.openxmlformats.org/drawingml/2006/main">
              <a:ext uri="{FF2B5EF4-FFF2-40B4-BE49-F238E27FC236}">
                <a16:creationId xmlns:a16="http://schemas.microsoft.com/office/drawing/2014/main" id="{D08A43C2-8C24-4B06-8195-A79A1AF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899462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33" name="s8-438">
            <a:extLst xmlns:a="http://schemas.openxmlformats.org/drawingml/2006/main">
              <a:ext uri="{FF2B5EF4-FFF2-40B4-BE49-F238E27FC236}">
                <a16:creationId xmlns:a16="http://schemas.microsoft.com/office/drawing/2014/main" id="{094AFF0A-AB52-42E6-84BC-C301BBF6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194176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StartOpen:</a:t>
            </a:r>
          </a:p>
        </p:txBody>
      </p:sp>
      <p:sp>
        <p:nvSpPr>
          <p:cNvPr id="34" name="s8-439">
            <a:extLst xmlns:a="http://schemas.openxmlformats.org/drawingml/2006/main">
              <a:ext uri="{FF2B5EF4-FFF2-40B4-BE49-F238E27FC236}">
                <a16:creationId xmlns:a16="http://schemas.microsoft.com/office/drawing/2014/main" id="{EEE684BD-FE29-4A36-A520-FA466F58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88891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P2.4,StartFault</a:t>
            </a:r>
          </a:p>
        </p:txBody>
      </p:sp>
      <p:sp>
        <p:nvSpPr>
          <p:cNvPr id="35" name="s8-440">
            <a:extLst xmlns:a="http://schemas.openxmlformats.org/drawingml/2006/main">
              <a:ext uri="{FF2B5EF4-FFF2-40B4-BE49-F238E27FC236}">
                <a16:creationId xmlns:a16="http://schemas.microsoft.com/office/drawing/2014/main" id="{54D36386-8666-4CBF-A3B2-2BBF9131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783606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HoldState</a:t>
            </a:r>
          </a:p>
        </p:txBody>
      </p:sp>
      <p:sp>
        <p:nvSpPr>
          <p:cNvPr id="36" name="s8-441">
            <a:extLst xmlns:a="http://schemas.openxmlformats.org/drawingml/2006/main">
              <a:ext uri="{FF2B5EF4-FFF2-40B4-BE49-F238E27FC236}">
                <a16:creationId xmlns:a16="http://schemas.microsoft.com/office/drawing/2014/main" id="{20ECADE4-27D4-489A-BDF9-37030DBE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078321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StartClosed:</a:t>
            </a:r>
          </a:p>
        </p:txBody>
      </p:sp>
      <p:sp>
        <p:nvSpPr>
          <p:cNvPr id="37" name="s8-442">
            <a:extLst xmlns:a="http://schemas.openxmlformats.org/drawingml/2006/main">
              <a:ext uri="{FF2B5EF4-FFF2-40B4-BE49-F238E27FC236}">
                <a16:creationId xmlns:a16="http://schemas.microsoft.com/office/drawing/2014/main" id="{8429C04D-3FE1-4F6E-BA1F-9A58A1032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373035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ClosedState</a:t>
            </a:r>
          </a:p>
        </p:txBody>
      </p:sp>
    </p:spTree>
    <p:extLst>
      <p:ext uri="{BB962C8B-B14F-4D97-AF65-F5344CB8AC3E}">
        <p14:creationId xmlns:p14="http://schemas.microsoft.com/office/powerpoint/2010/main" val="1559802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9-443">
            <a:extLst xmlns:a="http://schemas.openxmlformats.org/drawingml/2006/main">
              <a:ext uri="{FF2B5EF4-FFF2-40B4-BE49-F238E27FC236}">
                <a16:creationId xmlns:a16="http://schemas.microsoft.com/office/drawing/2014/main" id="{BF5C4554-1B8E-4D52-B755-FAE7E2AF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ซับรูทีนหน่วงเวลา 20 ms</a:t>
            </a:r>
          </a:p>
        </p:txBody>
      </p:sp>
      <p:sp>
        <p:nvSpPr>
          <p:cNvPr id="2" name="s9-444">
            <a:extLst xmlns:a="http://schemas.openxmlformats.org/drawingml/2006/main">
              <a:ext uri="{FF2B5EF4-FFF2-40B4-BE49-F238E27FC236}">
                <a16:creationId xmlns:a16="http://schemas.microsoft.com/office/drawing/2014/main" id="{E8F1F129-0D99-4D36-9BBF-66DC9096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การทำงานของฐานเวลาหน่วง 20 ms ด้วย Timer 0 (12 MHz, 12 Clocks)</a:t>
            </a:r>
          </a:p>
        </p:txBody>
      </p:sp>
      <p:sp>
        <p:nvSpPr>
          <p:cNvPr id="3" name="s9-445">
            <a:extLst xmlns:a="http://schemas.openxmlformats.org/drawingml/2006/main">
              <a:ext uri="{FF2B5EF4-FFF2-40B4-BE49-F238E27FC236}">
                <a16:creationId xmlns:a16="http://schemas.microsoft.com/office/drawing/2014/main" id="{CB01D7EC-F637-4528-A268-DC19E254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9-446">
            <a:extLst xmlns:a="http://schemas.openxmlformats.org/drawingml/2006/main">
              <a:ext uri="{FF2B5EF4-FFF2-40B4-BE49-F238E27FC236}">
                <a16:creationId xmlns:a16="http://schemas.microsoft.com/office/drawing/2014/main" id="{8F924C84-2BAE-4A54-A30D-B44388A4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5" name="s9-447">
            <a:extLst xmlns:a="http://schemas.openxmlformats.org/drawingml/2006/main">
              <a:ext uri="{FF2B5EF4-FFF2-40B4-BE49-F238E27FC236}">
                <a16:creationId xmlns:a16="http://schemas.microsoft.com/office/drawing/2014/main" id="{DF08E77A-CCD7-435B-AA02-4E603B8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4797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9-448">
            <a:extLst xmlns:a="http://schemas.openxmlformats.org/drawingml/2006/main">
              <a:ext uri="{FF2B5EF4-FFF2-40B4-BE49-F238E27FC236}">
                <a16:creationId xmlns:a16="http://schemas.microsoft.com/office/drawing/2014/main" id="{6E3C966E-009C-454B-9BC2-548E4F32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4705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CALL Delay</a:t>
            </a:r>
          </a:p>
        </p:txBody>
      </p:sp>
      <p:sp>
        <p:nvSpPr>
          <p:cNvPr id="7" name="s9-449">
            <a:extLst xmlns:a="http://schemas.openxmlformats.org/drawingml/2006/main">
              <a:ext uri="{FF2B5EF4-FFF2-40B4-BE49-F238E27FC236}">
                <a16:creationId xmlns:a16="http://schemas.microsoft.com/office/drawing/2014/main" id="{501A52AF-C315-419E-95DB-C773383C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67225"/>
            <a:ext cx="4857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9-450">
            <a:extLst xmlns:a="http://schemas.openxmlformats.org/drawingml/2006/main">
              <a:ext uri="{FF2B5EF4-FFF2-40B4-BE49-F238E27FC236}">
                <a16:creationId xmlns:a16="http://schemas.microsoft.com/office/drawing/2014/main" id="{914B2123-2A91-4271-9AD4-FC1EEDF7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24375"/>
            <a:ext cx="4705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Timer 0 นับครบ</a:t>
            </a:r>
          </a:p>
        </p:txBody>
      </p:sp>
      <p:sp>
        <p:nvSpPr>
          <p:cNvPr id="9" name="s9-451">
            <a:extLst xmlns:a="http://schemas.openxmlformats.org/drawingml/2006/main">
              <a:ext uri="{FF2B5EF4-FFF2-40B4-BE49-F238E27FC236}">
                <a16:creationId xmlns:a16="http://schemas.microsoft.com/office/drawing/2014/main" id="{C4A009F1-E945-456A-BD1E-1EB7B645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62675"/>
            <a:ext cx="485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9-452">
            <a:extLst xmlns:a="http://schemas.openxmlformats.org/drawingml/2006/main">
              <a:ext uri="{FF2B5EF4-FFF2-40B4-BE49-F238E27FC236}">
                <a16:creationId xmlns:a16="http://schemas.microsoft.com/office/drawing/2014/main" id="{B5783CD1-9984-4BE0-9524-2C9655F9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19825"/>
            <a:ext cx="4705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RET กลับไปทำงานต่อ</a:t>
            </a:r>
          </a:p>
        </p:txBody>
      </p:sp>
      <p:sp>
        <p:nvSpPr>
          <p:cNvPr id="11" name="s9-453">
            <a:extLst xmlns:a="http://schemas.openxmlformats.org/drawingml/2006/main">
              <a:ext uri="{FF2B5EF4-FFF2-40B4-BE49-F238E27FC236}">
                <a16:creationId xmlns:a16="http://schemas.microsoft.com/office/drawing/2014/main" id="{43DEE35D-8B40-4848-A6E4-B6FD5FD4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90925"/>
            <a:ext cx="95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9-454">
            <a:extLst xmlns:a="http://schemas.openxmlformats.org/drawingml/2006/main">
              <a:ext uri="{FF2B5EF4-FFF2-40B4-BE49-F238E27FC236}">
                <a16:creationId xmlns:a16="http://schemas.microsoft.com/office/drawing/2014/main" id="{5872E46A-F439-44AB-AB82-CD8215E9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410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9-455">
            <a:extLst xmlns:a="http://schemas.openxmlformats.org/drawingml/2006/main">
              <a:ext uri="{FF2B5EF4-FFF2-40B4-BE49-F238E27FC236}">
                <a16:creationId xmlns:a16="http://schemas.microsoft.com/office/drawing/2014/main" id="{7A0B8036-43D3-4D2C-B3F2-86F35A43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286375"/>
            <a:ext cx="95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9-456">
            <a:extLst xmlns:a="http://schemas.openxmlformats.org/drawingml/2006/main">
              <a:ext uri="{FF2B5EF4-FFF2-40B4-BE49-F238E27FC236}">
                <a16:creationId xmlns:a16="http://schemas.microsoft.com/office/drawing/2014/main" id="{EE566A33-4AE4-4A23-A4FB-08E226B2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6105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9-457">
            <a:extLst xmlns:a="http://schemas.openxmlformats.org/drawingml/2006/main">
              <a:ext uri="{FF2B5EF4-FFF2-40B4-BE49-F238E27FC236}">
                <a16:creationId xmlns:a16="http://schemas.microsoft.com/office/drawing/2014/main" id="{D3F3762C-40E5-49EA-9FF0-17F93274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448550"/>
            <a:ext cx="54673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ค่าเริ่มนับ B1E0H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65536 − 20000 = 45536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นับ 20000 รอบ รอบละ 1 µs</a:t>
            </a:r>
          </a:p>
        </p:txBody>
      </p:sp>
      <p:sp>
        <p:nvSpPr>
          <p:cNvPr id="16" name="s9-458">
            <a:extLst xmlns:a="http://schemas.openxmlformats.org/drawingml/2006/main">
              <a:ext uri="{FF2B5EF4-FFF2-40B4-BE49-F238E27FC236}">
                <a16:creationId xmlns:a16="http://schemas.microsoft.com/office/drawing/2014/main" id="{B4E1A323-0C8F-44B3-869E-D36C3285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7" name="s9-459">
            <a:extLst xmlns:a="http://schemas.openxmlformats.org/drawingml/2006/main">
              <a:ext uri="{FF2B5EF4-FFF2-40B4-BE49-F238E27FC236}">
                <a16:creationId xmlns:a16="http://schemas.microsoft.com/office/drawing/2014/main" id="{CE9AF962-472B-496E-A1A9-0BF2B299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ซับรูทีนหน่วงเวลา Delay (20 ms)</a:t>
            </a:r>
          </a:p>
        </p:txBody>
      </p:sp>
      <p:sp>
        <p:nvSpPr>
          <p:cNvPr id="18" name="s9-460">
            <a:extLst xmlns:a="http://schemas.openxmlformats.org/drawingml/2006/main">
              <a:ext uri="{FF2B5EF4-FFF2-40B4-BE49-F238E27FC236}">
                <a16:creationId xmlns:a16="http://schemas.microsoft.com/office/drawing/2014/main" id="{B355873C-428C-441E-8FED-87E77F0B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19" name="s9-461">
            <a:extLst xmlns:a="http://schemas.openxmlformats.org/drawingml/2006/main">
              <a:ext uri="{FF2B5EF4-FFF2-40B4-BE49-F238E27FC236}">
                <a16:creationId xmlns:a16="http://schemas.microsoft.com/office/drawing/2014/main" id="{977A36B7-4272-4756-BF70-DD8D7BB3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Delay:</a:t>
            </a:r>
          </a:p>
        </p:txBody>
      </p:sp>
      <p:sp>
        <p:nvSpPr>
          <p:cNvPr id="20" name="s9-462">
            <a:extLst xmlns:a="http://schemas.openxmlformats.org/drawingml/2006/main">
              <a:ext uri="{FF2B5EF4-FFF2-40B4-BE49-F238E27FC236}">
                <a16:creationId xmlns:a16="http://schemas.microsoft.com/office/drawing/2014/main" id="{B7B6A851-2376-437C-AF8E-5E10A0CC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CLR  TR0</a:t>
            </a:r>
          </a:p>
        </p:txBody>
      </p:sp>
      <p:sp>
        <p:nvSpPr>
          <p:cNvPr id="21" name="s9-463">
            <a:extLst xmlns:a="http://schemas.openxmlformats.org/drawingml/2006/main">
              <a:ext uri="{FF2B5EF4-FFF2-40B4-BE49-F238E27FC236}">
                <a16:creationId xmlns:a16="http://schemas.microsoft.com/office/drawing/2014/main" id="{73890C61-FA8E-4BFD-BAC6-EBE4ED99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TH0,#0B1H</a:t>
            </a:r>
          </a:p>
        </p:txBody>
      </p:sp>
      <p:sp>
        <p:nvSpPr>
          <p:cNvPr id="22" name="s9-464">
            <a:extLst xmlns:a="http://schemas.openxmlformats.org/drawingml/2006/main">
              <a:ext uri="{FF2B5EF4-FFF2-40B4-BE49-F238E27FC236}">
                <a16:creationId xmlns:a16="http://schemas.microsoft.com/office/drawing/2014/main" id="{09E84E92-E708-442D-8234-878276C5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TL0,#0E0H</a:t>
            </a:r>
          </a:p>
        </p:txBody>
      </p:sp>
      <p:sp>
        <p:nvSpPr>
          <p:cNvPr id="23" name="s9-465">
            <a:extLst xmlns:a="http://schemas.openxmlformats.org/drawingml/2006/main">
              <a:ext uri="{FF2B5EF4-FFF2-40B4-BE49-F238E27FC236}">
                <a16:creationId xmlns:a16="http://schemas.microsoft.com/office/drawing/2014/main" id="{D399E25E-955C-4AC0-A091-83B1F023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76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CLR  TF0</a:t>
            </a:r>
          </a:p>
        </p:txBody>
      </p:sp>
      <p:sp>
        <p:nvSpPr>
          <p:cNvPr id="24" name="s9-466">
            <a:extLst xmlns:a="http://schemas.openxmlformats.org/drawingml/2006/main">
              <a:ext uri="{FF2B5EF4-FFF2-40B4-BE49-F238E27FC236}">
                <a16:creationId xmlns:a16="http://schemas.microsoft.com/office/drawing/2014/main" id="{E34A823C-6684-4CE8-97F7-CE59189D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81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TR0</a:t>
            </a:r>
          </a:p>
        </p:txBody>
      </p:sp>
      <p:sp>
        <p:nvSpPr>
          <p:cNvPr id="25" name="s9-467">
            <a:extLst xmlns:a="http://schemas.openxmlformats.org/drawingml/2006/main">
              <a:ext uri="{FF2B5EF4-FFF2-40B4-BE49-F238E27FC236}">
                <a16:creationId xmlns:a16="http://schemas.microsoft.com/office/drawing/2014/main" id="{862CE9FF-0A98-4F02-A7D3-596515ED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86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DelayWait:</a:t>
            </a:r>
          </a:p>
        </p:txBody>
      </p:sp>
      <p:sp>
        <p:nvSpPr>
          <p:cNvPr id="26" name="s9-468">
            <a:extLst xmlns:a="http://schemas.openxmlformats.org/drawingml/2006/main">
              <a:ext uri="{FF2B5EF4-FFF2-40B4-BE49-F238E27FC236}">
                <a16:creationId xmlns:a16="http://schemas.microsoft.com/office/drawing/2014/main" id="{F6E09494-7DA2-448A-99DD-5B6458CF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TF0,DelayWait</a:t>
            </a:r>
          </a:p>
        </p:txBody>
      </p:sp>
      <p:sp>
        <p:nvSpPr>
          <p:cNvPr id="27" name="s9-469">
            <a:extLst xmlns:a="http://schemas.openxmlformats.org/drawingml/2006/main">
              <a:ext uri="{FF2B5EF4-FFF2-40B4-BE49-F238E27FC236}">
                <a16:creationId xmlns:a16="http://schemas.microsoft.com/office/drawing/2014/main" id="{6BE9A8D4-346F-4CDC-B92A-0DABCE63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96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CLR  TR0</a:t>
            </a:r>
          </a:p>
        </p:txBody>
      </p:sp>
      <p:sp>
        <p:nvSpPr>
          <p:cNvPr id="28" name="s9-470">
            <a:extLst xmlns:a="http://schemas.openxmlformats.org/drawingml/2006/main">
              <a:ext uri="{FF2B5EF4-FFF2-40B4-BE49-F238E27FC236}">
                <a16:creationId xmlns:a16="http://schemas.microsoft.com/office/drawing/2014/main" id="{DE49396D-205B-44C9-8D8C-F1E03C8C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00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CLR  TF0</a:t>
            </a:r>
          </a:p>
        </p:txBody>
      </p:sp>
      <p:sp>
        <p:nvSpPr>
          <p:cNvPr id="29" name="s9-471">
            <a:extLst xmlns:a="http://schemas.openxmlformats.org/drawingml/2006/main">
              <a:ext uri="{FF2B5EF4-FFF2-40B4-BE49-F238E27FC236}">
                <a16:creationId xmlns:a16="http://schemas.microsoft.com/office/drawing/2014/main" id="{454F8D22-4E8F-4586-A99A-5D7B7BEF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05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RET</a:t>
            </a:r>
          </a:p>
        </p:txBody>
      </p:sp>
    </p:spTree>
    <p:extLst>
      <p:ext uri="{BB962C8B-B14F-4D97-AF65-F5344CB8AC3E}">
        <p14:creationId xmlns:p14="http://schemas.microsoft.com/office/powerpoint/2010/main" val="13840126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10-472">
            <a:extLst xmlns:a="http://schemas.openxmlformats.org/drawingml/2006/main">
              <a:ext uri="{FF2B5EF4-FFF2-40B4-BE49-F238E27FC236}">
                <a16:creationId xmlns:a16="http://schemas.microsoft.com/office/drawing/2014/main" id="{29DE02EC-3283-4908-925D-447063F3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ประตูปิดสนิท</a:t>
            </a:r>
          </a:p>
        </p:txBody>
      </p:sp>
      <p:sp>
        <p:nvSpPr>
          <p:cNvPr id="2" name="s10-473">
            <a:extLst xmlns:a="http://schemas.openxmlformats.org/drawingml/2006/main">
              <a:ext uri="{FF2B5EF4-FFF2-40B4-BE49-F238E27FC236}">
                <a16:creationId xmlns:a16="http://schemas.microsoft.com/office/drawing/2014/main" id="{24CBF5CC-1FAD-41A7-BE1E-3EC3B1A3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การทำงานในสถานะ CLOSED (ประตูปิดสนิท)</a:t>
            </a:r>
          </a:p>
        </p:txBody>
      </p:sp>
      <p:sp>
        <p:nvSpPr>
          <p:cNvPr id="3" name="s10-474">
            <a:extLst xmlns:a="http://schemas.openxmlformats.org/drawingml/2006/main">
              <a:ext uri="{FF2B5EF4-FFF2-40B4-BE49-F238E27FC236}">
                <a16:creationId xmlns:a16="http://schemas.microsoft.com/office/drawing/2014/main" id="{272D70A8-F5DE-4039-99C2-94FB07C2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0-475">
            <a:extLst xmlns:a="http://schemas.openxmlformats.org/drawingml/2006/main">
              <a:ext uri="{FF2B5EF4-FFF2-40B4-BE49-F238E27FC236}">
                <a16:creationId xmlns:a16="http://schemas.microsoft.com/office/drawing/2014/main" id="{FFE5610F-4250-429A-BB4A-5DBE8022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5" name="s10-476">
            <a:extLst xmlns:a="http://schemas.openxmlformats.org/drawingml/2006/main">
              <a:ext uri="{FF2B5EF4-FFF2-40B4-BE49-F238E27FC236}">
                <a16:creationId xmlns:a16="http://schemas.microsoft.com/office/drawing/2014/main" id="{7F94AD10-C62F-497D-B5E6-9585A512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0-477">
            <a:extLst xmlns:a="http://schemas.openxmlformats.org/drawingml/2006/main">
              <a:ext uri="{FF2B5EF4-FFF2-40B4-BE49-F238E27FC236}">
                <a16:creationId xmlns:a16="http://schemas.microsoft.com/office/drawing/2014/main" id="{3747EEFA-F0CB-4F23-94B3-7764E6A4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START หรือ CLOSING</a:t>
            </a:r>
          </a:p>
        </p:txBody>
      </p:sp>
      <p:sp>
        <p:nvSpPr>
          <p:cNvPr id="7" name="s10-478">
            <a:extLst xmlns:a="http://schemas.openxmlformats.org/drawingml/2006/main">
              <a:ext uri="{FF2B5EF4-FFF2-40B4-BE49-F238E27FC236}">
                <a16:creationId xmlns:a16="http://schemas.microsoft.com/office/drawing/2014/main" id="{5256877D-BEEF-41B5-8B2E-51D85994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10-479">
            <a:extLst xmlns:a="http://schemas.openxmlformats.org/drawingml/2006/main">
              <a:ext uri="{FF2B5EF4-FFF2-40B4-BE49-F238E27FC236}">
                <a16:creationId xmlns:a16="http://schemas.microsoft.com/office/drawing/2014/main" id="{AE4CF8CA-A3D6-4203-BF11-7A6B3D6D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CLOSED</a:t>
            </a:r>
          </a:p>
        </p:txBody>
      </p:sp>
      <p:sp>
        <p:nvSpPr>
          <p:cNvPr id="9" name="s10-480">
            <a:extLst xmlns:a="http://schemas.openxmlformats.org/drawingml/2006/main">
              <a:ext uri="{FF2B5EF4-FFF2-40B4-BE49-F238E27FC236}">
                <a16:creationId xmlns:a16="http://schemas.microsoft.com/office/drawing/2014/main" id="{AAC21207-F969-4CAA-A106-7D6BF4A2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10-481">
            <a:extLst xmlns:a="http://schemas.openxmlformats.org/drawingml/2006/main">
              <a:ext uri="{FF2B5EF4-FFF2-40B4-BE49-F238E27FC236}">
                <a16:creationId xmlns:a16="http://schemas.microsoft.com/office/drawing/2014/main" id="{8972378B-A840-4F35-AEC8-2D5045C4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OPENING</a:t>
            </a:r>
          </a:p>
        </p:txBody>
      </p:sp>
      <p:sp>
        <p:nvSpPr>
          <p:cNvPr id="11" name="s10-482">
            <a:extLst xmlns:a="http://schemas.openxmlformats.org/drawingml/2006/main">
              <a:ext uri="{FF2B5EF4-FFF2-40B4-BE49-F238E27FC236}">
                <a16:creationId xmlns:a16="http://schemas.microsoft.com/office/drawing/2014/main" id="{3349752E-310A-4DAF-8891-AD9901AD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0-483">
            <a:extLst xmlns:a="http://schemas.openxmlformats.org/drawingml/2006/main">
              <a:ext uri="{FF2B5EF4-FFF2-40B4-BE49-F238E27FC236}">
                <a16:creationId xmlns:a16="http://schemas.microsoft.com/office/drawing/2014/main" id="{516C9C2B-9B21-4108-8B87-03F2D538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0-484">
            <a:extLst xmlns:a="http://schemas.openxmlformats.org/drawingml/2006/main">
              <a:ext uri="{FF2B5EF4-FFF2-40B4-BE49-F238E27FC236}">
                <a16:creationId xmlns:a16="http://schemas.microsoft.com/office/drawing/2014/main" id="{98EA69C2-47C3-46C7-BEF0-B0F26C66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10-485">
            <a:extLst xmlns:a="http://schemas.openxmlformats.org/drawingml/2006/main">
              <a:ext uri="{FF2B5EF4-FFF2-40B4-BE49-F238E27FC236}">
                <a16:creationId xmlns:a16="http://schemas.microsoft.com/office/drawing/2014/main" id="{64B620C5-3428-4CC3-A331-895B2D4C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0-486">
            <a:extLst xmlns:a="http://schemas.openxmlformats.org/drawingml/2006/main">
              <a:ext uri="{FF2B5EF4-FFF2-40B4-BE49-F238E27FC236}">
                <a16:creationId xmlns:a16="http://schemas.microsoft.com/office/drawing/2014/main" id="{380E25BC-B363-4C8C-B5E8-0D627E5F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F9H    P1 = FCH</a:t>
            </a:r>
          </a:p>
        </p:txBody>
      </p:sp>
      <p:sp>
        <p:nvSpPr>
          <p:cNvPr id="16" name="s10-487">
            <a:extLst xmlns:a="http://schemas.openxmlformats.org/drawingml/2006/main">
              <a:ext uri="{FF2B5EF4-FFF2-40B4-BE49-F238E27FC236}">
                <a16:creationId xmlns:a16="http://schemas.microsoft.com/office/drawing/2014/main" id="{B19438E6-219A-494B-A723-4DD6962B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มอเตอร์หยุด ไฟและเสียงดับ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รับคำสั่งจากปุ่มทั้งสองฝั่ง</a:t>
            </a:r>
          </a:p>
        </p:txBody>
      </p:sp>
      <p:sp>
        <p:nvSpPr>
          <p:cNvPr id="17" name="s10-488">
            <a:extLst xmlns:a="http://schemas.openxmlformats.org/drawingml/2006/main">
              <a:ext uri="{FF2B5EF4-FFF2-40B4-BE49-F238E27FC236}">
                <a16:creationId xmlns:a16="http://schemas.microsoft.com/office/drawing/2014/main" id="{27C7A6E8-4E14-42E8-A9F6-50CC88B0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หยุด 200 ms และกรองปุ่ม 20 ms</a:t>
            </a:r>
          </a:p>
        </p:txBody>
      </p:sp>
      <p:sp>
        <p:nvSpPr>
          <p:cNvPr id="18" name="s10-489">
            <a:extLst xmlns:a="http://schemas.openxmlformats.org/drawingml/2006/main">
              <a:ext uri="{FF2B5EF4-FFF2-40B4-BE49-F238E27FC236}">
                <a16:creationId xmlns:a16="http://schemas.microsoft.com/office/drawing/2014/main" id="{5066BBF6-AC69-472F-AF22-C9FB42DB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10-490">
            <a:extLst xmlns:a="http://schemas.openxmlformats.org/drawingml/2006/main">
              <a:ext uri="{FF2B5EF4-FFF2-40B4-BE49-F238E27FC236}">
                <a16:creationId xmlns:a16="http://schemas.microsoft.com/office/drawing/2014/main" id="{B3EEB300-550C-4C69-B1A4-31FF3A1B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โค้ดส่วนสำคัญของสถานะ CLOSED</a:t>
            </a:r>
          </a:p>
        </p:txBody>
      </p:sp>
      <p:sp>
        <p:nvSpPr>
          <p:cNvPr id="20" name="s10-491">
            <a:extLst xmlns:a="http://schemas.openxmlformats.org/drawingml/2006/main">
              <a:ext uri="{FF2B5EF4-FFF2-40B4-BE49-F238E27FC236}">
                <a16:creationId xmlns:a16="http://schemas.microsoft.com/office/drawing/2014/main" id="{3CCB4F27-9D57-413B-8BF5-50577821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10-492">
            <a:extLst xmlns:a="http://schemas.openxmlformats.org/drawingml/2006/main">
              <a:ext uri="{FF2B5EF4-FFF2-40B4-BE49-F238E27FC236}">
                <a16:creationId xmlns:a16="http://schemas.microsoft.com/office/drawing/2014/main" id="{417B6C72-B69D-45AC-B15F-5C14324B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ClosedLoop:</a:t>
            </a:r>
          </a:p>
        </p:txBody>
      </p:sp>
      <p:sp>
        <p:nvSpPr>
          <p:cNvPr id="22" name="s10-493">
            <a:extLst xmlns:a="http://schemas.openxmlformats.org/drawingml/2006/main">
              <a:ext uri="{FF2B5EF4-FFF2-40B4-BE49-F238E27FC236}">
                <a16:creationId xmlns:a16="http://schemas.microsoft.com/office/drawing/2014/main" id="{06E3CDA0-C5E8-4EB3-8B7F-8FD40BEC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P2.7,ClosedFault</a:t>
            </a:r>
          </a:p>
        </p:txBody>
      </p:sp>
      <p:sp>
        <p:nvSpPr>
          <p:cNvPr id="23" name="s10-494">
            <a:extLst xmlns:a="http://schemas.openxmlformats.org/drawingml/2006/main">
              <a:ext uri="{FF2B5EF4-FFF2-40B4-BE49-F238E27FC236}">
                <a16:creationId xmlns:a16="http://schemas.microsoft.com/office/drawing/2014/main" id="{9F93BD1D-2763-42F8-9343-2256FACC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P2.4,ClosedFault</a:t>
            </a:r>
          </a:p>
        </p:txBody>
      </p:sp>
      <p:sp>
        <p:nvSpPr>
          <p:cNvPr id="24" name="s10-495">
            <a:extLst xmlns:a="http://schemas.openxmlformats.org/drawingml/2006/main">
              <a:ext uri="{FF2B5EF4-FFF2-40B4-BE49-F238E27FC236}">
                <a16:creationId xmlns:a16="http://schemas.microsoft.com/office/drawing/2014/main" id="{F7FDC456-5D93-46BA-9576-12D21AA2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P2.0,ClosedPress</a:t>
            </a:r>
          </a:p>
        </p:txBody>
      </p:sp>
      <p:sp>
        <p:nvSpPr>
          <p:cNvPr id="25" name="s10-496">
            <a:extLst xmlns:a="http://schemas.openxmlformats.org/drawingml/2006/main">
              <a:ext uri="{FF2B5EF4-FFF2-40B4-BE49-F238E27FC236}">
                <a16:creationId xmlns:a16="http://schemas.microsoft.com/office/drawing/2014/main" id="{D488DAEE-9916-4898-82C2-500E1830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76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P2.1,ClosedPress</a:t>
            </a:r>
          </a:p>
        </p:txBody>
      </p:sp>
      <p:sp>
        <p:nvSpPr>
          <p:cNvPr id="26" name="s10-497">
            <a:extLst xmlns:a="http://schemas.openxmlformats.org/drawingml/2006/main">
              <a:ext uri="{FF2B5EF4-FFF2-40B4-BE49-F238E27FC236}">
                <a16:creationId xmlns:a16="http://schemas.microsoft.com/office/drawing/2014/main" id="{2B876FFA-26D1-40EC-9FC2-B56779B5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81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SJMP ClosedLoop</a:t>
            </a:r>
          </a:p>
        </p:txBody>
      </p:sp>
      <p:sp>
        <p:nvSpPr>
          <p:cNvPr id="27" name="s10-498">
            <a:extLst xmlns:a="http://schemas.openxmlformats.org/drawingml/2006/main">
              <a:ext uri="{FF2B5EF4-FFF2-40B4-BE49-F238E27FC236}">
                <a16:creationId xmlns:a16="http://schemas.microsoft.com/office/drawing/2014/main" id="{F1DD62C3-923C-4666-BDDC-88E91C83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86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ClosedPress:</a:t>
            </a:r>
          </a:p>
        </p:txBody>
      </p:sp>
      <p:sp>
        <p:nvSpPr>
          <p:cNvPr id="28" name="s10-499">
            <a:extLst xmlns:a="http://schemas.openxmlformats.org/drawingml/2006/main">
              <a:ext uri="{FF2B5EF4-FFF2-40B4-BE49-F238E27FC236}">
                <a16:creationId xmlns:a16="http://schemas.microsoft.com/office/drawing/2014/main" id="{7A323E4E-D00A-4A50-BD3A-5B863DC7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29" name="s10-500">
            <a:extLst xmlns:a="http://schemas.openxmlformats.org/drawingml/2006/main">
              <a:ext uri="{FF2B5EF4-FFF2-40B4-BE49-F238E27FC236}">
                <a16:creationId xmlns:a16="http://schemas.microsoft.com/office/drawing/2014/main" id="{47531867-0A4B-4CA4-B1DD-0C737159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96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P2.0,ClosedGo</a:t>
            </a:r>
          </a:p>
        </p:txBody>
      </p:sp>
      <p:sp>
        <p:nvSpPr>
          <p:cNvPr id="30" name="s10-501">
            <a:extLst xmlns:a="http://schemas.openxmlformats.org/drawingml/2006/main">
              <a:ext uri="{FF2B5EF4-FFF2-40B4-BE49-F238E27FC236}">
                <a16:creationId xmlns:a16="http://schemas.microsoft.com/office/drawing/2014/main" id="{731065D8-E633-4FAE-A039-0CDF9E7A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00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P2.1,ClosedGo</a:t>
            </a:r>
          </a:p>
        </p:txBody>
      </p:sp>
      <p:sp>
        <p:nvSpPr>
          <p:cNvPr id="31" name="s10-502">
            <a:extLst xmlns:a="http://schemas.openxmlformats.org/drawingml/2006/main">
              <a:ext uri="{FF2B5EF4-FFF2-40B4-BE49-F238E27FC236}">
                <a16:creationId xmlns:a16="http://schemas.microsoft.com/office/drawing/2014/main" id="{46427301-EA6A-4690-99B6-622901EE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05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SJMP ClosedLoop</a:t>
            </a:r>
          </a:p>
        </p:txBody>
      </p:sp>
      <p:sp>
        <p:nvSpPr>
          <p:cNvPr id="32" name="s10-503">
            <a:extLst xmlns:a="http://schemas.openxmlformats.org/drawingml/2006/main">
              <a:ext uri="{FF2B5EF4-FFF2-40B4-BE49-F238E27FC236}">
                <a16:creationId xmlns:a16="http://schemas.microsoft.com/office/drawing/2014/main" id="{232B8A16-568F-4D69-8753-C08F2459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010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ClosedGo:</a:t>
            </a:r>
          </a:p>
        </p:txBody>
      </p:sp>
      <p:sp>
        <p:nvSpPr>
          <p:cNvPr id="33" name="s10-504">
            <a:extLst xmlns:a="http://schemas.openxmlformats.org/drawingml/2006/main">
              <a:ext uri="{FF2B5EF4-FFF2-40B4-BE49-F238E27FC236}">
                <a16:creationId xmlns:a16="http://schemas.microsoft.com/office/drawing/2014/main" id="{DA92701D-D173-4603-ABD8-60A040E8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315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OpeningState</a:t>
            </a:r>
          </a:p>
        </p:txBody>
      </p:sp>
      <p:sp>
        <p:nvSpPr>
          <p:cNvPr id="34" name="s10-505">
            <a:extLst xmlns:a="http://schemas.openxmlformats.org/drawingml/2006/main">
              <a:ext uri="{FF2B5EF4-FFF2-40B4-BE49-F238E27FC236}">
                <a16:creationId xmlns:a16="http://schemas.microsoft.com/office/drawing/2014/main" id="{4F0E6230-7DE9-4F5E-B0D1-948AB82A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ClosedFault:</a:t>
            </a:r>
          </a:p>
        </p:txBody>
      </p:sp>
      <p:sp>
        <p:nvSpPr>
          <p:cNvPr id="35" name="s10-506">
            <a:extLst xmlns:a="http://schemas.openxmlformats.org/drawingml/2006/main">
              <a:ext uri="{FF2B5EF4-FFF2-40B4-BE49-F238E27FC236}">
                <a16:creationId xmlns:a16="http://schemas.microsoft.com/office/drawing/2014/main" id="{0637F330-D416-4640-BA7C-47C78E92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924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</p:spTree>
    <p:extLst>
      <p:ext uri="{BB962C8B-B14F-4D97-AF65-F5344CB8AC3E}">
        <p14:creationId xmlns:p14="http://schemas.microsoft.com/office/powerpoint/2010/main" val="6993311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11-507">
            <a:extLst xmlns:a="http://schemas.openxmlformats.org/drawingml/2006/main">
              <a:ext uri="{FF2B5EF4-FFF2-40B4-BE49-F238E27FC236}">
                <a16:creationId xmlns:a16="http://schemas.microsoft.com/office/drawing/2014/main" id="{4E1DF524-6EEF-4AFA-829C-E4F92E3A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ประตูกำลังเปิด</a:t>
            </a:r>
          </a:p>
        </p:txBody>
      </p:sp>
      <p:sp>
        <p:nvSpPr>
          <p:cNvPr id="2" name="s11-508">
            <a:extLst xmlns:a="http://schemas.openxmlformats.org/drawingml/2006/main">
              <a:ext uri="{FF2B5EF4-FFF2-40B4-BE49-F238E27FC236}">
                <a16:creationId xmlns:a16="http://schemas.microsoft.com/office/drawing/2014/main" id="{60CAA7B0-384F-4D4F-BC0F-7E0E3152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การทำงานในสถานะ OPENING (ประตูกำลังเลื่อนเปิด)</a:t>
            </a:r>
          </a:p>
        </p:txBody>
      </p:sp>
      <p:sp>
        <p:nvSpPr>
          <p:cNvPr id="3" name="s11-509">
            <a:extLst xmlns:a="http://schemas.openxmlformats.org/drawingml/2006/main">
              <a:ext uri="{FF2B5EF4-FFF2-40B4-BE49-F238E27FC236}">
                <a16:creationId xmlns:a16="http://schemas.microsoft.com/office/drawing/2014/main" id="{F6A6CDA4-640E-4B8D-8502-A6C621DF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1-510">
            <a:extLst xmlns:a="http://schemas.openxmlformats.org/drawingml/2006/main">
              <a:ext uri="{FF2B5EF4-FFF2-40B4-BE49-F238E27FC236}">
                <a16:creationId xmlns:a16="http://schemas.microsoft.com/office/drawing/2014/main" id="{624029C7-DDB7-45A1-B6FF-63613D6B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5" name="s11-511">
            <a:extLst xmlns:a="http://schemas.openxmlformats.org/drawingml/2006/main">
              <a:ext uri="{FF2B5EF4-FFF2-40B4-BE49-F238E27FC236}">
                <a16:creationId xmlns:a16="http://schemas.microsoft.com/office/drawing/2014/main" id="{427EDCF9-5B79-448C-879D-72560EF0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1-512">
            <a:extLst xmlns:a="http://schemas.openxmlformats.org/drawingml/2006/main">
              <a:ext uri="{FF2B5EF4-FFF2-40B4-BE49-F238E27FC236}">
                <a16:creationId xmlns:a16="http://schemas.microsoft.com/office/drawing/2014/main" id="{A0C2A852-C314-4850-B856-51EAB3E9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CLOSED</a:t>
            </a:r>
          </a:p>
        </p:txBody>
      </p:sp>
      <p:sp>
        <p:nvSpPr>
          <p:cNvPr id="7" name="s11-513">
            <a:extLst xmlns:a="http://schemas.openxmlformats.org/drawingml/2006/main">
              <a:ext uri="{FF2B5EF4-FFF2-40B4-BE49-F238E27FC236}">
                <a16:creationId xmlns:a16="http://schemas.microsoft.com/office/drawing/2014/main" id="{0FEFDCFE-17A9-43A6-B04D-AC1E91FE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11-514">
            <a:extLst xmlns:a="http://schemas.openxmlformats.org/drawingml/2006/main">
              <a:ext uri="{FF2B5EF4-FFF2-40B4-BE49-F238E27FC236}">
                <a16:creationId xmlns:a16="http://schemas.microsoft.com/office/drawing/2014/main" id="{D676DFE2-48BB-40C2-977D-B2B9FBF6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OPENING</a:t>
            </a:r>
          </a:p>
        </p:txBody>
      </p:sp>
      <p:sp>
        <p:nvSpPr>
          <p:cNvPr id="9" name="s11-515">
            <a:extLst xmlns:a="http://schemas.openxmlformats.org/drawingml/2006/main">
              <a:ext uri="{FF2B5EF4-FFF2-40B4-BE49-F238E27FC236}">
                <a16:creationId xmlns:a16="http://schemas.microsoft.com/office/drawing/2014/main" id="{199A4B77-FB7C-42F8-83A9-1FF5A4A8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11-516">
            <a:extLst xmlns:a="http://schemas.openxmlformats.org/drawingml/2006/main">
              <a:ext uri="{FF2B5EF4-FFF2-40B4-BE49-F238E27FC236}">
                <a16:creationId xmlns:a16="http://schemas.microsoft.com/office/drawing/2014/main" id="{70838C92-83D9-4CD5-8F5E-49489550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HOLD</a:t>
            </a:r>
          </a:p>
        </p:txBody>
      </p:sp>
      <p:sp>
        <p:nvSpPr>
          <p:cNvPr id="11" name="s11-517">
            <a:extLst xmlns:a="http://schemas.openxmlformats.org/drawingml/2006/main">
              <a:ext uri="{FF2B5EF4-FFF2-40B4-BE49-F238E27FC236}">
                <a16:creationId xmlns:a16="http://schemas.microsoft.com/office/drawing/2014/main" id="{342099C9-1036-44FA-9FDC-B6EE501A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1-518">
            <a:extLst xmlns:a="http://schemas.openxmlformats.org/drawingml/2006/main">
              <a:ext uri="{FF2B5EF4-FFF2-40B4-BE49-F238E27FC236}">
                <a16:creationId xmlns:a16="http://schemas.microsoft.com/office/drawing/2014/main" id="{B58CBAF7-5943-4DA4-98C5-325ABDD8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1-519">
            <a:extLst xmlns:a="http://schemas.openxmlformats.org/drawingml/2006/main">
              <a:ext uri="{FF2B5EF4-FFF2-40B4-BE49-F238E27FC236}">
                <a16:creationId xmlns:a16="http://schemas.microsoft.com/office/drawing/2014/main" id="{6EF5EB69-02D4-4A8C-A65F-1FC8506F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11-520">
            <a:extLst xmlns:a="http://schemas.openxmlformats.org/drawingml/2006/main">
              <a:ext uri="{FF2B5EF4-FFF2-40B4-BE49-F238E27FC236}">
                <a16:creationId xmlns:a16="http://schemas.microsoft.com/office/drawing/2014/main" id="{63B92AC3-4E84-4FDB-AE8E-324F960E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1-521">
            <a:extLst xmlns:a="http://schemas.openxmlformats.org/drawingml/2006/main">
              <a:ext uri="{FF2B5EF4-FFF2-40B4-BE49-F238E27FC236}">
                <a16:creationId xmlns:a16="http://schemas.microsoft.com/office/drawing/2014/main" id="{C6F8BABC-D947-44B1-A491-9D471E9C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FAH    P1 = D9H</a:t>
            </a:r>
          </a:p>
        </p:txBody>
      </p:sp>
      <p:sp>
        <p:nvSpPr>
          <p:cNvPr id="16" name="s11-522">
            <a:extLst xmlns:a="http://schemas.openxmlformats.org/drawingml/2006/main">
              <a:ext uri="{FF2B5EF4-FFF2-40B4-BE49-F238E27FC236}">
                <a16:creationId xmlns:a16="http://schemas.microsoft.com/office/drawing/2014/main" id="{9D86C4AB-BC55-4AED-8E02-72356AE2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จ่ายแรงขับในทิศเปิด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ไฟเขียวติดจนถึงลิมิต LO</a:t>
            </a:r>
          </a:p>
        </p:txBody>
      </p:sp>
      <p:sp>
        <p:nvSpPr>
          <p:cNvPr id="17" name="s11-523">
            <a:extLst xmlns:a="http://schemas.openxmlformats.org/drawingml/2006/main">
              <a:ext uri="{FF2B5EF4-FFF2-40B4-BE49-F238E27FC236}">
                <a16:creationId xmlns:a16="http://schemas.microsoft.com/office/drawing/2014/main" id="{EECEFD4C-26DC-4A8B-A500-C939B4C9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เกิน 5 วินาที ให้เข้า FAULT</a:t>
            </a:r>
          </a:p>
        </p:txBody>
      </p:sp>
      <p:sp>
        <p:nvSpPr>
          <p:cNvPr id="18" name="s11-524">
            <a:extLst xmlns:a="http://schemas.openxmlformats.org/drawingml/2006/main">
              <a:ext uri="{FF2B5EF4-FFF2-40B4-BE49-F238E27FC236}">
                <a16:creationId xmlns:a16="http://schemas.microsoft.com/office/drawing/2014/main" id="{45EA1894-6051-44A8-BE45-92C15CB8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11-525">
            <a:extLst xmlns:a="http://schemas.openxmlformats.org/drawingml/2006/main">
              <a:ext uri="{FF2B5EF4-FFF2-40B4-BE49-F238E27FC236}">
                <a16:creationId xmlns:a16="http://schemas.microsoft.com/office/drawing/2014/main" id="{875B42EB-650A-4B27-8EF3-D5E3D5CF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โค้ดส่วนสำคัญของสถานะ OPENING</a:t>
            </a:r>
          </a:p>
        </p:txBody>
      </p:sp>
      <p:sp>
        <p:nvSpPr>
          <p:cNvPr id="20" name="s11-526">
            <a:extLst xmlns:a="http://schemas.openxmlformats.org/drawingml/2006/main">
              <a:ext uri="{FF2B5EF4-FFF2-40B4-BE49-F238E27FC236}">
                <a16:creationId xmlns:a16="http://schemas.microsoft.com/office/drawing/2014/main" id="{52E54E3E-1123-433D-8474-652F98F4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11-527">
            <a:extLst xmlns:a="http://schemas.openxmlformats.org/drawingml/2006/main">
              <a:ext uri="{FF2B5EF4-FFF2-40B4-BE49-F238E27FC236}">
                <a16:creationId xmlns:a16="http://schemas.microsoft.com/office/drawing/2014/main" id="{9780C854-7535-4539-AEF1-89F664AB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OpeningState:</a:t>
            </a:r>
          </a:p>
        </p:txBody>
      </p:sp>
      <p:sp>
        <p:nvSpPr>
          <p:cNvPr id="22" name="s11-528">
            <a:extLst xmlns:a="http://schemas.openxmlformats.org/drawingml/2006/main">
              <a:ext uri="{FF2B5EF4-FFF2-40B4-BE49-F238E27FC236}">
                <a16:creationId xmlns:a16="http://schemas.microsoft.com/office/drawing/2014/main" id="{9766754A-1407-48DF-A017-502436D8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23" name="s11-529">
            <a:extLst xmlns:a="http://schemas.openxmlformats.org/drawingml/2006/main">
              <a:ext uri="{FF2B5EF4-FFF2-40B4-BE49-F238E27FC236}">
                <a16:creationId xmlns:a16="http://schemas.microsoft.com/office/drawing/2014/main" id="{1B610408-E530-4E90-AFF1-CF2943DF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P0,#0FAH</a:t>
            </a:r>
          </a:p>
        </p:txBody>
      </p:sp>
      <p:sp>
        <p:nvSpPr>
          <p:cNvPr id="24" name="s11-530">
            <a:extLst xmlns:a="http://schemas.openxmlformats.org/drawingml/2006/main">
              <a:ext uri="{FF2B5EF4-FFF2-40B4-BE49-F238E27FC236}">
                <a16:creationId xmlns:a16="http://schemas.microsoft.com/office/drawing/2014/main" id="{917698FF-46EA-4904-80EF-28F7CB1B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P1,#0DDH</a:t>
            </a:r>
          </a:p>
        </p:txBody>
      </p:sp>
      <p:sp>
        <p:nvSpPr>
          <p:cNvPr id="25" name="s11-531">
            <a:extLst xmlns:a="http://schemas.openxmlformats.org/drawingml/2006/main">
              <a:ext uri="{FF2B5EF4-FFF2-40B4-BE49-F238E27FC236}">
                <a16:creationId xmlns:a16="http://schemas.microsoft.com/office/drawing/2014/main" id="{FC3A4376-70D4-4640-9680-F0E11B2D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76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P1,#0D9H</a:t>
            </a:r>
          </a:p>
        </p:txBody>
      </p:sp>
      <p:sp>
        <p:nvSpPr>
          <p:cNvPr id="26" name="s11-532">
            <a:extLst xmlns:a="http://schemas.openxmlformats.org/drawingml/2006/main">
              <a:ext uri="{FF2B5EF4-FFF2-40B4-BE49-F238E27FC236}">
                <a16:creationId xmlns:a16="http://schemas.microsoft.com/office/drawing/2014/main" id="{21EFD9F5-F9FE-47FE-BA0E-D2C4CE8F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81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R1,#250</a:t>
            </a:r>
          </a:p>
        </p:txBody>
      </p:sp>
      <p:sp>
        <p:nvSpPr>
          <p:cNvPr id="27" name="s11-533">
            <a:extLst xmlns:a="http://schemas.openxmlformats.org/drawingml/2006/main">
              <a:ext uri="{FF2B5EF4-FFF2-40B4-BE49-F238E27FC236}">
                <a16:creationId xmlns:a16="http://schemas.microsoft.com/office/drawing/2014/main" id="{4EE9DB3B-4E49-4596-A651-BD4AC5DF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86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OpeningLoop:</a:t>
            </a:r>
          </a:p>
        </p:txBody>
      </p:sp>
      <p:sp>
        <p:nvSpPr>
          <p:cNvPr id="28" name="s11-534">
            <a:extLst xmlns:a="http://schemas.openxmlformats.org/drawingml/2006/main">
              <a:ext uri="{FF2B5EF4-FFF2-40B4-BE49-F238E27FC236}">
                <a16:creationId xmlns:a16="http://schemas.microsoft.com/office/drawing/2014/main" id="{2625E885-0CDF-4A78-B299-91BA5A29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P2.7,OpeningFault</a:t>
            </a:r>
          </a:p>
        </p:txBody>
      </p:sp>
      <p:sp>
        <p:nvSpPr>
          <p:cNvPr id="29" name="s11-535">
            <a:extLst xmlns:a="http://schemas.openxmlformats.org/drawingml/2006/main">
              <a:ext uri="{FF2B5EF4-FFF2-40B4-BE49-F238E27FC236}">
                <a16:creationId xmlns:a16="http://schemas.microsoft.com/office/drawing/2014/main" id="{D4AA851A-728E-4649-90C4-3035C83F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96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P2.3,OpeningDone</a:t>
            </a:r>
          </a:p>
        </p:txBody>
      </p:sp>
      <p:sp>
        <p:nvSpPr>
          <p:cNvPr id="30" name="s11-536">
            <a:extLst xmlns:a="http://schemas.openxmlformats.org/drawingml/2006/main">
              <a:ext uri="{FF2B5EF4-FFF2-40B4-BE49-F238E27FC236}">
                <a16:creationId xmlns:a16="http://schemas.microsoft.com/office/drawing/2014/main" id="{EEE797E0-C93D-486E-8EDF-CB410EDE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00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31" name="s11-537">
            <a:extLst xmlns:a="http://schemas.openxmlformats.org/drawingml/2006/main">
              <a:ext uri="{FF2B5EF4-FFF2-40B4-BE49-F238E27FC236}">
                <a16:creationId xmlns:a16="http://schemas.microsoft.com/office/drawing/2014/main" id="{178FC17C-4AB8-4BEC-AB57-F5722688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05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DJNZ R1,OpeningLoop</a:t>
            </a:r>
          </a:p>
        </p:txBody>
      </p:sp>
      <p:sp>
        <p:nvSpPr>
          <p:cNvPr id="32" name="s11-538">
            <a:extLst xmlns:a="http://schemas.openxmlformats.org/drawingml/2006/main">
              <a:ext uri="{FF2B5EF4-FFF2-40B4-BE49-F238E27FC236}">
                <a16:creationId xmlns:a16="http://schemas.microsoft.com/office/drawing/2014/main" id="{B0EB4740-4BD7-4E15-9746-3D98034A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010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OpeningFault:</a:t>
            </a:r>
          </a:p>
        </p:txBody>
      </p:sp>
      <p:sp>
        <p:nvSpPr>
          <p:cNvPr id="33" name="s11-539">
            <a:extLst xmlns:a="http://schemas.openxmlformats.org/drawingml/2006/main">
              <a:ext uri="{FF2B5EF4-FFF2-40B4-BE49-F238E27FC236}">
                <a16:creationId xmlns:a16="http://schemas.microsoft.com/office/drawing/2014/main" id="{44CE37E8-2B88-4483-9625-696EB8D3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315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34" name="s11-540">
            <a:extLst xmlns:a="http://schemas.openxmlformats.org/drawingml/2006/main">
              <a:ext uri="{FF2B5EF4-FFF2-40B4-BE49-F238E27FC236}">
                <a16:creationId xmlns:a16="http://schemas.microsoft.com/office/drawing/2014/main" id="{E9D57CEE-3089-466C-BDE7-E5A57506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OpeningDone:</a:t>
            </a:r>
          </a:p>
        </p:txBody>
      </p:sp>
      <p:sp>
        <p:nvSpPr>
          <p:cNvPr id="35" name="s11-541">
            <a:extLst xmlns:a="http://schemas.openxmlformats.org/drawingml/2006/main">
              <a:ext uri="{FF2B5EF4-FFF2-40B4-BE49-F238E27FC236}">
                <a16:creationId xmlns:a16="http://schemas.microsoft.com/office/drawing/2014/main" id="{D0185FB5-6DB0-46EE-B259-8D1BAC9A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924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HoldState</a:t>
            </a:r>
          </a:p>
        </p:txBody>
      </p:sp>
    </p:spTree>
    <p:extLst>
      <p:ext uri="{BB962C8B-B14F-4D97-AF65-F5344CB8AC3E}">
        <p14:creationId xmlns:p14="http://schemas.microsoft.com/office/powerpoint/2010/main" val="18862802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12-542">
            <a:extLst xmlns:a="http://schemas.openxmlformats.org/drawingml/2006/main">
              <a:ext uri="{FF2B5EF4-FFF2-40B4-BE49-F238E27FC236}">
                <a16:creationId xmlns:a16="http://schemas.microsoft.com/office/drawing/2014/main" id="{48797CBF-0FD0-40BA-8186-46D193E7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ประตูเปิดค้าง</a:t>
            </a:r>
          </a:p>
        </p:txBody>
      </p:sp>
      <p:sp>
        <p:nvSpPr>
          <p:cNvPr id="2" name="s12-543">
            <a:extLst xmlns:a="http://schemas.openxmlformats.org/drawingml/2006/main">
              <a:ext uri="{FF2B5EF4-FFF2-40B4-BE49-F238E27FC236}">
                <a16:creationId xmlns:a16="http://schemas.microsoft.com/office/drawing/2014/main" id="{CB51AF1B-596C-4BA0-9404-491F7BF7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การทำงานในสถานะ HOLD (ประตูเปิดค้างรอทางผ่านว่าง)</a:t>
            </a:r>
          </a:p>
        </p:txBody>
      </p:sp>
      <p:sp>
        <p:nvSpPr>
          <p:cNvPr id="3" name="s12-544">
            <a:extLst xmlns:a="http://schemas.openxmlformats.org/drawingml/2006/main">
              <a:ext uri="{FF2B5EF4-FFF2-40B4-BE49-F238E27FC236}">
                <a16:creationId xmlns:a16="http://schemas.microsoft.com/office/drawing/2014/main" id="{AF93558F-3399-4905-BACF-577BB37F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2-545">
            <a:extLst xmlns:a="http://schemas.openxmlformats.org/drawingml/2006/main">
              <a:ext uri="{FF2B5EF4-FFF2-40B4-BE49-F238E27FC236}">
                <a16:creationId xmlns:a16="http://schemas.microsoft.com/office/drawing/2014/main" id="{3D222811-9AC5-4AE7-99DB-9B9069C9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5" name="s12-546">
            <a:extLst xmlns:a="http://schemas.openxmlformats.org/drawingml/2006/main">
              <a:ext uri="{FF2B5EF4-FFF2-40B4-BE49-F238E27FC236}">
                <a16:creationId xmlns:a16="http://schemas.microsoft.com/office/drawing/2014/main" id="{37EB8EDA-860B-4053-802F-1BF2331C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2-547">
            <a:extLst xmlns:a="http://schemas.openxmlformats.org/drawingml/2006/main">
              <a:ext uri="{FF2B5EF4-FFF2-40B4-BE49-F238E27FC236}">
                <a16:creationId xmlns:a16="http://schemas.microsoft.com/office/drawing/2014/main" id="{BCE4857D-0870-407A-9C64-2C176C75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OPENING หรือ REOPEN</a:t>
            </a:r>
          </a:p>
        </p:txBody>
      </p:sp>
      <p:sp>
        <p:nvSpPr>
          <p:cNvPr id="7" name="s12-548">
            <a:extLst xmlns:a="http://schemas.openxmlformats.org/drawingml/2006/main">
              <a:ext uri="{FF2B5EF4-FFF2-40B4-BE49-F238E27FC236}">
                <a16:creationId xmlns:a16="http://schemas.microsoft.com/office/drawing/2014/main" id="{B4D4E13B-0127-4509-BDE3-C2020BC6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12-549">
            <a:extLst xmlns:a="http://schemas.openxmlformats.org/drawingml/2006/main">
              <a:ext uri="{FF2B5EF4-FFF2-40B4-BE49-F238E27FC236}">
                <a16:creationId xmlns:a16="http://schemas.microsoft.com/office/drawing/2014/main" id="{F170475A-BCAE-4FC3-AE06-5735909B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HOLD</a:t>
            </a:r>
          </a:p>
        </p:txBody>
      </p:sp>
      <p:sp>
        <p:nvSpPr>
          <p:cNvPr id="9" name="s12-550">
            <a:extLst xmlns:a="http://schemas.openxmlformats.org/drawingml/2006/main">
              <a:ext uri="{FF2B5EF4-FFF2-40B4-BE49-F238E27FC236}">
                <a16:creationId xmlns:a16="http://schemas.microsoft.com/office/drawing/2014/main" id="{1F50C69E-98D9-43EB-8A55-DB245C8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12-551">
            <a:extLst xmlns:a="http://schemas.openxmlformats.org/drawingml/2006/main">
              <a:ext uri="{FF2B5EF4-FFF2-40B4-BE49-F238E27FC236}">
                <a16:creationId xmlns:a16="http://schemas.microsoft.com/office/drawing/2014/main" id="{5C52EE35-176B-4388-B3AD-0BD43C35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CLOSING</a:t>
            </a:r>
          </a:p>
        </p:txBody>
      </p:sp>
      <p:sp>
        <p:nvSpPr>
          <p:cNvPr id="11" name="s12-552">
            <a:extLst xmlns:a="http://schemas.openxmlformats.org/drawingml/2006/main">
              <a:ext uri="{FF2B5EF4-FFF2-40B4-BE49-F238E27FC236}">
                <a16:creationId xmlns:a16="http://schemas.microsoft.com/office/drawing/2014/main" id="{6C4FF5A8-F947-461D-85BA-093CE721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2-553">
            <a:extLst xmlns:a="http://schemas.openxmlformats.org/drawingml/2006/main">
              <a:ext uri="{FF2B5EF4-FFF2-40B4-BE49-F238E27FC236}">
                <a16:creationId xmlns:a16="http://schemas.microsoft.com/office/drawing/2014/main" id="{E3899004-C561-4489-8D34-F98CE3A0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2-554">
            <a:extLst xmlns:a="http://schemas.openxmlformats.org/drawingml/2006/main">
              <a:ext uri="{FF2B5EF4-FFF2-40B4-BE49-F238E27FC236}">
                <a16:creationId xmlns:a16="http://schemas.microsoft.com/office/drawing/2014/main" id="{D75F32F2-4875-4B0D-A23C-C4D6C43F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12-555">
            <a:extLst xmlns:a="http://schemas.openxmlformats.org/drawingml/2006/main">
              <a:ext uri="{FF2B5EF4-FFF2-40B4-BE49-F238E27FC236}">
                <a16:creationId xmlns:a16="http://schemas.microsoft.com/office/drawing/2014/main" id="{11F150C4-A0F6-4498-97CA-A3B7C742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2-556">
            <a:extLst xmlns:a="http://schemas.openxmlformats.org/drawingml/2006/main">
              <a:ext uri="{FF2B5EF4-FFF2-40B4-BE49-F238E27FC236}">
                <a16:creationId xmlns:a16="http://schemas.microsoft.com/office/drawing/2014/main" id="{31F5F9AD-0C7F-4A5B-9A90-4CB13BA0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FBH    P1 = DCH</a:t>
            </a:r>
          </a:p>
        </p:txBody>
      </p:sp>
      <p:sp>
        <p:nvSpPr>
          <p:cNvPr id="16" name="s12-557">
            <a:extLst xmlns:a="http://schemas.openxmlformats.org/drawingml/2006/main">
              <a:ext uri="{FF2B5EF4-FFF2-40B4-BE49-F238E27FC236}">
                <a16:creationId xmlns:a16="http://schemas.microsoft.com/office/drawing/2014/main" id="{67A591E6-6EBE-488B-8E3C-8A141535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มอเตอร์หยุด ไฟเขียวติด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ถูกบังหรือกดปุ่มให้เริ่มนับใหม่</a:t>
            </a:r>
          </a:p>
        </p:txBody>
      </p:sp>
      <p:sp>
        <p:nvSpPr>
          <p:cNvPr id="17" name="s12-558">
            <a:extLst xmlns:a="http://schemas.openxmlformats.org/drawingml/2006/main">
              <a:ext uri="{FF2B5EF4-FFF2-40B4-BE49-F238E27FC236}">
                <a16:creationId xmlns:a16="http://schemas.microsoft.com/office/drawing/2014/main" id="{C32AB2E6-3B59-4562-B187-3EDF5558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ทางผ่านต้องว่างต่อเนื่อง 3 วินาที</a:t>
            </a:r>
          </a:p>
        </p:txBody>
      </p:sp>
      <p:sp>
        <p:nvSpPr>
          <p:cNvPr id="18" name="s12-559">
            <a:extLst xmlns:a="http://schemas.openxmlformats.org/drawingml/2006/main">
              <a:ext uri="{FF2B5EF4-FFF2-40B4-BE49-F238E27FC236}">
                <a16:creationId xmlns:a16="http://schemas.microsoft.com/office/drawing/2014/main" id="{65F6EBD9-69B9-4C4D-BE15-742B6A3A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12-560">
            <a:extLst xmlns:a="http://schemas.openxmlformats.org/drawingml/2006/main">
              <a:ext uri="{FF2B5EF4-FFF2-40B4-BE49-F238E27FC236}">
                <a16:creationId xmlns:a16="http://schemas.microsoft.com/office/drawing/2014/main" id="{1CA0E3DF-4325-4964-A3B1-0FB29BE4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โค้ดส่วนสำคัญของสถานะ HOLD</a:t>
            </a:r>
          </a:p>
        </p:txBody>
      </p:sp>
      <p:sp>
        <p:nvSpPr>
          <p:cNvPr id="20" name="s12-561">
            <a:extLst xmlns:a="http://schemas.openxmlformats.org/drawingml/2006/main">
              <a:ext uri="{FF2B5EF4-FFF2-40B4-BE49-F238E27FC236}">
                <a16:creationId xmlns:a16="http://schemas.microsoft.com/office/drawing/2014/main" id="{18FD171C-3F88-431E-BFB3-5A4C5EB3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12-562">
            <a:extLst xmlns:a="http://schemas.openxmlformats.org/drawingml/2006/main">
              <a:ext uri="{FF2B5EF4-FFF2-40B4-BE49-F238E27FC236}">
                <a16:creationId xmlns:a16="http://schemas.microsoft.com/office/drawing/2014/main" id="{62250D90-5E98-4FCF-9D3C-29EEE831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HoldState:</a:t>
            </a:r>
          </a:p>
        </p:txBody>
      </p:sp>
      <p:sp>
        <p:nvSpPr>
          <p:cNvPr id="22" name="s12-563">
            <a:extLst xmlns:a="http://schemas.openxmlformats.org/drawingml/2006/main">
              <a:ext uri="{FF2B5EF4-FFF2-40B4-BE49-F238E27FC236}">
                <a16:creationId xmlns:a16="http://schemas.microsoft.com/office/drawing/2014/main" id="{F616521D-478F-480A-B5EE-A66492FD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35942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23" name="s12-564">
            <a:extLst xmlns:a="http://schemas.openxmlformats.org/drawingml/2006/main">
              <a:ext uri="{FF2B5EF4-FFF2-40B4-BE49-F238E27FC236}">
                <a16:creationId xmlns:a16="http://schemas.microsoft.com/office/drawing/2014/main" id="{9B7AFA6C-0BB1-4D85-82FA-32003B61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14283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P0,#0FBH</a:t>
            </a:r>
          </a:p>
        </p:txBody>
      </p:sp>
      <p:sp>
        <p:nvSpPr>
          <p:cNvPr id="24" name="s12-565">
            <a:extLst xmlns:a="http://schemas.openxmlformats.org/drawingml/2006/main">
              <a:ext uri="{FF2B5EF4-FFF2-40B4-BE49-F238E27FC236}">
                <a16:creationId xmlns:a16="http://schemas.microsoft.com/office/drawing/2014/main" id="{C340A226-CD67-4F4D-971A-EE530414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92625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P1,#0DCH</a:t>
            </a:r>
          </a:p>
        </p:txBody>
      </p:sp>
      <p:sp>
        <p:nvSpPr>
          <p:cNvPr id="25" name="s12-566">
            <a:extLst xmlns:a="http://schemas.openxmlformats.org/drawingml/2006/main">
              <a:ext uri="{FF2B5EF4-FFF2-40B4-BE49-F238E27FC236}">
                <a16:creationId xmlns:a16="http://schemas.microsoft.com/office/drawing/2014/main" id="{EC8AACD3-3B43-4549-8624-4847FD4A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70967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HoldRestart:</a:t>
            </a:r>
          </a:p>
        </p:txBody>
      </p:sp>
      <p:sp>
        <p:nvSpPr>
          <p:cNvPr id="26" name="s12-567">
            <a:extLst xmlns:a="http://schemas.openxmlformats.org/drawingml/2006/main">
              <a:ext uri="{FF2B5EF4-FFF2-40B4-BE49-F238E27FC236}">
                <a16:creationId xmlns:a16="http://schemas.microsoft.com/office/drawing/2014/main" id="{D17D958E-03C4-4B59-B0CD-A21B859E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049308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R1,#150</a:t>
            </a:r>
          </a:p>
        </p:txBody>
      </p:sp>
      <p:sp>
        <p:nvSpPr>
          <p:cNvPr id="27" name="s12-568">
            <a:extLst xmlns:a="http://schemas.openxmlformats.org/drawingml/2006/main">
              <a:ext uri="{FF2B5EF4-FFF2-40B4-BE49-F238E27FC236}">
                <a16:creationId xmlns:a16="http://schemas.microsoft.com/office/drawing/2014/main" id="{C28A7557-AF98-40F8-A92A-0E2D8F90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327650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HoldLoop:</a:t>
            </a:r>
          </a:p>
        </p:txBody>
      </p:sp>
      <p:sp>
        <p:nvSpPr>
          <p:cNvPr id="28" name="s12-569">
            <a:extLst xmlns:a="http://schemas.openxmlformats.org/drawingml/2006/main">
              <a:ext uri="{FF2B5EF4-FFF2-40B4-BE49-F238E27FC236}">
                <a16:creationId xmlns:a16="http://schemas.microsoft.com/office/drawing/2014/main" id="{37FEC565-91B9-49B2-80EE-9979CAB7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05992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P2.7,HoldFault</a:t>
            </a:r>
          </a:p>
        </p:txBody>
      </p:sp>
      <p:sp>
        <p:nvSpPr>
          <p:cNvPr id="29" name="s12-570">
            <a:extLst xmlns:a="http://schemas.openxmlformats.org/drawingml/2006/main">
              <a:ext uri="{FF2B5EF4-FFF2-40B4-BE49-F238E27FC236}">
                <a16:creationId xmlns:a16="http://schemas.microsoft.com/office/drawing/2014/main" id="{69474AE3-0B62-44E1-8CC6-7A8A94F5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884333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P2.3,HoldFault</a:t>
            </a:r>
          </a:p>
        </p:txBody>
      </p:sp>
      <p:sp>
        <p:nvSpPr>
          <p:cNvPr id="30" name="s12-571">
            <a:extLst xmlns:a="http://schemas.openxmlformats.org/drawingml/2006/main">
              <a:ext uri="{FF2B5EF4-FFF2-40B4-BE49-F238E27FC236}">
                <a16:creationId xmlns:a16="http://schemas.microsoft.com/office/drawing/2014/main" id="{DB075198-5A84-48AA-AA50-715D134C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162675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P2.2,HoldRestart</a:t>
            </a:r>
          </a:p>
        </p:txBody>
      </p:sp>
      <p:sp>
        <p:nvSpPr>
          <p:cNvPr id="31" name="s12-572">
            <a:extLst xmlns:a="http://schemas.openxmlformats.org/drawingml/2006/main">
              <a:ext uri="{FF2B5EF4-FFF2-40B4-BE49-F238E27FC236}">
                <a16:creationId xmlns:a16="http://schemas.microsoft.com/office/drawing/2014/main" id="{080F9B24-3254-4563-856C-70E99D80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41017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P2.5,HoldRestart</a:t>
            </a:r>
          </a:p>
        </p:txBody>
      </p:sp>
      <p:sp>
        <p:nvSpPr>
          <p:cNvPr id="32" name="s12-573">
            <a:extLst xmlns:a="http://schemas.openxmlformats.org/drawingml/2006/main">
              <a:ext uri="{FF2B5EF4-FFF2-40B4-BE49-F238E27FC236}">
                <a16:creationId xmlns:a16="http://schemas.microsoft.com/office/drawing/2014/main" id="{AAFE7F19-8D72-498D-9519-3243E82B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19358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P2.0,HoldRestart</a:t>
            </a:r>
          </a:p>
        </p:txBody>
      </p:sp>
      <p:sp>
        <p:nvSpPr>
          <p:cNvPr id="33" name="s12-574">
            <a:extLst xmlns:a="http://schemas.openxmlformats.org/drawingml/2006/main">
              <a:ext uri="{FF2B5EF4-FFF2-40B4-BE49-F238E27FC236}">
                <a16:creationId xmlns:a16="http://schemas.microsoft.com/office/drawing/2014/main" id="{A902606B-1CB8-4720-B3DF-DABF5894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997700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P2.1,HoldRestart</a:t>
            </a:r>
          </a:p>
        </p:txBody>
      </p:sp>
      <p:sp>
        <p:nvSpPr>
          <p:cNvPr id="34" name="s12-575">
            <a:extLst xmlns:a="http://schemas.openxmlformats.org/drawingml/2006/main">
              <a:ext uri="{FF2B5EF4-FFF2-40B4-BE49-F238E27FC236}">
                <a16:creationId xmlns:a16="http://schemas.microsoft.com/office/drawing/2014/main" id="{3C4A4C36-07D0-4CE7-BDBB-5B737BED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276042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35" name="s12-576">
            <a:extLst xmlns:a="http://schemas.openxmlformats.org/drawingml/2006/main">
              <a:ext uri="{FF2B5EF4-FFF2-40B4-BE49-F238E27FC236}">
                <a16:creationId xmlns:a16="http://schemas.microsoft.com/office/drawing/2014/main" id="{5718A694-599D-44AA-BC94-D50C48DD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554383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DJNZ R1,HoldLoop</a:t>
            </a:r>
          </a:p>
        </p:txBody>
      </p:sp>
      <p:sp>
        <p:nvSpPr>
          <p:cNvPr id="36" name="s12-577">
            <a:extLst xmlns:a="http://schemas.openxmlformats.org/drawingml/2006/main">
              <a:ext uri="{FF2B5EF4-FFF2-40B4-BE49-F238E27FC236}">
                <a16:creationId xmlns:a16="http://schemas.microsoft.com/office/drawing/2014/main" id="{A0720FE0-72B0-473D-9088-0E7FEAF9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832725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ClosingState</a:t>
            </a:r>
          </a:p>
        </p:txBody>
      </p:sp>
      <p:sp>
        <p:nvSpPr>
          <p:cNvPr id="37" name="s12-578">
            <a:extLst xmlns:a="http://schemas.openxmlformats.org/drawingml/2006/main">
              <a:ext uri="{FF2B5EF4-FFF2-40B4-BE49-F238E27FC236}">
                <a16:creationId xmlns:a16="http://schemas.microsoft.com/office/drawing/2014/main" id="{4E5C55E5-9EDB-4C8D-93F6-56AC2E9F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111067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HoldFault:</a:t>
            </a:r>
          </a:p>
        </p:txBody>
      </p:sp>
      <p:sp>
        <p:nvSpPr>
          <p:cNvPr id="38" name="s12-579">
            <a:extLst xmlns:a="http://schemas.openxmlformats.org/drawingml/2006/main">
              <a:ext uri="{FF2B5EF4-FFF2-40B4-BE49-F238E27FC236}">
                <a16:creationId xmlns:a16="http://schemas.microsoft.com/office/drawing/2014/main" id="{DE98707C-1E82-4375-8198-B853926B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389408"/>
            <a:ext cx="9677400" cy="2783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1973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</p:spTree>
    <p:extLst>
      <p:ext uri="{BB962C8B-B14F-4D97-AF65-F5344CB8AC3E}">
        <p14:creationId xmlns:p14="http://schemas.microsoft.com/office/powerpoint/2010/main" val="12161889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13-580">
            <a:extLst xmlns:a="http://schemas.openxmlformats.org/drawingml/2006/main">
              <a:ext uri="{FF2B5EF4-FFF2-40B4-BE49-F238E27FC236}">
                <a16:creationId xmlns:a16="http://schemas.microsoft.com/office/drawing/2014/main" id="{9760E801-3C88-4765-B2C0-FCDB3363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ประตูกำลังปิด</a:t>
            </a:r>
          </a:p>
        </p:txBody>
      </p:sp>
      <p:sp>
        <p:nvSpPr>
          <p:cNvPr id="2" name="s13-581">
            <a:extLst xmlns:a="http://schemas.openxmlformats.org/drawingml/2006/main">
              <a:ext uri="{FF2B5EF4-FFF2-40B4-BE49-F238E27FC236}">
                <a16:creationId xmlns:a16="http://schemas.microsoft.com/office/drawing/2014/main" id="{04261204-0CA9-46B2-A2A2-BA3E1F30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การทำงานในสถานะ CLOSING (ประตูกำลังเลื่อนปิด)</a:t>
            </a:r>
          </a:p>
        </p:txBody>
      </p:sp>
      <p:sp>
        <p:nvSpPr>
          <p:cNvPr id="3" name="s13-582">
            <a:extLst xmlns:a="http://schemas.openxmlformats.org/drawingml/2006/main">
              <a:ext uri="{FF2B5EF4-FFF2-40B4-BE49-F238E27FC236}">
                <a16:creationId xmlns:a16="http://schemas.microsoft.com/office/drawing/2014/main" id="{F8426AC5-7C1F-42F3-9876-7774129E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3-583">
            <a:extLst xmlns:a="http://schemas.openxmlformats.org/drawingml/2006/main">
              <a:ext uri="{FF2B5EF4-FFF2-40B4-BE49-F238E27FC236}">
                <a16:creationId xmlns:a16="http://schemas.microsoft.com/office/drawing/2014/main" id="{1B98DDB4-D72B-4162-BE71-D5EA170C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5" name="s13-584">
            <a:extLst xmlns:a="http://schemas.openxmlformats.org/drawingml/2006/main">
              <a:ext uri="{FF2B5EF4-FFF2-40B4-BE49-F238E27FC236}">
                <a16:creationId xmlns:a16="http://schemas.microsoft.com/office/drawing/2014/main" id="{E297981D-03AE-4A7D-9CB2-30D81DB1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3-585">
            <a:extLst xmlns:a="http://schemas.openxmlformats.org/drawingml/2006/main">
              <a:ext uri="{FF2B5EF4-FFF2-40B4-BE49-F238E27FC236}">
                <a16:creationId xmlns:a16="http://schemas.microsoft.com/office/drawing/2014/main" id="{051CB380-379A-4F49-AAFF-86F65BFB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HOLD</a:t>
            </a:r>
          </a:p>
        </p:txBody>
      </p:sp>
      <p:sp>
        <p:nvSpPr>
          <p:cNvPr id="7" name="s13-586">
            <a:extLst xmlns:a="http://schemas.openxmlformats.org/drawingml/2006/main">
              <a:ext uri="{FF2B5EF4-FFF2-40B4-BE49-F238E27FC236}">
                <a16:creationId xmlns:a16="http://schemas.microsoft.com/office/drawing/2014/main" id="{A2FE72A0-D157-4399-99E2-F77FCCF9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13-587">
            <a:extLst xmlns:a="http://schemas.openxmlformats.org/drawingml/2006/main">
              <a:ext uri="{FF2B5EF4-FFF2-40B4-BE49-F238E27FC236}">
                <a16:creationId xmlns:a16="http://schemas.microsoft.com/office/drawing/2014/main" id="{C65C0EF8-8054-4398-969B-2F0E3531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CLOSING</a:t>
            </a:r>
          </a:p>
        </p:txBody>
      </p:sp>
      <p:sp>
        <p:nvSpPr>
          <p:cNvPr id="9" name="s13-588">
            <a:extLst xmlns:a="http://schemas.openxmlformats.org/drawingml/2006/main">
              <a:ext uri="{FF2B5EF4-FFF2-40B4-BE49-F238E27FC236}">
                <a16:creationId xmlns:a16="http://schemas.microsoft.com/office/drawing/2014/main" id="{AA357EB9-ECC1-442F-8189-6EFB084D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13-589">
            <a:extLst xmlns:a="http://schemas.openxmlformats.org/drawingml/2006/main">
              <a:ext uri="{FF2B5EF4-FFF2-40B4-BE49-F238E27FC236}">
                <a16:creationId xmlns:a16="http://schemas.microsoft.com/office/drawing/2014/main" id="{4714B0DD-9CB3-4E94-8814-4AFF5C5C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CLOSED หรือ REV_WAIT</a:t>
            </a:r>
          </a:p>
        </p:txBody>
      </p:sp>
      <p:sp>
        <p:nvSpPr>
          <p:cNvPr id="11" name="s13-590">
            <a:extLst xmlns:a="http://schemas.openxmlformats.org/drawingml/2006/main">
              <a:ext uri="{FF2B5EF4-FFF2-40B4-BE49-F238E27FC236}">
                <a16:creationId xmlns:a16="http://schemas.microsoft.com/office/drawing/2014/main" id="{1FE5B428-0F6C-4634-87AE-341B2BDE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3-591">
            <a:extLst xmlns:a="http://schemas.openxmlformats.org/drawingml/2006/main">
              <a:ext uri="{FF2B5EF4-FFF2-40B4-BE49-F238E27FC236}">
                <a16:creationId xmlns:a16="http://schemas.microsoft.com/office/drawing/2014/main" id="{4A7A7329-ECA8-4D2C-A74C-D3CA3D08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3-592">
            <a:extLst xmlns:a="http://schemas.openxmlformats.org/drawingml/2006/main">
              <a:ext uri="{FF2B5EF4-FFF2-40B4-BE49-F238E27FC236}">
                <a16:creationId xmlns:a16="http://schemas.microsoft.com/office/drawing/2014/main" id="{F3F0778E-DCC0-4053-BF98-2DF33195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13-593">
            <a:extLst xmlns:a="http://schemas.openxmlformats.org/drawingml/2006/main">
              <a:ext uri="{FF2B5EF4-FFF2-40B4-BE49-F238E27FC236}">
                <a16:creationId xmlns:a16="http://schemas.microsoft.com/office/drawing/2014/main" id="{61E8EC0F-44A3-4D98-AA9F-6F699EEF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3-594">
            <a:extLst xmlns:a="http://schemas.openxmlformats.org/drawingml/2006/main">
              <a:ext uri="{FF2B5EF4-FFF2-40B4-BE49-F238E27FC236}">
                <a16:creationId xmlns:a16="http://schemas.microsoft.com/office/drawing/2014/main" id="{24906F65-8FD3-4780-AA45-866B44E1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FCH    P1 = 6AH</a:t>
            </a:r>
          </a:p>
        </p:txBody>
      </p:sp>
      <p:sp>
        <p:nvSpPr>
          <p:cNvPr id="16" name="s13-595">
            <a:extLst xmlns:a="http://schemas.openxmlformats.org/drawingml/2006/main">
              <a:ext uri="{FF2B5EF4-FFF2-40B4-BE49-F238E27FC236}">
                <a16:creationId xmlns:a16="http://schemas.microsoft.com/office/drawing/2014/main" id="{221EA448-DD56-4617-9CA8-3EF1860D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ปิดพร้อมไฟแดงและเสียงเตือน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ตรวจลำแสงก่อนตรวจลิมิตปิด</a:t>
            </a:r>
          </a:p>
        </p:txBody>
      </p:sp>
      <p:sp>
        <p:nvSpPr>
          <p:cNvPr id="17" name="s13-596">
            <a:extLst xmlns:a="http://schemas.openxmlformats.org/drawingml/2006/main">
              <a:ext uri="{FF2B5EF4-FFF2-40B4-BE49-F238E27FC236}">
                <a16:creationId xmlns:a16="http://schemas.microsoft.com/office/drawing/2014/main" id="{E5FA5C27-4480-4B49-877D-06D7B5DD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พบสิ่งกีดขวางให้ตัดแรงขับก่อน</a:t>
            </a:r>
          </a:p>
        </p:txBody>
      </p:sp>
      <p:sp>
        <p:nvSpPr>
          <p:cNvPr id="18" name="s13-597">
            <a:extLst xmlns:a="http://schemas.openxmlformats.org/drawingml/2006/main">
              <a:ext uri="{FF2B5EF4-FFF2-40B4-BE49-F238E27FC236}">
                <a16:creationId xmlns:a16="http://schemas.microsoft.com/office/drawing/2014/main" id="{9AA6FA65-4806-4E1A-B686-672CCFD8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13-598">
            <a:extLst xmlns:a="http://schemas.openxmlformats.org/drawingml/2006/main">
              <a:ext uri="{FF2B5EF4-FFF2-40B4-BE49-F238E27FC236}">
                <a16:creationId xmlns:a16="http://schemas.microsoft.com/office/drawing/2014/main" id="{38F65F1E-C48E-4250-85BC-F2CAD304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โค้ดส่วนสำคัญของสถานะ CLOSING</a:t>
            </a:r>
          </a:p>
        </p:txBody>
      </p:sp>
      <p:sp>
        <p:nvSpPr>
          <p:cNvPr id="20" name="s13-599">
            <a:extLst xmlns:a="http://schemas.openxmlformats.org/drawingml/2006/main">
              <a:ext uri="{FF2B5EF4-FFF2-40B4-BE49-F238E27FC236}">
                <a16:creationId xmlns:a16="http://schemas.microsoft.com/office/drawing/2014/main" id="{5D3AA3EE-7D05-49B3-9444-5A84B5D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13-600">
            <a:extLst xmlns:a="http://schemas.openxmlformats.org/drawingml/2006/main">
              <a:ext uri="{FF2B5EF4-FFF2-40B4-BE49-F238E27FC236}">
                <a16:creationId xmlns:a16="http://schemas.microsoft.com/office/drawing/2014/main" id="{D8FBFB66-D778-4A2E-BC40-EDF24CDB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R1,#250</a:t>
            </a:r>
          </a:p>
        </p:txBody>
      </p:sp>
      <p:sp>
        <p:nvSpPr>
          <p:cNvPr id="22" name="s13-601">
            <a:extLst xmlns:a="http://schemas.openxmlformats.org/drawingml/2006/main">
              <a:ext uri="{FF2B5EF4-FFF2-40B4-BE49-F238E27FC236}">
                <a16:creationId xmlns:a16="http://schemas.microsoft.com/office/drawing/2014/main" id="{E6FD2B9E-8FEE-4EC0-B152-39D6C3FD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52315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ClosingLoop:</a:t>
            </a:r>
          </a:p>
        </p:txBody>
      </p:sp>
      <p:sp>
        <p:nvSpPr>
          <p:cNvPr id="23" name="s13-602">
            <a:extLst xmlns:a="http://schemas.openxmlformats.org/drawingml/2006/main">
              <a:ext uri="{FF2B5EF4-FFF2-40B4-BE49-F238E27FC236}">
                <a16:creationId xmlns:a16="http://schemas.microsoft.com/office/drawing/2014/main" id="{46EE9DAE-B4F3-42F9-8F02-2DA224C0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47029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P2.7,ClosingFault</a:t>
            </a:r>
          </a:p>
        </p:txBody>
      </p:sp>
      <p:sp>
        <p:nvSpPr>
          <p:cNvPr id="24" name="s13-603">
            <a:extLst xmlns:a="http://schemas.openxmlformats.org/drawingml/2006/main">
              <a:ext uri="{FF2B5EF4-FFF2-40B4-BE49-F238E27FC236}">
                <a16:creationId xmlns:a16="http://schemas.microsoft.com/office/drawing/2014/main" id="{AB756B94-3E02-45AB-9C67-3F76DE13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41744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P2.2,ClosingStop</a:t>
            </a:r>
          </a:p>
        </p:txBody>
      </p:sp>
      <p:sp>
        <p:nvSpPr>
          <p:cNvPr id="25" name="s13-604">
            <a:extLst xmlns:a="http://schemas.openxmlformats.org/drawingml/2006/main">
              <a:ext uri="{FF2B5EF4-FFF2-40B4-BE49-F238E27FC236}">
                <a16:creationId xmlns:a16="http://schemas.microsoft.com/office/drawing/2014/main" id="{A11AB4E2-EBA4-4119-A7BB-17A45841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36459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P2.5,ClosingStop</a:t>
            </a:r>
          </a:p>
        </p:txBody>
      </p:sp>
      <p:sp>
        <p:nvSpPr>
          <p:cNvPr id="26" name="s13-605">
            <a:extLst xmlns:a="http://schemas.openxmlformats.org/drawingml/2006/main">
              <a:ext uri="{FF2B5EF4-FFF2-40B4-BE49-F238E27FC236}">
                <a16:creationId xmlns:a16="http://schemas.microsoft.com/office/drawing/2014/main" id="{C1E7E0A6-6638-4311-9789-995DD3A0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31174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P2.0,ClosingStop</a:t>
            </a:r>
          </a:p>
        </p:txBody>
      </p:sp>
      <p:sp>
        <p:nvSpPr>
          <p:cNvPr id="27" name="s13-606">
            <a:extLst xmlns:a="http://schemas.openxmlformats.org/drawingml/2006/main">
              <a:ext uri="{FF2B5EF4-FFF2-40B4-BE49-F238E27FC236}">
                <a16:creationId xmlns:a16="http://schemas.microsoft.com/office/drawing/2014/main" id="{3F6A8923-2DA6-4287-A608-5BBD27CE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25888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P2.1,ClosingStop</a:t>
            </a:r>
          </a:p>
        </p:txBody>
      </p:sp>
      <p:sp>
        <p:nvSpPr>
          <p:cNvPr id="28" name="s13-607">
            <a:extLst xmlns:a="http://schemas.openxmlformats.org/drawingml/2006/main">
              <a:ext uri="{FF2B5EF4-FFF2-40B4-BE49-F238E27FC236}">
                <a16:creationId xmlns:a16="http://schemas.microsoft.com/office/drawing/2014/main" id="{F4EFB3C8-A143-479C-A84B-634593ED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20603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P2.4,ClosingDone</a:t>
            </a:r>
          </a:p>
        </p:txBody>
      </p:sp>
      <p:sp>
        <p:nvSpPr>
          <p:cNvPr id="29" name="s13-608">
            <a:extLst xmlns:a="http://schemas.openxmlformats.org/drawingml/2006/main">
              <a:ext uri="{FF2B5EF4-FFF2-40B4-BE49-F238E27FC236}">
                <a16:creationId xmlns:a16="http://schemas.microsoft.com/office/drawing/2014/main" id="{B8221BAC-EC11-4FAC-AF96-6B3F83C1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15318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30" name="s13-609">
            <a:extLst xmlns:a="http://schemas.openxmlformats.org/drawingml/2006/main">
              <a:ext uri="{FF2B5EF4-FFF2-40B4-BE49-F238E27FC236}">
                <a16:creationId xmlns:a16="http://schemas.microsoft.com/office/drawing/2014/main" id="{D466A590-3090-4E58-A806-A1DF9170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310032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DJNZ R1,ClosingLoop</a:t>
            </a:r>
          </a:p>
        </p:txBody>
      </p:sp>
      <p:sp>
        <p:nvSpPr>
          <p:cNvPr id="31" name="s13-610">
            <a:extLst xmlns:a="http://schemas.openxmlformats.org/drawingml/2006/main">
              <a:ext uri="{FF2B5EF4-FFF2-40B4-BE49-F238E27FC236}">
                <a16:creationId xmlns:a16="http://schemas.microsoft.com/office/drawing/2014/main" id="{47BB2316-A91F-4602-8DDC-574E4065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604747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ClosingFault:</a:t>
            </a:r>
          </a:p>
        </p:txBody>
      </p:sp>
      <p:sp>
        <p:nvSpPr>
          <p:cNvPr id="32" name="s13-611">
            <a:extLst xmlns:a="http://schemas.openxmlformats.org/drawingml/2006/main">
              <a:ext uri="{FF2B5EF4-FFF2-40B4-BE49-F238E27FC236}">
                <a16:creationId xmlns:a16="http://schemas.microsoft.com/office/drawing/2014/main" id="{D7136398-61A0-4D53-AB7C-091FF0E6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899462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33" name="s13-612">
            <a:extLst xmlns:a="http://schemas.openxmlformats.org/drawingml/2006/main">
              <a:ext uri="{FF2B5EF4-FFF2-40B4-BE49-F238E27FC236}">
                <a16:creationId xmlns:a16="http://schemas.microsoft.com/office/drawing/2014/main" id="{287483B4-CB6F-4BAC-8D6F-C0A253D9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194176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ClosingStop:</a:t>
            </a:r>
          </a:p>
        </p:txBody>
      </p:sp>
      <p:sp>
        <p:nvSpPr>
          <p:cNvPr id="34" name="s13-613">
            <a:extLst xmlns:a="http://schemas.openxmlformats.org/drawingml/2006/main">
              <a:ext uri="{FF2B5EF4-FFF2-40B4-BE49-F238E27FC236}">
                <a16:creationId xmlns:a16="http://schemas.microsoft.com/office/drawing/2014/main" id="{D0A301F4-7D0E-4F64-A97A-40748D55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488891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5" name="s13-614">
            <a:extLst xmlns:a="http://schemas.openxmlformats.org/drawingml/2006/main">
              <a:ext uri="{FF2B5EF4-FFF2-40B4-BE49-F238E27FC236}">
                <a16:creationId xmlns:a16="http://schemas.microsoft.com/office/drawing/2014/main" id="{603F34A8-1797-403E-AFAC-7D7E86D4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783606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RevWaitState</a:t>
            </a:r>
          </a:p>
        </p:txBody>
      </p:sp>
      <p:sp>
        <p:nvSpPr>
          <p:cNvPr id="36" name="s13-615">
            <a:extLst xmlns:a="http://schemas.openxmlformats.org/drawingml/2006/main">
              <a:ext uri="{FF2B5EF4-FFF2-40B4-BE49-F238E27FC236}">
                <a16:creationId xmlns:a16="http://schemas.microsoft.com/office/drawing/2014/main" id="{D2410CC8-2301-4408-8CE5-A1D49E91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078321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ClosingDone:</a:t>
            </a:r>
          </a:p>
        </p:txBody>
      </p:sp>
      <p:sp>
        <p:nvSpPr>
          <p:cNvPr id="37" name="s13-616">
            <a:extLst xmlns:a="http://schemas.openxmlformats.org/drawingml/2006/main">
              <a:ext uri="{FF2B5EF4-FFF2-40B4-BE49-F238E27FC236}">
                <a16:creationId xmlns:a16="http://schemas.microsoft.com/office/drawing/2014/main" id="{618A469C-D961-4EF7-8279-A7BA11E2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373035"/>
            <a:ext cx="9677400" cy="294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089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ClosedState</a:t>
            </a:r>
          </a:p>
        </p:txBody>
      </p:sp>
    </p:spTree>
    <p:extLst>
      <p:ext uri="{BB962C8B-B14F-4D97-AF65-F5344CB8AC3E}">
        <p14:creationId xmlns:p14="http://schemas.microsoft.com/office/powerpoint/2010/main" val="15103400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14-617">
            <a:extLst xmlns:a="http://schemas.openxmlformats.org/drawingml/2006/main">
              <a:ext uri="{FF2B5EF4-FFF2-40B4-BE49-F238E27FC236}">
                <a16:creationId xmlns:a16="http://schemas.microsoft.com/office/drawing/2014/main" id="{548793BB-9A82-4AEF-BCB1-2C17A1DE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พักมอเตอร์ก่อนกลับทิศ</a:t>
            </a:r>
          </a:p>
        </p:txBody>
      </p:sp>
      <p:sp>
        <p:nvSpPr>
          <p:cNvPr id="2" name="s14-618">
            <a:extLst xmlns:a="http://schemas.openxmlformats.org/drawingml/2006/main">
              <a:ext uri="{FF2B5EF4-FFF2-40B4-BE49-F238E27FC236}">
                <a16:creationId xmlns:a16="http://schemas.microsoft.com/office/drawing/2014/main" id="{4FB54553-F4C8-4493-ADF5-9282593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การทำงานในสถานะ REV_WAIT (ตัดแรงขับมอเตอร์ก่อนเปิดกลับ)</a:t>
            </a:r>
          </a:p>
        </p:txBody>
      </p:sp>
      <p:sp>
        <p:nvSpPr>
          <p:cNvPr id="3" name="s14-619">
            <a:extLst xmlns:a="http://schemas.openxmlformats.org/drawingml/2006/main">
              <a:ext uri="{FF2B5EF4-FFF2-40B4-BE49-F238E27FC236}">
                <a16:creationId xmlns:a16="http://schemas.microsoft.com/office/drawing/2014/main" id="{3E9D4425-33B2-492C-814F-E7FFA5B3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4-620">
            <a:extLst xmlns:a="http://schemas.openxmlformats.org/drawingml/2006/main">
              <a:ext uri="{FF2B5EF4-FFF2-40B4-BE49-F238E27FC236}">
                <a16:creationId xmlns:a16="http://schemas.microsoft.com/office/drawing/2014/main" id="{080A8A45-8197-47E7-A59C-FD789EE7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5" name="s14-621">
            <a:extLst xmlns:a="http://schemas.openxmlformats.org/drawingml/2006/main">
              <a:ext uri="{FF2B5EF4-FFF2-40B4-BE49-F238E27FC236}">
                <a16:creationId xmlns:a16="http://schemas.microsoft.com/office/drawing/2014/main" id="{5B428D03-7116-41E8-A58B-58A1F921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4-622">
            <a:extLst xmlns:a="http://schemas.openxmlformats.org/drawingml/2006/main">
              <a:ext uri="{FF2B5EF4-FFF2-40B4-BE49-F238E27FC236}">
                <a16:creationId xmlns:a16="http://schemas.microsoft.com/office/drawing/2014/main" id="{A3EAA3A0-EA28-473C-9E87-DD1970A8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CLOSING</a:t>
            </a:r>
          </a:p>
        </p:txBody>
      </p:sp>
      <p:sp>
        <p:nvSpPr>
          <p:cNvPr id="7" name="s14-623">
            <a:extLst xmlns:a="http://schemas.openxmlformats.org/drawingml/2006/main">
              <a:ext uri="{FF2B5EF4-FFF2-40B4-BE49-F238E27FC236}">
                <a16:creationId xmlns:a16="http://schemas.microsoft.com/office/drawing/2014/main" id="{2F70DC39-DFAF-4C7F-B155-F68B35FC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14-624">
            <a:extLst xmlns:a="http://schemas.openxmlformats.org/drawingml/2006/main">
              <a:ext uri="{FF2B5EF4-FFF2-40B4-BE49-F238E27FC236}">
                <a16:creationId xmlns:a16="http://schemas.microsoft.com/office/drawing/2014/main" id="{4501ACB5-5646-467F-BF4A-B47B56B3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REV_WAIT</a:t>
            </a:r>
          </a:p>
        </p:txBody>
      </p:sp>
      <p:sp>
        <p:nvSpPr>
          <p:cNvPr id="9" name="s14-625">
            <a:extLst xmlns:a="http://schemas.openxmlformats.org/drawingml/2006/main">
              <a:ext uri="{FF2B5EF4-FFF2-40B4-BE49-F238E27FC236}">
                <a16:creationId xmlns:a16="http://schemas.microsoft.com/office/drawing/2014/main" id="{4F90A333-40E3-4E3A-BCB5-5DACBDBA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14-626">
            <a:extLst xmlns:a="http://schemas.openxmlformats.org/drawingml/2006/main">
              <a:ext uri="{FF2B5EF4-FFF2-40B4-BE49-F238E27FC236}">
                <a16:creationId xmlns:a16="http://schemas.microsoft.com/office/drawing/2014/main" id="{FA300D87-166F-4F6A-9979-09E09302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REOPEN</a:t>
            </a:r>
          </a:p>
        </p:txBody>
      </p:sp>
      <p:sp>
        <p:nvSpPr>
          <p:cNvPr id="11" name="s14-627">
            <a:extLst xmlns:a="http://schemas.openxmlformats.org/drawingml/2006/main">
              <a:ext uri="{FF2B5EF4-FFF2-40B4-BE49-F238E27FC236}">
                <a16:creationId xmlns:a16="http://schemas.microsoft.com/office/drawing/2014/main" id="{8FB11304-B439-4275-B760-C994C2BB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4-628">
            <a:extLst xmlns:a="http://schemas.openxmlformats.org/drawingml/2006/main">
              <a:ext uri="{FF2B5EF4-FFF2-40B4-BE49-F238E27FC236}">
                <a16:creationId xmlns:a16="http://schemas.microsoft.com/office/drawing/2014/main" id="{3CD56F17-BDC9-4A52-A732-A2602F00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4-629">
            <a:extLst xmlns:a="http://schemas.openxmlformats.org/drawingml/2006/main">
              <a:ext uri="{FF2B5EF4-FFF2-40B4-BE49-F238E27FC236}">
                <a16:creationId xmlns:a16="http://schemas.microsoft.com/office/drawing/2014/main" id="{6377D951-ECEB-4B9A-A111-9CD6C7F1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14-630">
            <a:extLst xmlns:a="http://schemas.openxmlformats.org/drawingml/2006/main">
              <a:ext uri="{FF2B5EF4-FFF2-40B4-BE49-F238E27FC236}">
                <a16:creationId xmlns:a16="http://schemas.microsoft.com/office/drawing/2014/main" id="{F861DCF9-162F-41B0-BB01-A0D7760D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4-631">
            <a:extLst xmlns:a="http://schemas.openxmlformats.org/drawingml/2006/main">
              <a:ext uri="{FF2B5EF4-FFF2-40B4-BE49-F238E27FC236}">
                <a16:creationId xmlns:a16="http://schemas.microsoft.com/office/drawing/2014/main" id="{91316D0C-328F-4967-A1FE-A58AE602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FDH    P1 = 6CH</a:t>
            </a:r>
          </a:p>
        </p:txBody>
      </p:sp>
      <p:sp>
        <p:nvSpPr>
          <p:cNvPr id="16" name="s14-632">
            <a:extLst xmlns:a="http://schemas.openxmlformats.org/drawingml/2006/main">
              <a:ext uri="{FF2B5EF4-FFF2-40B4-BE49-F238E27FC236}">
                <a16:creationId xmlns:a16="http://schemas.microsoft.com/office/drawing/2014/main" id="{65469D2A-E202-4525-A31B-31A7E471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ตัดแรงขับพร้อมเสียงเตือน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ยังตรวจปุ่มหยุดฉุกเฉินระหว่างรอ</a:t>
            </a:r>
          </a:p>
        </p:txBody>
      </p:sp>
      <p:sp>
        <p:nvSpPr>
          <p:cNvPr id="17" name="s14-633">
            <a:extLst xmlns:a="http://schemas.openxmlformats.org/drawingml/2006/main">
              <a:ext uri="{FF2B5EF4-FFF2-40B4-BE49-F238E27FC236}">
                <a16:creationId xmlns:a16="http://schemas.microsoft.com/office/drawing/2014/main" id="{BAB7ABE8-3DB0-48CF-A03B-3A99A7E4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พักมอเตอร์อย่างน้อย 200 ms</a:t>
            </a:r>
          </a:p>
        </p:txBody>
      </p:sp>
      <p:sp>
        <p:nvSpPr>
          <p:cNvPr id="18" name="s14-634">
            <a:extLst xmlns:a="http://schemas.openxmlformats.org/drawingml/2006/main">
              <a:ext uri="{FF2B5EF4-FFF2-40B4-BE49-F238E27FC236}">
                <a16:creationId xmlns:a16="http://schemas.microsoft.com/office/drawing/2014/main" id="{137F851B-9A96-42F9-9692-B134DB43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14-635">
            <a:extLst xmlns:a="http://schemas.openxmlformats.org/drawingml/2006/main">
              <a:ext uri="{FF2B5EF4-FFF2-40B4-BE49-F238E27FC236}">
                <a16:creationId xmlns:a16="http://schemas.microsoft.com/office/drawing/2014/main" id="{E0844F01-5745-43E6-9BFC-57FDC929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โค้ดส่วนสำคัญของสถานะ REV_WAIT</a:t>
            </a:r>
          </a:p>
        </p:txBody>
      </p:sp>
      <p:sp>
        <p:nvSpPr>
          <p:cNvPr id="20" name="s14-636">
            <a:extLst xmlns:a="http://schemas.openxmlformats.org/drawingml/2006/main">
              <a:ext uri="{FF2B5EF4-FFF2-40B4-BE49-F238E27FC236}">
                <a16:creationId xmlns:a16="http://schemas.microsoft.com/office/drawing/2014/main" id="{9166FAA8-5545-45A7-9621-B4799950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14-637">
            <a:extLst xmlns:a="http://schemas.openxmlformats.org/drawingml/2006/main">
              <a:ext uri="{FF2B5EF4-FFF2-40B4-BE49-F238E27FC236}">
                <a16:creationId xmlns:a16="http://schemas.microsoft.com/office/drawing/2014/main" id="{F151563D-737A-4439-9336-A01EB872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RevWaitState:</a:t>
            </a:r>
          </a:p>
        </p:txBody>
      </p:sp>
      <p:sp>
        <p:nvSpPr>
          <p:cNvPr id="22" name="s14-638">
            <a:extLst xmlns:a="http://schemas.openxmlformats.org/drawingml/2006/main">
              <a:ext uri="{FF2B5EF4-FFF2-40B4-BE49-F238E27FC236}">
                <a16:creationId xmlns:a16="http://schemas.microsoft.com/office/drawing/2014/main" id="{218A2677-EC94-4078-91FB-FDF4C5FC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23" name="s14-639">
            <a:extLst xmlns:a="http://schemas.openxmlformats.org/drawingml/2006/main">
              <a:ext uri="{FF2B5EF4-FFF2-40B4-BE49-F238E27FC236}">
                <a16:creationId xmlns:a16="http://schemas.microsoft.com/office/drawing/2014/main" id="{F8C0465E-A604-4291-B671-7517EEC5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P0,#0FDH</a:t>
            </a:r>
          </a:p>
        </p:txBody>
      </p:sp>
      <p:sp>
        <p:nvSpPr>
          <p:cNvPr id="24" name="s14-640">
            <a:extLst xmlns:a="http://schemas.openxmlformats.org/drawingml/2006/main">
              <a:ext uri="{FF2B5EF4-FFF2-40B4-BE49-F238E27FC236}">
                <a16:creationId xmlns:a16="http://schemas.microsoft.com/office/drawing/2014/main" id="{A5839F10-628F-49DC-B8A5-6B1289C8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P1,#06CH</a:t>
            </a:r>
          </a:p>
        </p:txBody>
      </p:sp>
      <p:sp>
        <p:nvSpPr>
          <p:cNvPr id="25" name="s14-641">
            <a:extLst xmlns:a="http://schemas.openxmlformats.org/drawingml/2006/main">
              <a:ext uri="{FF2B5EF4-FFF2-40B4-BE49-F238E27FC236}">
                <a16:creationId xmlns:a16="http://schemas.microsoft.com/office/drawing/2014/main" id="{52DBAC8A-81D9-4428-BBE7-E5B0CAFB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76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R1,#10</a:t>
            </a:r>
          </a:p>
        </p:txBody>
      </p:sp>
      <p:sp>
        <p:nvSpPr>
          <p:cNvPr id="26" name="s14-642">
            <a:extLst xmlns:a="http://schemas.openxmlformats.org/drawingml/2006/main">
              <a:ext uri="{FF2B5EF4-FFF2-40B4-BE49-F238E27FC236}">
                <a16:creationId xmlns:a16="http://schemas.microsoft.com/office/drawing/2014/main" id="{6ADA9CE2-7859-47CC-AA6D-C27F7F48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81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RevLoop:</a:t>
            </a:r>
          </a:p>
        </p:txBody>
      </p:sp>
      <p:sp>
        <p:nvSpPr>
          <p:cNvPr id="27" name="s14-643">
            <a:extLst xmlns:a="http://schemas.openxmlformats.org/drawingml/2006/main">
              <a:ext uri="{FF2B5EF4-FFF2-40B4-BE49-F238E27FC236}">
                <a16:creationId xmlns:a16="http://schemas.microsoft.com/office/drawing/2014/main" id="{4933B4DB-09DE-4D05-9299-2797FCF3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86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P2.7,RevFault</a:t>
            </a:r>
          </a:p>
        </p:txBody>
      </p:sp>
      <p:sp>
        <p:nvSpPr>
          <p:cNvPr id="28" name="s14-644">
            <a:extLst xmlns:a="http://schemas.openxmlformats.org/drawingml/2006/main">
              <a:ext uri="{FF2B5EF4-FFF2-40B4-BE49-F238E27FC236}">
                <a16:creationId xmlns:a16="http://schemas.microsoft.com/office/drawing/2014/main" id="{0AB60919-8A65-4A72-92ED-9C30BE70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29" name="s14-645">
            <a:extLst xmlns:a="http://schemas.openxmlformats.org/drawingml/2006/main">
              <a:ext uri="{FF2B5EF4-FFF2-40B4-BE49-F238E27FC236}">
                <a16:creationId xmlns:a16="http://schemas.microsoft.com/office/drawing/2014/main" id="{47AC242A-DD44-4DE3-A665-F306B013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96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DJNZ R1,RevLoop</a:t>
            </a:r>
          </a:p>
        </p:txBody>
      </p:sp>
      <p:sp>
        <p:nvSpPr>
          <p:cNvPr id="30" name="s14-646">
            <a:extLst xmlns:a="http://schemas.openxmlformats.org/drawingml/2006/main">
              <a:ext uri="{FF2B5EF4-FFF2-40B4-BE49-F238E27FC236}">
                <a16:creationId xmlns:a16="http://schemas.microsoft.com/office/drawing/2014/main" id="{095D6BCF-B94E-4CBC-9D50-F442B1BC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00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ReopenState</a:t>
            </a:r>
          </a:p>
        </p:txBody>
      </p:sp>
      <p:sp>
        <p:nvSpPr>
          <p:cNvPr id="31" name="s14-647">
            <a:extLst xmlns:a="http://schemas.openxmlformats.org/drawingml/2006/main">
              <a:ext uri="{FF2B5EF4-FFF2-40B4-BE49-F238E27FC236}">
                <a16:creationId xmlns:a16="http://schemas.microsoft.com/office/drawing/2014/main" id="{353656EB-5F82-45F6-BE26-C78135DB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05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RevFault:</a:t>
            </a:r>
          </a:p>
        </p:txBody>
      </p:sp>
      <p:sp>
        <p:nvSpPr>
          <p:cNvPr id="32" name="s14-648">
            <a:extLst xmlns:a="http://schemas.openxmlformats.org/drawingml/2006/main">
              <a:ext uri="{FF2B5EF4-FFF2-40B4-BE49-F238E27FC236}">
                <a16:creationId xmlns:a16="http://schemas.microsoft.com/office/drawing/2014/main" id="{CD72D798-D706-4E41-86C1-E3ECD580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010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</p:spTree>
    <p:extLst>
      <p:ext uri="{BB962C8B-B14F-4D97-AF65-F5344CB8AC3E}">
        <p14:creationId xmlns:p14="http://schemas.microsoft.com/office/powerpoint/2010/main" val="5733305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15-649">
            <a:extLst xmlns:a="http://schemas.openxmlformats.org/drawingml/2006/main">
              <a:ext uri="{FF2B5EF4-FFF2-40B4-BE49-F238E27FC236}">
                <a16:creationId xmlns:a16="http://schemas.microsoft.com/office/drawing/2014/main" id="{E3DBD508-947A-436F-942B-EFE452E3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ประตูเปิดกลับ</a:t>
            </a:r>
          </a:p>
        </p:txBody>
      </p:sp>
      <p:sp>
        <p:nvSpPr>
          <p:cNvPr id="2" name="s15-650">
            <a:extLst xmlns:a="http://schemas.openxmlformats.org/drawingml/2006/main">
              <a:ext uri="{FF2B5EF4-FFF2-40B4-BE49-F238E27FC236}">
                <a16:creationId xmlns:a16="http://schemas.microsoft.com/office/drawing/2014/main" id="{2BC21CCA-6D7F-4583-AA7D-C7FA32DE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การทำงานในสถานะ REOPEN (เปิดประตูกลับเมื่อพบสิ่งกีดขวาง)</a:t>
            </a:r>
          </a:p>
        </p:txBody>
      </p:sp>
      <p:sp>
        <p:nvSpPr>
          <p:cNvPr id="3" name="s15-651">
            <a:extLst xmlns:a="http://schemas.openxmlformats.org/drawingml/2006/main">
              <a:ext uri="{FF2B5EF4-FFF2-40B4-BE49-F238E27FC236}">
                <a16:creationId xmlns:a16="http://schemas.microsoft.com/office/drawing/2014/main" id="{69BC9411-799A-4BBE-AA8C-728F9783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5-652">
            <a:extLst xmlns:a="http://schemas.openxmlformats.org/drawingml/2006/main">
              <a:ext uri="{FF2B5EF4-FFF2-40B4-BE49-F238E27FC236}">
                <a16:creationId xmlns:a16="http://schemas.microsoft.com/office/drawing/2014/main" id="{8B81A4EB-11C1-43D3-89D0-23C05F73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5" name="s15-653">
            <a:extLst xmlns:a="http://schemas.openxmlformats.org/drawingml/2006/main">
              <a:ext uri="{FF2B5EF4-FFF2-40B4-BE49-F238E27FC236}">
                <a16:creationId xmlns:a16="http://schemas.microsoft.com/office/drawing/2014/main" id="{6DD7F81A-109D-44FB-91CC-BEE808C4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5-654">
            <a:extLst xmlns:a="http://schemas.openxmlformats.org/drawingml/2006/main">
              <a:ext uri="{FF2B5EF4-FFF2-40B4-BE49-F238E27FC236}">
                <a16:creationId xmlns:a16="http://schemas.microsoft.com/office/drawing/2014/main" id="{BEDDDA17-A77A-4C16-981D-C82B249A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REV_WAIT</a:t>
            </a:r>
          </a:p>
        </p:txBody>
      </p:sp>
      <p:sp>
        <p:nvSpPr>
          <p:cNvPr id="7" name="s15-655">
            <a:extLst xmlns:a="http://schemas.openxmlformats.org/drawingml/2006/main">
              <a:ext uri="{FF2B5EF4-FFF2-40B4-BE49-F238E27FC236}">
                <a16:creationId xmlns:a16="http://schemas.microsoft.com/office/drawing/2014/main" id="{1EB0AB81-2955-4865-9EF9-9A9206CA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15-656">
            <a:extLst xmlns:a="http://schemas.openxmlformats.org/drawingml/2006/main">
              <a:ext uri="{FF2B5EF4-FFF2-40B4-BE49-F238E27FC236}">
                <a16:creationId xmlns:a16="http://schemas.microsoft.com/office/drawing/2014/main" id="{12B96143-28CB-408D-B3D7-F2D01303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REOPEN</a:t>
            </a:r>
          </a:p>
        </p:txBody>
      </p:sp>
      <p:sp>
        <p:nvSpPr>
          <p:cNvPr id="9" name="s15-657">
            <a:extLst xmlns:a="http://schemas.openxmlformats.org/drawingml/2006/main">
              <a:ext uri="{FF2B5EF4-FFF2-40B4-BE49-F238E27FC236}">
                <a16:creationId xmlns:a16="http://schemas.microsoft.com/office/drawing/2014/main" id="{BAE9A491-E454-4DFB-9E13-034B6D87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15-658">
            <a:extLst xmlns:a="http://schemas.openxmlformats.org/drawingml/2006/main">
              <a:ext uri="{FF2B5EF4-FFF2-40B4-BE49-F238E27FC236}">
                <a16:creationId xmlns:a16="http://schemas.microsoft.com/office/drawing/2014/main" id="{D6A1C6D5-37D0-4B7F-9703-EF75ADA9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HOLD</a:t>
            </a:r>
          </a:p>
        </p:txBody>
      </p:sp>
      <p:sp>
        <p:nvSpPr>
          <p:cNvPr id="11" name="s15-659">
            <a:extLst xmlns:a="http://schemas.openxmlformats.org/drawingml/2006/main">
              <a:ext uri="{FF2B5EF4-FFF2-40B4-BE49-F238E27FC236}">
                <a16:creationId xmlns:a16="http://schemas.microsoft.com/office/drawing/2014/main" id="{9797C2A2-536E-4E3F-B09D-836ACB43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5-660">
            <a:extLst xmlns:a="http://schemas.openxmlformats.org/drawingml/2006/main">
              <a:ext uri="{FF2B5EF4-FFF2-40B4-BE49-F238E27FC236}">
                <a16:creationId xmlns:a16="http://schemas.microsoft.com/office/drawing/2014/main" id="{112A6BA2-A73E-4020-B58F-239F0129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5-661">
            <a:extLst xmlns:a="http://schemas.openxmlformats.org/drawingml/2006/main">
              <a:ext uri="{FF2B5EF4-FFF2-40B4-BE49-F238E27FC236}">
                <a16:creationId xmlns:a16="http://schemas.microsoft.com/office/drawing/2014/main" id="{FF23B975-BD30-46FA-ACC5-DAB5B527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15-662">
            <a:extLst xmlns:a="http://schemas.openxmlformats.org/drawingml/2006/main">
              <a:ext uri="{FF2B5EF4-FFF2-40B4-BE49-F238E27FC236}">
                <a16:creationId xmlns:a16="http://schemas.microsoft.com/office/drawing/2014/main" id="{2868EF5D-2893-46BA-84C2-C1DDF13E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5-663">
            <a:extLst xmlns:a="http://schemas.openxmlformats.org/drawingml/2006/main">
              <a:ext uri="{FF2B5EF4-FFF2-40B4-BE49-F238E27FC236}">
                <a16:creationId xmlns:a16="http://schemas.microsoft.com/office/drawing/2014/main" id="{7F9F573B-0013-4A6D-B19C-65E790E3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FEH    P1 = 69H</a:t>
            </a:r>
          </a:p>
        </p:txBody>
      </p:sp>
      <p:sp>
        <p:nvSpPr>
          <p:cNvPr id="16" name="s15-664">
            <a:extLst xmlns:a="http://schemas.openxmlformats.org/drawingml/2006/main">
              <a:ext uri="{FF2B5EF4-FFF2-40B4-BE49-F238E27FC236}">
                <a16:creationId xmlns:a16="http://schemas.microsoft.com/office/drawing/2014/main" id="{C8DFEE96-8D0E-4631-89F8-2C106196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เปิดกลับพร้อมไฟแดงและเสียง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ถึงลิมิต LO จึงหยุดเปิด</a:t>
            </a:r>
          </a:p>
        </p:txBody>
      </p:sp>
      <p:sp>
        <p:nvSpPr>
          <p:cNvPr id="17" name="s15-665">
            <a:extLst xmlns:a="http://schemas.openxmlformats.org/drawingml/2006/main">
              <a:ext uri="{FF2B5EF4-FFF2-40B4-BE49-F238E27FC236}">
                <a16:creationId xmlns:a16="http://schemas.microsoft.com/office/drawing/2014/main" id="{CE627865-6178-4051-8C90-15FEDDA1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เกิน 5 วินาที ให้เข้า FAULT</a:t>
            </a:r>
          </a:p>
        </p:txBody>
      </p:sp>
      <p:sp>
        <p:nvSpPr>
          <p:cNvPr id="18" name="s15-666">
            <a:extLst xmlns:a="http://schemas.openxmlformats.org/drawingml/2006/main">
              <a:ext uri="{FF2B5EF4-FFF2-40B4-BE49-F238E27FC236}">
                <a16:creationId xmlns:a16="http://schemas.microsoft.com/office/drawing/2014/main" id="{3A45DE77-3BC0-4C51-9035-90E3ECF1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15-667">
            <a:extLst xmlns:a="http://schemas.openxmlformats.org/drawingml/2006/main">
              <a:ext uri="{FF2B5EF4-FFF2-40B4-BE49-F238E27FC236}">
                <a16:creationId xmlns:a16="http://schemas.microsoft.com/office/drawing/2014/main" id="{0B85212A-BCEB-4311-AE8E-DC36405D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โค้ดส่วนสำคัญของสถานะ REOPEN</a:t>
            </a:r>
          </a:p>
        </p:txBody>
      </p:sp>
      <p:sp>
        <p:nvSpPr>
          <p:cNvPr id="20" name="s15-668">
            <a:extLst xmlns:a="http://schemas.openxmlformats.org/drawingml/2006/main">
              <a:ext uri="{FF2B5EF4-FFF2-40B4-BE49-F238E27FC236}">
                <a16:creationId xmlns:a16="http://schemas.microsoft.com/office/drawing/2014/main" id="{E8DBD68D-54A5-431D-9B23-8CF8E3BB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15-669">
            <a:extLst xmlns:a="http://schemas.openxmlformats.org/drawingml/2006/main">
              <a:ext uri="{FF2B5EF4-FFF2-40B4-BE49-F238E27FC236}">
                <a16:creationId xmlns:a16="http://schemas.microsoft.com/office/drawing/2014/main" id="{DEDB7BE8-7EC8-40A4-A996-BB9BA035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ReopenState:</a:t>
            </a:r>
          </a:p>
        </p:txBody>
      </p:sp>
      <p:sp>
        <p:nvSpPr>
          <p:cNvPr id="22" name="s15-670">
            <a:extLst xmlns:a="http://schemas.openxmlformats.org/drawingml/2006/main">
              <a:ext uri="{FF2B5EF4-FFF2-40B4-BE49-F238E27FC236}">
                <a16:creationId xmlns:a16="http://schemas.microsoft.com/office/drawing/2014/main" id="{B17186E7-3E31-41A5-998D-DC96974F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23" name="s15-671">
            <a:extLst xmlns:a="http://schemas.openxmlformats.org/drawingml/2006/main">
              <a:ext uri="{FF2B5EF4-FFF2-40B4-BE49-F238E27FC236}">
                <a16:creationId xmlns:a16="http://schemas.microsoft.com/office/drawing/2014/main" id="{E6C0C89D-10AE-43D7-A471-60A5BBDA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P0,#0FEH</a:t>
            </a:r>
          </a:p>
        </p:txBody>
      </p:sp>
      <p:sp>
        <p:nvSpPr>
          <p:cNvPr id="24" name="s15-672">
            <a:extLst xmlns:a="http://schemas.openxmlformats.org/drawingml/2006/main">
              <a:ext uri="{FF2B5EF4-FFF2-40B4-BE49-F238E27FC236}">
                <a16:creationId xmlns:a16="http://schemas.microsoft.com/office/drawing/2014/main" id="{8B5814F8-FF96-4CEA-A547-10E87742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P1,#06DH</a:t>
            </a:r>
          </a:p>
        </p:txBody>
      </p:sp>
      <p:sp>
        <p:nvSpPr>
          <p:cNvPr id="25" name="s15-673">
            <a:extLst xmlns:a="http://schemas.openxmlformats.org/drawingml/2006/main">
              <a:ext uri="{FF2B5EF4-FFF2-40B4-BE49-F238E27FC236}">
                <a16:creationId xmlns:a16="http://schemas.microsoft.com/office/drawing/2014/main" id="{2B4161DC-0E09-4FCC-B544-B01D23E2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76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P1,#069H</a:t>
            </a:r>
          </a:p>
        </p:txBody>
      </p:sp>
      <p:sp>
        <p:nvSpPr>
          <p:cNvPr id="26" name="s15-674">
            <a:extLst xmlns:a="http://schemas.openxmlformats.org/drawingml/2006/main">
              <a:ext uri="{FF2B5EF4-FFF2-40B4-BE49-F238E27FC236}">
                <a16:creationId xmlns:a16="http://schemas.microsoft.com/office/drawing/2014/main" id="{78A01978-B74C-47C4-BC8B-9F9295F1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81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R1,#250</a:t>
            </a:r>
          </a:p>
        </p:txBody>
      </p:sp>
      <p:sp>
        <p:nvSpPr>
          <p:cNvPr id="27" name="s15-675">
            <a:extLst xmlns:a="http://schemas.openxmlformats.org/drawingml/2006/main">
              <a:ext uri="{FF2B5EF4-FFF2-40B4-BE49-F238E27FC236}">
                <a16:creationId xmlns:a16="http://schemas.microsoft.com/office/drawing/2014/main" id="{78E2F281-72EE-4B2A-B3CE-317D7C2C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86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ReopenLoop:</a:t>
            </a:r>
          </a:p>
        </p:txBody>
      </p:sp>
      <p:sp>
        <p:nvSpPr>
          <p:cNvPr id="28" name="s15-676">
            <a:extLst xmlns:a="http://schemas.openxmlformats.org/drawingml/2006/main">
              <a:ext uri="{FF2B5EF4-FFF2-40B4-BE49-F238E27FC236}">
                <a16:creationId xmlns:a16="http://schemas.microsoft.com/office/drawing/2014/main" id="{DF530EDC-69FD-4FB1-8992-177FFF3E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P2.7,ReopenFault</a:t>
            </a:r>
          </a:p>
        </p:txBody>
      </p:sp>
      <p:sp>
        <p:nvSpPr>
          <p:cNvPr id="29" name="s15-677">
            <a:extLst xmlns:a="http://schemas.openxmlformats.org/drawingml/2006/main">
              <a:ext uri="{FF2B5EF4-FFF2-40B4-BE49-F238E27FC236}">
                <a16:creationId xmlns:a16="http://schemas.microsoft.com/office/drawing/2014/main" id="{728F1DFE-A303-4F1C-9C04-D57B7F0A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96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P2.3,ReopenDone</a:t>
            </a:r>
          </a:p>
        </p:txBody>
      </p:sp>
      <p:sp>
        <p:nvSpPr>
          <p:cNvPr id="30" name="s15-678">
            <a:extLst xmlns:a="http://schemas.openxmlformats.org/drawingml/2006/main">
              <a:ext uri="{FF2B5EF4-FFF2-40B4-BE49-F238E27FC236}">
                <a16:creationId xmlns:a16="http://schemas.microsoft.com/office/drawing/2014/main" id="{44396192-4FC0-49D2-AD11-96768AD3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00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31" name="s15-679">
            <a:extLst xmlns:a="http://schemas.openxmlformats.org/drawingml/2006/main">
              <a:ext uri="{FF2B5EF4-FFF2-40B4-BE49-F238E27FC236}">
                <a16:creationId xmlns:a16="http://schemas.microsoft.com/office/drawing/2014/main" id="{9D81D5A2-239A-4E9E-9415-5E6B7CDE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05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DJNZ R1,ReopenLoop</a:t>
            </a:r>
          </a:p>
        </p:txBody>
      </p:sp>
      <p:sp>
        <p:nvSpPr>
          <p:cNvPr id="32" name="s15-680">
            <a:extLst xmlns:a="http://schemas.openxmlformats.org/drawingml/2006/main">
              <a:ext uri="{FF2B5EF4-FFF2-40B4-BE49-F238E27FC236}">
                <a16:creationId xmlns:a16="http://schemas.microsoft.com/office/drawing/2014/main" id="{E0D94A18-9AC3-415F-9D3B-D2872572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010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ReopenFault:</a:t>
            </a:r>
          </a:p>
        </p:txBody>
      </p:sp>
      <p:sp>
        <p:nvSpPr>
          <p:cNvPr id="33" name="s15-681">
            <a:extLst xmlns:a="http://schemas.openxmlformats.org/drawingml/2006/main">
              <a:ext uri="{FF2B5EF4-FFF2-40B4-BE49-F238E27FC236}">
                <a16:creationId xmlns:a16="http://schemas.microsoft.com/office/drawing/2014/main" id="{0E7281AC-B1B6-446F-9579-434F5566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315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34" name="s15-682">
            <a:extLst xmlns:a="http://schemas.openxmlformats.org/drawingml/2006/main">
              <a:ext uri="{FF2B5EF4-FFF2-40B4-BE49-F238E27FC236}">
                <a16:creationId xmlns:a16="http://schemas.microsoft.com/office/drawing/2014/main" id="{A9C60444-018F-41E9-93E1-A0E5BF04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ReopenDone:</a:t>
            </a:r>
          </a:p>
        </p:txBody>
      </p:sp>
      <p:sp>
        <p:nvSpPr>
          <p:cNvPr id="35" name="s15-683">
            <a:extLst xmlns:a="http://schemas.openxmlformats.org/drawingml/2006/main">
              <a:ext uri="{FF2B5EF4-FFF2-40B4-BE49-F238E27FC236}">
                <a16:creationId xmlns:a16="http://schemas.microsoft.com/office/drawing/2014/main" id="{D90A82CC-6E5B-43DB-8710-49F7399F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924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HoldState</a:t>
            </a:r>
          </a:p>
        </p:txBody>
      </p:sp>
    </p:spTree>
    <p:extLst>
      <p:ext uri="{BB962C8B-B14F-4D97-AF65-F5344CB8AC3E}">
        <p14:creationId xmlns:p14="http://schemas.microsoft.com/office/powerpoint/2010/main" val="149679366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16-684">
            <a:extLst xmlns:a="http://schemas.openxmlformats.org/drawingml/2006/main">
              <a:ext uri="{FF2B5EF4-FFF2-40B4-BE49-F238E27FC236}">
                <a16:creationId xmlns:a16="http://schemas.microsoft.com/office/drawing/2014/main" id="{3D2AC3DF-DCF7-44F4-8272-705EEECD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หยุดเมื่อพบความผิดปกติ</a:t>
            </a:r>
          </a:p>
        </p:txBody>
      </p:sp>
      <p:sp>
        <p:nvSpPr>
          <p:cNvPr id="2" name="s16-685">
            <a:extLst xmlns:a="http://schemas.openxmlformats.org/drawingml/2006/main">
              <a:ext uri="{FF2B5EF4-FFF2-40B4-BE49-F238E27FC236}">
                <a16:creationId xmlns:a16="http://schemas.microsoft.com/office/drawing/2014/main" id="{52DF3E4A-C228-4165-B3C0-D9E337CC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การทำงานในสถานะ FAULT (ตัดแรงขับและแจ้งเตือนข้อผิดพลาด)</a:t>
            </a:r>
          </a:p>
        </p:txBody>
      </p:sp>
      <p:sp>
        <p:nvSpPr>
          <p:cNvPr id="3" name="s16-686">
            <a:extLst xmlns:a="http://schemas.openxmlformats.org/drawingml/2006/main">
              <a:ext uri="{FF2B5EF4-FFF2-40B4-BE49-F238E27FC236}">
                <a16:creationId xmlns:a16="http://schemas.microsoft.com/office/drawing/2014/main" id="{8F48FD55-A8A6-4839-AEE3-6F012074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6-687">
            <a:extLst xmlns:a="http://schemas.openxmlformats.org/drawingml/2006/main">
              <a:ext uri="{FF2B5EF4-FFF2-40B4-BE49-F238E27FC236}">
                <a16:creationId xmlns:a16="http://schemas.microsoft.com/office/drawing/2014/main" id="{8F126D91-02E2-444A-88B8-B0F55642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5" name="s16-688">
            <a:extLst xmlns:a="http://schemas.openxmlformats.org/drawingml/2006/main">
              <a:ext uri="{FF2B5EF4-FFF2-40B4-BE49-F238E27FC236}">
                <a16:creationId xmlns:a16="http://schemas.microsoft.com/office/drawing/2014/main" id="{A0851AEC-3CFE-4F48-B1B2-06D66320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6-689">
            <a:extLst xmlns:a="http://schemas.openxmlformats.org/drawingml/2006/main">
              <a:ext uri="{FF2B5EF4-FFF2-40B4-BE49-F238E27FC236}">
                <a16:creationId xmlns:a16="http://schemas.microsoft.com/office/drawing/2014/main" id="{37212C4C-9535-4658-BD39-C974A12E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พบความผิดปกติ</a:t>
            </a:r>
          </a:p>
        </p:txBody>
      </p:sp>
      <p:sp>
        <p:nvSpPr>
          <p:cNvPr id="7" name="s16-690">
            <a:extLst xmlns:a="http://schemas.openxmlformats.org/drawingml/2006/main">
              <a:ext uri="{FF2B5EF4-FFF2-40B4-BE49-F238E27FC236}">
                <a16:creationId xmlns:a16="http://schemas.microsoft.com/office/drawing/2014/main" id="{46D8A8E6-1278-44E0-ADC2-F2157A4D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86225"/>
            <a:ext cx="4857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8" name="s16-691">
            <a:extLst xmlns:a="http://schemas.openxmlformats.org/drawingml/2006/main">
              <a:ext uri="{FF2B5EF4-FFF2-40B4-BE49-F238E27FC236}">
                <a16:creationId xmlns:a16="http://schemas.microsoft.com/office/drawing/2014/main" id="{B13FFA48-7875-42C0-BCC4-AC873C5E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4705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FAULT</a:t>
            </a:r>
          </a:p>
        </p:txBody>
      </p:sp>
      <p:sp>
        <p:nvSpPr>
          <p:cNvPr id="9" name="s16-692">
            <a:extLst xmlns:a="http://schemas.openxmlformats.org/drawingml/2006/main">
              <a:ext uri="{FF2B5EF4-FFF2-40B4-BE49-F238E27FC236}">
                <a16:creationId xmlns:a16="http://schemas.microsoft.com/office/drawing/2014/main" id="{03A9D19A-7B34-416A-9A0D-F34359C2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53075"/>
            <a:ext cx="4857750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0" name="s16-693">
            <a:extLst xmlns:a="http://schemas.openxmlformats.org/drawingml/2006/main">
              <a:ext uri="{FF2B5EF4-FFF2-40B4-BE49-F238E27FC236}">
                <a16:creationId xmlns:a16="http://schemas.microsoft.com/office/drawing/2014/main" id="{DA3C0DDB-D829-4679-9A9C-1A2EED64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10225"/>
            <a:ext cx="4705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START</a:t>
            </a:r>
          </a:p>
        </p:txBody>
      </p:sp>
      <p:sp>
        <p:nvSpPr>
          <p:cNvPr id="11" name="s16-694">
            <a:extLst xmlns:a="http://schemas.openxmlformats.org/drawingml/2006/main">
              <a:ext uri="{FF2B5EF4-FFF2-40B4-BE49-F238E27FC236}">
                <a16:creationId xmlns:a16="http://schemas.microsoft.com/office/drawing/2014/main" id="{AA8B8BE3-75BD-4B0A-BE69-C98FEADC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5757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2" name="s16-695">
            <a:extLst xmlns:a="http://schemas.openxmlformats.org/drawingml/2006/main">
              <a:ext uri="{FF2B5EF4-FFF2-40B4-BE49-F238E27FC236}">
                <a16:creationId xmlns:a16="http://schemas.microsoft.com/office/drawing/2014/main" id="{4B485A5F-B9FD-4FC2-AFBC-D3B7F1A0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4029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3" name="s16-696">
            <a:extLst xmlns:a="http://schemas.openxmlformats.org/drawingml/2006/main">
              <a:ext uri="{FF2B5EF4-FFF2-40B4-BE49-F238E27FC236}">
                <a16:creationId xmlns:a16="http://schemas.microsoft.com/office/drawing/2014/main" id="{6EA8EFBA-1FE0-497E-BE56-F59B1FDD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924425"/>
            <a:ext cx="95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A5E9"/>
            </a:solidFill>
          </a:ln>
        </p:spPr>
      </p:sp>
      <p:sp>
        <p:nvSpPr>
          <p:cNvPr id="14" name="s16-697">
            <a:extLst xmlns:a="http://schemas.openxmlformats.org/drawingml/2006/main">
              <a:ext uri="{FF2B5EF4-FFF2-40B4-BE49-F238E27FC236}">
                <a16:creationId xmlns:a16="http://schemas.microsoft.com/office/drawing/2014/main" id="{B6DCFCE6-F411-4872-AFAF-251060E4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686175" y="5495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</a:ln>
        </p:spPr>
      </p:sp>
      <p:sp>
        <p:nvSpPr>
          <p:cNvPr id="15" name="s16-698">
            <a:extLst xmlns:a="http://schemas.openxmlformats.org/drawingml/2006/main">
              <a:ext uri="{FF2B5EF4-FFF2-40B4-BE49-F238E27FC236}">
                <a16:creationId xmlns:a16="http://schemas.microsoft.com/office/drawing/2014/main" id="{FF1D5652-1990-4512-AED9-F9D06EF8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734175"/>
            <a:ext cx="5467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55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P0 = FFH    P1 = 6CH</a:t>
            </a:r>
          </a:p>
        </p:txBody>
      </p:sp>
      <p:sp>
        <p:nvSpPr>
          <p:cNvPr id="16" name="s16-699">
            <a:extLst xmlns:a="http://schemas.openxmlformats.org/drawingml/2006/main">
              <a:ext uri="{FF2B5EF4-FFF2-40B4-BE49-F238E27FC236}">
                <a16:creationId xmlns:a16="http://schemas.microsoft.com/office/drawing/2014/main" id="{F7F5CB7B-8B23-4B22-B049-ACA59937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524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ตัดแรงขับ คงไฟแดงและเสียง</a:t>
            </a:r>
          </a:p>
          <a:p xmlns:a="http://schemas.openxmlformats.org/drawingml/2006/main">
            <a:pPr algn="l">
              <a:defRPr sz="2250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2250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ต้องปล่อยแล้วกด Reset ใหม่</a:t>
            </a:r>
          </a:p>
        </p:txBody>
      </p:sp>
      <p:sp>
        <p:nvSpPr>
          <p:cNvPr id="17" name="s16-700">
            <a:extLst xmlns:a="http://schemas.openxmlformats.org/drawingml/2006/main">
              <a:ext uri="{FF2B5EF4-FFF2-40B4-BE49-F238E27FC236}">
                <a16:creationId xmlns:a16="http://schemas.microsoft.com/office/drawing/2014/main" id="{E7C65134-75BC-42C4-BE4A-C59FA053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410575"/>
            <a:ext cx="546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กลับไปตรวจตำแหน่งก่อนเริ่มงาน</a:t>
            </a:r>
          </a:p>
        </p:txBody>
      </p:sp>
      <p:sp>
        <p:nvSpPr>
          <p:cNvPr id="18" name="s16-701">
            <a:extLst xmlns:a="http://schemas.openxmlformats.org/drawingml/2006/main">
              <a:ext uri="{FF2B5EF4-FFF2-40B4-BE49-F238E27FC236}">
                <a16:creationId xmlns:a16="http://schemas.microsoft.com/office/drawing/2014/main" id="{8CB4EF0E-48CC-4244-8E8B-CFF66AB4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10372725" cy="616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9" name="s16-702">
            <a:extLst xmlns:a="http://schemas.openxmlformats.org/drawingml/2006/main">
              <a:ext uri="{FF2B5EF4-FFF2-40B4-BE49-F238E27FC236}">
                <a16:creationId xmlns:a16="http://schemas.microsoft.com/office/drawing/2014/main" id="{496EBB2A-22D3-41B9-A3DB-C16C14C1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76550"/>
            <a:ext cx="9677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โค้ดส่วนสำคัญของสถานะ FAULT</a:t>
            </a:r>
          </a:p>
        </p:txBody>
      </p:sp>
      <p:sp>
        <p:nvSpPr>
          <p:cNvPr id="20" name="s16-703">
            <a:extLst xmlns:a="http://schemas.openxmlformats.org/drawingml/2006/main">
              <a:ext uri="{FF2B5EF4-FFF2-40B4-BE49-F238E27FC236}">
                <a16:creationId xmlns:a16="http://schemas.microsoft.com/office/drawing/2014/main" id="{71E24116-2382-4EB4-B275-C5A57C37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7440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1" name="s16-704">
            <a:extLst xmlns:a="http://schemas.openxmlformats.org/drawingml/2006/main">
              <a:ext uri="{FF2B5EF4-FFF2-40B4-BE49-F238E27FC236}">
                <a16:creationId xmlns:a16="http://schemas.microsoft.com/office/drawing/2014/main" id="{A71599ED-37F5-4840-9829-3D465660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57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FaultState:</a:t>
            </a:r>
          </a:p>
        </p:txBody>
      </p:sp>
      <p:sp>
        <p:nvSpPr>
          <p:cNvPr id="22" name="s16-705">
            <a:extLst xmlns:a="http://schemas.openxmlformats.org/drawingml/2006/main">
              <a:ext uri="{FF2B5EF4-FFF2-40B4-BE49-F238E27FC236}">
                <a16:creationId xmlns:a16="http://schemas.microsoft.com/office/drawing/2014/main" id="{D1A36958-7E1E-4972-809A-CC57F5FE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62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23" name="s16-706">
            <a:extLst xmlns:a="http://schemas.openxmlformats.org/drawingml/2006/main">
              <a:ext uri="{FF2B5EF4-FFF2-40B4-BE49-F238E27FC236}">
                <a16:creationId xmlns:a16="http://schemas.microsoft.com/office/drawing/2014/main" id="{935822F1-81DF-4CD9-82AE-607AF24F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267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P0,#0FFH</a:t>
            </a:r>
          </a:p>
        </p:txBody>
      </p:sp>
      <p:sp>
        <p:nvSpPr>
          <p:cNvPr id="24" name="s16-707">
            <a:extLst xmlns:a="http://schemas.openxmlformats.org/drawingml/2006/main">
              <a:ext uri="{FF2B5EF4-FFF2-40B4-BE49-F238E27FC236}">
                <a16:creationId xmlns:a16="http://schemas.microsoft.com/office/drawing/2014/main" id="{C89D8BF3-2A70-4017-BC51-CD7A2F3B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MOV  P1,#06CH</a:t>
            </a:r>
          </a:p>
        </p:txBody>
      </p:sp>
      <p:sp>
        <p:nvSpPr>
          <p:cNvPr id="25" name="s16-708">
            <a:extLst xmlns:a="http://schemas.openxmlformats.org/drawingml/2006/main">
              <a:ext uri="{FF2B5EF4-FFF2-40B4-BE49-F238E27FC236}">
                <a16:creationId xmlns:a16="http://schemas.microsoft.com/office/drawing/2014/main" id="{B458DB16-9AF6-4143-8C6B-1DEFCCFE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76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FaultRelease:</a:t>
            </a:r>
          </a:p>
        </p:txBody>
      </p:sp>
      <p:sp>
        <p:nvSpPr>
          <p:cNvPr id="26" name="s16-709">
            <a:extLst xmlns:a="http://schemas.openxmlformats.org/drawingml/2006/main">
              <a:ext uri="{FF2B5EF4-FFF2-40B4-BE49-F238E27FC236}">
                <a16:creationId xmlns:a16="http://schemas.microsoft.com/office/drawing/2014/main" id="{F1C1F983-C946-4D72-AA4A-F838137E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81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P2.6,FaultRelease</a:t>
            </a:r>
          </a:p>
        </p:txBody>
      </p:sp>
      <p:sp>
        <p:nvSpPr>
          <p:cNvPr id="27" name="s16-710">
            <a:extLst xmlns:a="http://schemas.openxmlformats.org/drawingml/2006/main">
              <a:ext uri="{FF2B5EF4-FFF2-40B4-BE49-F238E27FC236}">
                <a16:creationId xmlns:a16="http://schemas.microsoft.com/office/drawing/2014/main" id="{D449736A-084C-4589-AAAB-3E99B5CD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86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FaultLoop:</a:t>
            </a:r>
          </a:p>
        </p:txBody>
      </p:sp>
      <p:sp>
        <p:nvSpPr>
          <p:cNvPr id="28" name="s16-711">
            <a:extLst xmlns:a="http://schemas.openxmlformats.org/drawingml/2006/main">
              <a:ext uri="{FF2B5EF4-FFF2-40B4-BE49-F238E27FC236}">
                <a16:creationId xmlns:a16="http://schemas.microsoft.com/office/drawing/2014/main" id="{D729898C-296B-4671-AFE2-E0FDF704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791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JNB  P2.6,FaultCheck</a:t>
            </a:r>
          </a:p>
        </p:txBody>
      </p:sp>
      <p:sp>
        <p:nvSpPr>
          <p:cNvPr id="29" name="s16-712">
            <a:extLst xmlns:a="http://schemas.openxmlformats.org/drawingml/2006/main">
              <a:ext uri="{FF2B5EF4-FFF2-40B4-BE49-F238E27FC236}">
                <a16:creationId xmlns:a16="http://schemas.microsoft.com/office/drawing/2014/main" id="{107B5B31-4FBD-4DE8-90FC-F4D121EB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096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SJMP FaultLoop</a:t>
            </a:r>
          </a:p>
        </p:txBody>
      </p:sp>
      <p:sp>
        <p:nvSpPr>
          <p:cNvPr id="30" name="s16-713">
            <a:extLst xmlns:a="http://schemas.openxmlformats.org/drawingml/2006/main">
              <a:ext uri="{FF2B5EF4-FFF2-40B4-BE49-F238E27FC236}">
                <a16:creationId xmlns:a16="http://schemas.microsoft.com/office/drawing/2014/main" id="{36606A33-B48E-4BBA-9824-9DCFA971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400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0EA5E9"/>
                </a:solidFill>
                <a:latin typeface="Courier New"/>
                <a:ea typeface="Courier New"/>
                <a:cs typeface="Courier New"/>
              </a:rPr>
              <a:t>FaultCheck:</a:t>
            </a:r>
          </a:p>
        </p:txBody>
      </p:sp>
      <p:sp>
        <p:nvSpPr>
          <p:cNvPr id="31" name="s16-714">
            <a:extLst xmlns:a="http://schemas.openxmlformats.org/drawingml/2006/main">
              <a:ext uri="{FF2B5EF4-FFF2-40B4-BE49-F238E27FC236}">
                <a16:creationId xmlns:a16="http://schemas.microsoft.com/office/drawing/2014/main" id="{15EA9DB6-3425-4AFF-ADC5-02ED3591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705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32" name="s16-715">
            <a:extLst xmlns:a="http://schemas.openxmlformats.org/drawingml/2006/main">
              <a:ext uri="{FF2B5EF4-FFF2-40B4-BE49-F238E27FC236}">
                <a16:creationId xmlns:a16="http://schemas.microsoft.com/office/drawing/2014/main" id="{69999871-D4DB-48B1-9E8C-2AE12D22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0104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P2.6,FaultLoop</a:t>
            </a:r>
          </a:p>
        </p:txBody>
      </p:sp>
      <p:sp>
        <p:nvSpPr>
          <p:cNvPr id="33" name="s16-716">
            <a:extLst xmlns:a="http://schemas.openxmlformats.org/drawingml/2006/main">
              <a:ext uri="{FF2B5EF4-FFF2-40B4-BE49-F238E27FC236}">
                <a16:creationId xmlns:a16="http://schemas.microsoft.com/office/drawing/2014/main" id="{649744FB-882B-4231-B6C7-34099556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3152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P2.7,FaultLoop</a:t>
            </a:r>
          </a:p>
        </p:txBody>
      </p:sp>
      <p:sp>
        <p:nvSpPr>
          <p:cNvPr id="34" name="s16-717">
            <a:extLst xmlns:a="http://schemas.openxmlformats.org/drawingml/2006/main">
              <a:ext uri="{FF2B5EF4-FFF2-40B4-BE49-F238E27FC236}">
                <a16:creationId xmlns:a16="http://schemas.microsoft.com/office/drawing/2014/main" id="{73334AA6-FEAD-467D-A481-8D7E0F17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6200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P2.2,FaultLoop</a:t>
            </a:r>
          </a:p>
        </p:txBody>
      </p:sp>
      <p:sp>
        <p:nvSpPr>
          <p:cNvPr id="35" name="s16-718">
            <a:extLst xmlns:a="http://schemas.openxmlformats.org/drawingml/2006/main">
              <a:ext uri="{FF2B5EF4-FFF2-40B4-BE49-F238E27FC236}">
                <a16:creationId xmlns:a16="http://schemas.microsoft.com/office/drawing/2014/main" id="{747AF596-9509-4CE9-8F3A-E718956D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79248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JB   P2.5,FaultLoop</a:t>
            </a:r>
          </a:p>
        </p:txBody>
      </p:sp>
      <p:sp>
        <p:nvSpPr>
          <p:cNvPr id="36" name="s16-719">
            <a:extLst xmlns:a="http://schemas.openxmlformats.org/drawingml/2006/main">
              <a:ext uri="{FF2B5EF4-FFF2-40B4-BE49-F238E27FC236}">
                <a16:creationId xmlns:a16="http://schemas.microsoft.com/office/drawing/2014/main" id="{764DB28F-44B7-41ED-96D5-E9793323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2296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defRPr>
            </a:pPr>
            <a:r>
              <a:rPr sz="2100" b="1">
                <a:solidFill>
                  <a:srgbClr val="1E293B"/>
                </a:solidFill>
                <a:latin typeface="Courier New"/>
                <a:ea typeface="Courier New"/>
                <a:cs typeface="Courier New"/>
              </a:rPr>
              <a:t>    LJMP START</a:t>
            </a:r>
          </a:p>
        </p:txBody>
      </p:sp>
    </p:spTree>
    <p:extLst>
      <p:ext uri="{BB962C8B-B14F-4D97-AF65-F5344CB8AC3E}">
        <p14:creationId xmlns:p14="http://schemas.microsoft.com/office/powerpoint/2010/main" val="241315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17-720">
            <a:extLst xmlns:a="http://schemas.openxmlformats.org/drawingml/2006/main">
              <a:ext uri="{FF2B5EF4-FFF2-40B4-BE49-F238E27FC236}">
                <a16:creationId xmlns:a16="http://schemas.microsoft.com/office/drawing/2014/main" id="{2B063F90-EE20-49E2-B903-CAB34AED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ระเบียบวิธีและสภาพแวดล้อมการทดสอบ</a:t>
            </a:r>
          </a:p>
        </p:txBody>
      </p:sp>
      <p:sp>
        <p:nvSpPr>
          <p:cNvPr id="2" name="s17-721">
            <a:extLst xmlns:a="http://schemas.openxmlformats.org/drawingml/2006/main">
              <a:ext uri="{FF2B5EF4-FFF2-40B4-BE49-F238E27FC236}">
                <a16:creationId xmlns:a16="http://schemas.microsoft.com/office/drawing/2014/main" id="{0F5220A9-25A5-442B-8F00-DA6F9EED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การตรวจสอบความถูกต้องของระบบควบคุมบน EdSim51DI จำลองสัญญาณนาฬิกา 12.000 MHz</a:t>
            </a:r>
          </a:p>
        </p:txBody>
      </p:sp>
      <p:sp>
        <p:nvSpPr>
          <p:cNvPr id="3" name="s17-722">
            <a:extLst xmlns:a="http://schemas.openxmlformats.org/drawingml/2006/main">
              <a:ext uri="{FF2B5EF4-FFF2-40B4-BE49-F238E27FC236}">
                <a16:creationId xmlns:a16="http://schemas.microsoft.com/office/drawing/2014/main" id="{F2767F12-3FBB-4131-AF33-F1A5367D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7-723">
            <a:extLst xmlns:a="http://schemas.openxmlformats.org/drawingml/2006/main">
              <a:ext uri="{FF2B5EF4-FFF2-40B4-BE49-F238E27FC236}">
                <a16:creationId xmlns:a16="http://schemas.microsoft.com/office/drawing/2014/main" id="{6072EA8E-AE69-49D4-A084-3A23F9BB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5" name="s17-724">
            <a:extLst xmlns:a="http://schemas.openxmlformats.org/drawingml/2006/main">
              <a:ext uri="{FF2B5EF4-FFF2-40B4-BE49-F238E27FC236}">
                <a16:creationId xmlns:a16="http://schemas.microsoft.com/office/drawing/2014/main" id="{36D00D28-A6A6-4375-B929-6446CB78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953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7-725">
            <a:extLst xmlns:a="http://schemas.openxmlformats.org/drawingml/2006/main">
              <a:ext uri="{FF2B5EF4-FFF2-40B4-BE49-F238E27FC236}">
                <a16:creationId xmlns:a16="http://schemas.microsoft.com/office/drawing/2014/main" id="{6E4914F8-9BEA-4A21-A68E-0B692BB0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953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7" name="s17-726">
            <a:extLst xmlns:a="http://schemas.openxmlformats.org/drawingml/2006/main">
              <a:ext uri="{FF2B5EF4-FFF2-40B4-BE49-F238E27FC236}">
                <a16:creationId xmlns:a16="http://schemas.microsoft.com/office/drawing/2014/main" id="{7C8173CA-7D8C-46E8-A59C-DAF65B5B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449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1. เครื่องมือและสภาพแวดล้อม</a:t>
            </a:r>
          </a:p>
        </p:txBody>
      </p:sp>
      <p:sp>
        <p:nvSpPr>
          <p:cNvPr id="8" name="s17-727">
            <a:extLst xmlns:a="http://schemas.openxmlformats.org/drawingml/2006/main">
              <a:ext uri="{FF2B5EF4-FFF2-40B4-BE49-F238E27FC236}">
                <a16:creationId xmlns:a16="http://schemas.microsoft.com/office/drawing/2014/main" id="{4372C0E0-D580-49B4-97C7-0849A3CA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โปรแกรมจำลอง: EdSim51DI (v2.1.39)</a:t>
            </a:r>
          </a:p>
        </p:txBody>
      </p:sp>
      <p:sp>
        <p:nvSpPr>
          <p:cNvPr id="9" name="s17-728">
            <a:extLst xmlns:a="http://schemas.openxmlformats.org/drawingml/2006/main">
              <a:ext uri="{FF2B5EF4-FFF2-40B4-BE49-F238E27FC236}">
                <a16:creationId xmlns:a16="http://schemas.microsoft.com/office/drawing/2014/main" id="{87CF5E66-843D-4CF4-BC3A-F0547A3C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717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ความถี่สัญญาณนาฬิกา: 12.000 MHz</a:t>
            </a:r>
          </a:p>
        </p:txBody>
      </p:sp>
      <p:sp>
        <p:nvSpPr>
          <p:cNvPr id="10" name="s17-729">
            <a:extLst xmlns:a="http://schemas.openxmlformats.org/drawingml/2006/main">
              <a:ext uri="{FF2B5EF4-FFF2-40B4-BE49-F238E27FC236}">
                <a16:creationId xmlns:a16="http://schemas.microsoft.com/office/drawing/2014/main" id="{21190704-835F-4097-B5A0-A319174F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5772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สถาปัตยกรรม: Classic 8051 (12T Core)</a:t>
            </a:r>
          </a:p>
        </p:txBody>
      </p:sp>
      <p:sp>
        <p:nvSpPr>
          <p:cNvPr id="11" name="s17-730">
            <a:extLst xmlns:a="http://schemas.openxmlformats.org/drawingml/2006/main">
              <a:ext uri="{FF2B5EF4-FFF2-40B4-BE49-F238E27FC236}">
                <a16:creationId xmlns:a16="http://schemas.microsoft.com/office/drawing/2014/main" id="{F7A943CA-C99D-42C9-A16F-F064459C4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4827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จำลองระดับวงรอบคำสั่ง (Cycle-Accurate)</a:t>
            </a:r>
          </a:p>
        </p:txBody>
      </p:sp>
      <p:sp>
        <p:nvSpPr>
          <p:cNvPr id="12" name="s17-731">
            <a:extLst xmlns:a="http://schemas.openxmlformats.org/drawingml/2006/main">
              <a:ext uri="{FF2B5EF4-FFF2-40B4-BE49-F238E27FC236}">
                <a16:creationId xmlns:a16="http://schemas.microsoft.com/office/drawing/2014/main" id="{4ED2CE8C-E9FA-4B5B-B124-113B7D34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3882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เชื่อมต่อเซนเซอร์ลำแสงและลิมิตสวิตช์</a:t>
            </a:r>
          </a:p>
        </p:txBody>
      </p:sp>
      <p:sp>
        <p:nvSpPr>
          <p:cNvPr id="13" name="s17-732">
            <a:extLst xmlns:a="http://schemas.openxmlformats.org/drawingml/2006/main">
              <a:ext uri="{FF2B5EF4-FFF2-40B4-BE49-F238E27FC236}">
                <a16:creationId xmlns:a16="http://schemas.microsoft.com/office/drawing/2014/main" id="{D664FF2E-ADE3-4848-822E-B8D7F1F8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2937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เชื่อมต่อโมดูลขับมอเตอร์ H-Bridge</a:t>
            </a:r>
          </a:p>
        </p:txBody>
      </p:sp>
      <p:sp>
        <p:nvSpPr>
          <p:cNvPr id="14" name="s17-733">
            <a:extLst xmlns:a="http://schemas.openxmlformats.org/drawingml/2006/main">
              <a:ext uri="{FF2B5EF4-FFF2-40B4-BE49-F238E27FC236}">
                <a16:creationId xmlns:a16="http://schemas.microsoft.com/office/drawing/2014/main" id="{BA1C600A-B8BC-4510-9BD9-42FC32BB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5334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5" name="s17-734">
            <a:extLst xmlns:a="http://schemas.openxmlformats.org/drawingml/2006/main">
              <a:ext uri="{FF2B5EF4-FFF2-40B4-BE49-F238E27FC236}">
                <a16:creationId xmlns:a16="http://schemas.microsoft.com/office/drawing/2014/main" id="{D09AEDFB-00BA-4EC3-BAEC-D7303F4B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5334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16" name="s17-735">
            <a:extLst xmlns:a="http://schemas.openxmlformats.org/drawingml/2006/main">
              <a:ext uri="{FF2B5EF4-FFF2-40B4-BE49-F238E27FC236}">
                <a16:creationId xmlns:a16="http://schemas.microsoft.com/office/drawing/2014/main" id="{AB16C3F0-1238-4C3B-93C8-59CC6FC4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2. ที่มาของฐานเวลาทางวิศวกรรม</a:t>
            </a:r>
          </a:p>
        </p:txBody>
      </p:sp>
      <p:sp>
        <p:nvSpPr>
          <p:cNvPr id="17" name="s17-736">
            <a:extLst xmlns:a="http://schemas.openxmlformats.org/drawingml/2006/main">
              <a:ext uri="{FF2B5EF4-FFF2-40B4-BE49-F238E27FC236}">
                <a16:creationId xmlns:a16="http://schemas.microsoft.com/office/drawing/2014/main" id="{772BBD07-0E5F-4E81-9E8F-51880920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662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สัญญาณนาฬิกา 12 MHz กำหนดให้:</a:t>
            </a:r>
          </a:p>
        </p:txBody>
      </p:sp>
      <p:sp>
        <p:nvSpPr>
          <p:cNvPr id="18" name="s17-737">
            <a:extLst xmlns:a="http://schemas.openxmlformats.org/drawingml/2006/main">
              <a:ext uri="{FF2B5EF4-FFF2-40B4-BE49-F238E27FC236}">
                <a16:creationId xmlns:a16="http://schemas.microsoft.com/office/drawing/2014/main" id="{7743F2A7-5BB8-4BDB-ADF5-884F0C38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671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  1 Machine Cycle (12 Clocks) = 1 µs</a:t>
            </a:r>
          </a:p>
        </p:txBody>
      </p:sp>
      <p:sp>
        <p:nvSpPr>
          <p:cNvPr id="19" name="s17-738">
            <a:extLst xmlns:a="http://schemas.openxmlformats.org/drawingml/2006/main">
              <a:ext uri="{FF2B5EF4-FFF2-40B4-BE49-F238E27FC236}">
                <a16:creationId xmlns:a16="http://schemas.microsoft.com/office/drawing/2014/main" id="{569E7D81-D860-43AB-AC1C-CCC3622A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5772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Timer 0 โหมด 2 (8-bit Auto-Reload):</a:t>
            </a:r>
          </a:p>
        </p:txBody>
      </p:sp>
      <p:sp>
        <p:nvSpPr>
          <p:cNvPr id="20" name="s17-739">
            <a:extLst xmlns:a="http://schemas.openxmlformats.org/drawingml/2006/main">
              <a:ext uri="{FF2B5EF4-FFF2-40B4-BE49-F238E27FC236}">
                <a16:creationId xmlns:a16="http://schemas.microsoft.com/office/drawing/2014/main" id="{F28D466B-BEE8-4BC3-A3A7-BC4B8428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482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  ตั้ง TH0 = 06H (256 − 6 = นับ 250 รอบ)</a:t>
            </a:r>
          </a:p>
        </p:txBody>
      </p:sp>
      <p:sp>
        <p:nvSpPr>
          <p:cNvPr id="21" name="s17-740">
            <a:extLst xmlns:a="http://schemas.openxmlformats.org/drawingml/2006/main">
              <a:ext uri="{FF2B5EF4-FFF2-40B4-BE49-F238E27FC236}">
                <a16:creationId xmlns:a16="http://schemas.microsoft.com/office/drawing/2014/main" id="{753448F6-AD7C-4C8E-B94C-7121F6E9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83882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  เกิด 1 Overflow ทุกๆ 250 µs พอดี</a:t>
            </a:r>
          </a:p>
        </p:txBody>
      </p:sp>
      <p:sp>
        <p:nvSpPr>
          <p:cNvPr id="22" name="s17-741">
            <a:extLst xmlns:a="http://schemas.openxmlformats.org/drawingml/2006/main">
              <a:ext uri="{FF2B5EF4-FFF2-40B4-BE49-F238E27FC236}">
                <a16:creationId xmlns:a16="http://schemas.microsoft.com/office/drawing/2014/main" id="{820B8F13-955C-4F1E-A36D-BFEC7EB0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4293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ซอฟต์แวร์นับทบ 40 ครั้ง: 250 µs × 40 = 10 ms</a:t>
            </a:r>
          </a:p>
        </p:txBody>
      </p:sp>
      <p:sp>
        <p:nvSpPr>
          <p:cNvPr id="23" name="s17-742">
            <a:extLst xmlns:a="http://schemas.openxmlformats.org/drawingml/2006/main">
              <a:ext uri="{FF2B5EF4-FFF2-40B4-BE49-F238E27FC236}">
                <a16:creationId xmlns:a16="http://schemas.microsoft.com/office/drawing/2014/main" id="{05F3D686-40CE-455F-B511-899CA818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701992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ฐานเวลา 1 Tick = 10 ms วัดจากรอบ CPU จริง</a:t>
            </a:r>
          </a:p>
        </p:txBody>
      </p:sp>
      <p:sp>
        <p:nvSpPr>
          <p:cNvPr id="24" name="s17-743">
            <a:extLst xmlns:a="http://schemas.openxmlformats.org/drawingml/2006/main">
              <a:ext uri="{FF2B5EF4-FFF2-40B4-BE49-F238E27FC236}">
                <a16:creationId xmlns:a16="http://schemas.microsoft.com/office/drawing/2014/main" id="{7D6621D4-9B31-4CC0-B153-4D49BBFB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667000"/>
            <a:ext cx="5334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25" name="s17-744">
            <a:extLst xmlns:a="http://schemas.openxmlformats.org/drawingml/2006/main">
              <a:ext uri="{FF2B5EF4-FFF2-40B4-BE49-F238E27FC236}">
                <a16:creationId xmlns:a16="http://schemas.microsoft.com/office/drawing/2014/main" id="{C67ED5D5-A4FE-4071-BC84-D8E89F3B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667000"/>
            <a:ext cx="5334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26" name="s17-745">
            <a:extLst xmlns:a="http://schemas.openxmlformats.org/drawingml/2006/main">
              <a:ext uri="{FF2B5EF4-FFF2-40B4-BE49-F238E27FC236}">
                <a16:creationId xmlns:a16="http://schemas.microsoft.com/office/drawing/2014/main" id="{7507D224-6FA9-4182-B2CA-FF13E817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278130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3. ขอบเขตการทดสอบครบทุกสภาวะ</a:t>
            </a:r>
          </a:p>
        </p:txBody>
      </p:sp>
      <p:sp>
        <p:nvSpPr>
          <p:cNvPr id="27" name="s17-746">
            <a:extLst xmlns:a="http://schemas.openxmlformats.org/drawingml/2006/main">
              <a:ext uri="{FF2B5EF4-FFF2-40B4-BE49-F238E27FC236}">
                <a16:creationId xmlns:a16="http://schemas.microsoft.com/office/drawing/2014/main" id="{86FCE074-4A7A-475F-AAC8-E6E73B17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47662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รันจำลองรวมกว่า 41,686,115 คำสั่ง</a:t>
            </a:r>
          </a:p>
        </p:txBody>
      </p:sp>
      <p:sp>
        <p:nvSpPr>
          <p:cNvPr id="28" name="s17-747">
            <a:extLst xmlns:a="http://schemas.openxmlformats.org/drawingml/2006/main">
              <a:ext uri="{FF2B5EF4-FFF2-40B4-BE49-F238E27FC236}">
                <a16:creationId xmlns:a16="http://schemas.microsoft.com/office/drawing/2014/main" id="{B125AC18-E4C5-4A27-8B88-0D9C20B9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0671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ครอบคลุมทุกสถานการณ์วิกฤตของระบบ:</a:t>
            </a:r>
          </a:p>
        </p:txBody>
      </p:sp>
      <p:sp>
        <p:nvSpPr>
          <p:cNvPr id="29" name="s17-748">
            <a:extLst xmlns:a="http://schemas.openxmlformats.org/drawingml/2006/main">
              <a:ext uri="{FF2B5EF4-FFF2-40B4-BE49-F238E27FC236}">
                <a16:creationId xmlns:a16="http://schemas.microsoft.com/office/drawing/2014/main" id="{23064094-087B-4585-91C9-B9A0F437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65772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  • การทำงานรอบปกติ (Normal Open-Close)</a:t>
            </a:r>
          </a:p>
        </p:txBody>
      </p:sp>
      <p:sp>
        <p:nvSpPr>
          <p:cNvPr id="30" name="s17-749">
            <a:extLst xmlns:a="http://schemas.openxmlformats.org/drawingml/2006/main">
              <a:ext uri="{FF2B5EF4-FFF2-40B4-BE49-F238E27FC236}">
                <a16:creationId xmlns:a16="http://schemas.microsoft.com/office/drawing/2014/main" id="{04876CE2-2D75-42C8-9508-C8D52C9F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2482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  • พบสิ่งกีดขวางขณะปิด (Obstacle Reversal)</a:t>
            </a:r>
          </a:p>
        </p:txBody>
      </p:sp>
      <p:sp>
        <p:nvSpPr>
          <p:cNvPr id="31" name="s17-750">
            <a:extLst xmlns:a="http://schemas.openxmlformats.org/drawingml/2006/main">
              <a:ext uri="{FF2B5EF4-FFF2-40B4-BE49-F238E27FC236}">
                <a16:creationId xmlns:a16="http://schemas.microsoft.com/office/drawing/2014/main" id="{F0C8D856-BBA0-4BDB-A7C8-668320F2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583882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  • ลิมิตสวิตช์ขัดข้อง (Travel Timeout 5 s)</a:t>
            </a:r>
          </a:p>
        </p:txBody>
      </p:sp>
      <p:sp>
        <p:nvSpPr>
          <p:cNvPr id="32" name="s17-751">
            <a:extLst xmlns:a="http://schemas.openxmlformats.org/drawingml/2006/main">
              <a:ext uri="{FF2B5EF4-FFF2-40B4-BE49-F238E27FC236}">
                <a16:creationId xmlns:a16="http://schemas.microsoft.com/office/drawing/2014/main" id="{0CBF264F-6201-4048-BDBB-AFE53D87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64293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  • ปุ่มกดหยุดฉุกเฉิน (Emergency Stop)</a:t>
            </a:r>
          </a:p>
        </p:txBody>
      </p:sp>
      <p:sp>
        <p:nvSpPr>
          <p:cNvPr id="33" name="s17-752">
            <a:extLst xmlns:a="http://schemas.openxmlformats.org/drawingml/2006/main">
              <a:ext uri="{FF2B5EF4-FFF2-40B4-BE49-F238E27FC236}">
                <a16:creationId xmlns:a16="http://schemas.microsoft.com/office/drawing/2014/main" id="{7CF09CD7-AF5A-40FE-9D66-380B839C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701992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บันทึกและตรวจสอบค่าเวลาทุกการเปลี่ยนสถานะ</a:t>
            </a:r>
          </a:p>
        </p:txBody>
      </p:sp>
      <p:sp>
        <p:nvSpPr>
          <p:cNvPr id="34" name="s17-753">
            <a:extLst xmlns:a="http://schemas.openxmlformats.org/drawingml/2006/main">
              <a:ext uri="{FF2B5EF4-FFF2-40B4-BE49-F238E27FC236}">
                <a16:creationId xmlns:a16="http://schemas.microsoft.com/office/drawing/2014/main" id="{C9F65C11-2773-4E35-AB84-74479189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0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ตัวเลขเวลาที่รายงานทั้งหมดมาจากการนับรอบ Machine Cycles จริงของแกนประมวลผลจำลอง จึงมีความแม่นยำทางตรรกะระดับไมโครวินาที</a:t>
            </a:r>
          </a:p>
        </p:txBody>
      </p:sp>
    </p:spTree>
    <p:extLst>
      <p:ext uri="{BB962C8B-B14F-4D97-AF65-F5344CB8AC3E}">
        <p14:creationId xmlns:p14="http://schemas.microsoft.com/office/powerpoint/2010/main" val="18002474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18-754">
            <a:extLst xmlns:a="http://schemas.openxmlformats.org/drawingml/2006/main">
              <a:ext uri="{FF2B5EF4-FFF2-40B4-BE49-F238E27FC236}">
                <a16:creationId xmlns:a16="http://schemas.microsoft.com/office/drawing/2014/main" id="{69A40786-9AC3-4D08-A633-5EB15DE0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ผลการวัดเวลาจริงและการรับรองความปลอดภัย</a:t>
            </a:r>
          </a:p>
        </p:txBody>
      </p:sp>
      <p:sp>
        <p:nvSpPr>
          <p:cNvPr id="2" name="s18-755">
            <a:extLst xmlns:a="http://schemas.openxmlformats.org/drawingml/2006/main">
              <a:ext uri="{FF2B5EF4-FFF2-40B4-BE49-F238E27FC236}">
                <a16:creationId xmlns:a16="http://schemas.microsoft.com/office/drawing/2014/main" id="{CB788AA9-488C-4A52-8165-CF8AF2CB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เปรียบเทียบค่าเวลาที่ออกแบบกับค่าที่วัดได้จริง และการรับรองความปลอดภัยทางไฟฟ้า</a:t>
            </a:r>
          </a:p>
        </p:txBody>
      </p:sp>
      <p:sp>
        <p:nvSpPr>
          <p:cNvPr id="3" name="s18-756">
            <a:extLst xmlns:a="http://schemas.openxmlformats.org/drawingml/2006/main">
              <a:ext uri="{FF2B5EF4-FFF2-40B4-BE49-F238E27FC236}">
                <a16:creationId xmlns:a16="http://schemas.microsoft.com/office/drawing/2014/main" id="{42AEE193-F778-4DC4-A232-5C6525E3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8-757">
            <a:extLst xmlns:a="http://schemas.openxmlformats.org/drawingml/2006/main">
              <a:ext uri="{FF2B5EF4-FFF2-40B4-BE49-F238E27FC236}">
                <a16:creationId xmlns:a16="http://schemas.microsoft.com/office/drawing/2014/main" id="{B6115FE7-E106-45CC-8884-5D8D25E0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914400" y="2619375"/>
          <a:ext xmlns:a="http://schemas.openxmlformats.org/drawingml/2006/main" cx="164592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2095500"/>
                <a:gridCol w="2362200"/>
                <a:gridCol w="7429500"/>
              </a:tblGrid>
              <a:tr h="59055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1875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ช่วงเวลาการทำงาน / ฟังก์ชัน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1875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ค่าที่ออกแบบ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1875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ค่าที่วัดได้จริง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1875" b="1">
                          <a:solidFill>
                            <a:srgbClr val="0EA5E9"/>
                          </a:solidFill>
                          <a:latin typeface="Tahoma"/>
                          <a:ea typeface="Tahoma"/>
                          <a:cs typeface="Tahoma"/>
                        </a:rPr>
                        <a:t>ผลการประเมินทางวิศวกรรม</a:t>
                      </a:r>
                    </a:p>
                  </a:txBody>
                  <a:tcPr marL="91440" marR="91440" marT="45720" marB="45720" anchor="ctr">
                    <a:solidFill>
                      <a:srgbClr val="F0F9FF"/>
                    </a:solidFill>
                  </a:tcPr>
                </a:tc>
              </a:tr>
              <a:tr h="59055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การกรองสัญญาณปุ่มกด (Debounce Filter)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20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24.854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ผ่านเกณฑ์ กรองสัญญาณกวนจากหน้าสัมผัสกระเด้งได้เสถียร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การตัดแรงขับก่อนกลับทิศ (Motor Dead Time)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200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209.795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ผ่านเกณฑ์ พักมอเตอร์ลดแรงเคลื่อนเหนี่ยวนำย้อนกลับสมบูรณ์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ประตูเปิดค้างรอทางผ่านว่าง (Door Hold Time)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3.000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3.019788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ผ่านเกณฑ์ เริ่มนับเวลาใหม่ทันทีเมื่อเซนเซอร์ตรวจพบการบัง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152400" tIns="76200" rIns="114300" bIns="76200"/>
                    <a:lstStyle/>
                    <a:p>
                      <a:pPr algn="l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ป้องกันมอเตอร์ติดขัด (Travel Timeout)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5.000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5.009978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pPr algn="ctr"/>
                      <a:r>
                        <a:rPr sz="1875" b="0">
                          <a:solidFill>
                            <a:srgbClr val="1E293B"/>
                          </a:solidFill>
                          <a:latin typeface="Tahoma"/>
                          <a:ea typeface="Tahoma"/>
                          <a:cs typeface="Tahoma"/>
                        </a:rPr>
                        <a:t>ผ่านเกณฑ์ ตัดแรงขับเข้าสู่ FAULT ทันทีเมื่อไม่ถึงลิมิตตามกำหนด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8-758">
            <a:extLst xmlns:a="http://schemas.openxmlformats.org/drawingml/2006/main">
              <a:ext uri="{FF2B5EF4-FFF2-40B4-BE49-F238E27FC236}">
                <a16:creationId xmlns:a16="http://schemas.microsoft.com/office/drawing/2014/main" id="{91765F28-1E37-4E1E-9093-F1BC6744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0"/>
            <a:ext cx="164592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19050">
            <a:solidFill>
              <a:srgbClr val="0EA5E9"/>
            </a:solidFill>
          </a:ln>
        </p:spPr>
      </p:sp>
      <p:sp>
        <p:nvSpPr>
          <p:cNvPr id="7" name="s18-759">
            <a:extLst xmlns:a="http://schemas.openxmlformats.org/drawingml/2006/main">
              <a:ext uri="{FF2B5EF4-FFF2-40B4-BE49-F238E27FC236}">
                <a16:creationId xmlns:a16="http://schemas.microsoft.com/office/drawing/2014/main" id="{C3D829FB-82D8-44AF-84D9-4989C0FD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076950"/>
            <a:ext cx="1562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การรับรองความปลอดภัยทางไฟฟ้า (Electrical Safety Invariant)</a:t>
            </a:r>
          </a:p>
        </p:txBody>
      </p:sp>
      <p:sp>
        <p:nvSpPr>
          <p:cNvPr id="8" name="s18-760">
            <a:extLst xmlns:a="http://schemas.openxmlformats.org/drawingml/2006/main">
              <a:ext uri="{FF2B5EF4-FFF2-40B4-BE49-F238E27FC236}">
                <a16:creationId xmlns:a16="http://schemas.microsoft.com/office/drawing/2014/main" id="{6F13D18E-5A1B-4604-AE38-178AF914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524625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1. ป้องกันการลัดวงจร H-Bridge ใน L293D (Shoot-Through Protection):</a:t>
            </a:r>
          </a:p>
        </p:txBody>
      </p:sp>
      <p:sp>
        <p:nvSpPr>
          <p:cNvPr id="9" name="s18-761">
            <a:extLst xmlns:a="http://schemas.openxmlformats.org/drawingml/2006/main">
              <a:ext uri="{FF2B5EF4-FFF2-40B4-BE49-F238E27FC236}">
                <a16:creationId xmlns:a16="http://schemas.microsoft.com/office/drawing/2014/main" id="{6AC6BFD6-DBDA-4E41-B859-BDA9C20D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877050"/>
            <a:ext cx="1562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ขาควบคุมทิศทาง IN1 (P1.0) และ IN2 (P1.1) ถูกเฝ้าตรวจตลอด 41+ ล้านคำสั่ง ยืนยันว่าไม่มีสถานะเป็น 1 พร้อมกันในทุกรอบคำสั่ง</a:t>
            </a:r>
          </a:p>
          <a:p xmlns:a="http://schemas.openxmlformats.org/drawingml/2006/main">
            <a:pPr algn="l">
              <a:defRPr sz="1575" b="0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1E293B"/>
                </a:solidFill>
                <a:latin typeface="Tahoma"/>
                <a:ea typeface="Tahoma"/>
                <a:cs typeface="Tahoma"/>
              </a:rPr>
              <a:t>(IN1 = 1 และ IN2 = 1 ไม่เกิดขึ้นอย่างเด็ดขาด) รับประกัน 100% ว่าจะไม่เกิดสภาวะลัดวงจรข้ามขั้วในตัวขับมอเตอร์</a:t>
            </a:r>
          </a:p>
        </p:txBody>
      </p:sp>
      <p:sp>
        <p:nvSpPr>
          <p:cNvPr id="10" name="s18-762">
            <a:extLst xmlns:a="http://schemas.openxmlformats.org/drawingml/2006/main">
              <a:ext uri="{FF2B5EF4-FFF2-40B4-BE49-F238E27FC236}">
                <a16:creationId xmlns:a16="http://schemas.microsoft.com/office/drawing/2014/main" id="{D1312C60-AFA8-4253-9766-218CED3B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50570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2. ความปลอดภัยของสัญญาณพอร์ตอินพุตและการสลับทิศทาง:</a:t>
            </a:r>
          </a:p>
        </p:txBody>
      </p:sp>
      <p:sp>
        <p:nvSpPr>
          <p:cNvPr id="11" name="s18-763">
            <a:extLst xmlns:a="http://schemas.openxmlformats.org/drawingml/2006/main">
              <a:ext uri="{FF2B5EF4-FFF2-40B4-BE49-F238E27FC236}">
                <a16:creationId xmlns:a16="http://schemas.microsoft.com/office/drawing/2014/main" id="{3378046B-B3D4-4898-B025-40EBCDC6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848600"/>
            <a:ext cx="1562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พอร์ต P2 คงค่า latch เป็น FFH ตลอดเวลาเพื่อป้องกันสัญญาณรบกวนบัส และการเปลี่ยนทิศทางเกิดขึ้นหลังจากตัดแรงขับแล้วเท่านั้น</a:t>
            </a:r>
          </a:p>
        </p:txBody>
      </p:sp>
      <p:sp>
        <p:nvSpPr>
          <p:cNvPr id="12" name="s18-764">
            <a:extLst xmlns:a="http://schemas.openxmlformats.org/drawingml/2006/main">
              <a:ext uri="{FF2B5EF4-FFF2-40B4-BE49-F238E27FC236}">
                <a16:creationId xmlns:a16="http://schemas.microsoft.com/office/drawing/2014/main" id="{9158671C-C707-4E71-A08F-FE3997AD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0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ผลการทดสอบยืนยันความปลอดภัยด้านจังหวะเวลาและวงจรไฟฟ้าตามข้อกำหนดทางวิศวกรรมครบถ้วน</a:t>
            </a:r>
          </a:p>
        </p:txBody>
      </p:sp>
    </p:spTree>
    <p:extLst>
      <p:ext uri="{BB962C8B-B14F-4D97-AF65-F5344CB8AC3E}">
        <p14:creationId xmlns:p14="http://schemas.microsoft.com/office/powerpoint/2010/main" val="634318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19-765">
            <a:extLst xmlns:a="http://schemas.openxmlformats.org/drawingml/2006/main">
              <a:ext uri="{FF2B5EF4-FFF2-40B4-BE49-F238E27FC236}">
                <a16:creationId xmlns:a16="http://schemas.microsoft.com/office/drawing/2014/main" id="{AB3B3791-101D-47A6-8A18-E8F65100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00100"/>
            <a:ext cx="16459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38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สรุปและการทดสอบฮาร์ดแวร์ขั้นต่อไป</a:t>
            </a:r>
          </a:p>
        </p:txBody>
      </p:sp>
      <p:sp>
        <p:nvSpPr>
          <p:cNvPr id="2" name="s19-766">
            <a:extLst xmlns:a="http://schemas.openxmlformats.org/drawingml/2006/main">
              <a:ext uri="{FF2B5EF4-FFF2-40B4-BE49-F238E27FC236}">
                <a16:creationId xmlns:a16="http://schemas.microsoft.com/office/drawing/2014/main" id="{0C097603-65A8-4D86-BCA3-92CC6D0F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6459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1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ผลจำลองยืนยันลำดับควบคุมที่ปลอดภัย และแนวทางการตรวจสอบร่วมกับชุดกลไกจริง</a:t>
            </a:r>
          </a:p>
        </p:txBody>
      </p:sp>
      <p:sp>
        <p:nvSpPr>
          <p:cNvPr id="3" name="s19-767">
            <a:extLst xmlns:a="http://schemas.openxmlformats.org/drawingml/2006/main">
              <a:ext uri="{FF2B5EF4-FFF2-40B4-BE49-F238E27FC236}">
                <a16:creationId xmlns:a16="http://schemas.microsoft.com/office/drawing/2014/main" id="{6CCF9EA5-5A13-4039-9575-7BDE03F5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6459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19-768">
            <a:extLst xmlns:a="http://schemas.openxmlformats.org/drawingml/2006/main">
              <a:ext uri="{FF2B5EF4-FFF2-40B4-BE49-F238E27FC236}">
                <a16:creationId xmlns:a16="http://schemas.microsoft.com/office/drawing/2014/main" id="{145AE54C-9466-4CD6-89D7-93E622F6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950" y="90868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7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  <p:sp>
        <p:nvSpPr>
          <p:cNvPr id="5" name="s19-769">
            <a:extLst xmlns:a="http://schemas.openxmlformats.org/drawingml/2006/main">
              <a:ext uri="{FF2B5EF4-FFF2-40B4-BE49-F238E27FC236}">
                <a16:creationId xmlns:a16="http://schemas.microsoft.com/office/drawing/2014/main" id="{90999FA5-BC24-4A38-BA57-B73B60FA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8001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6" name="s19-770">
            <a:extLst xmlns:a="http://schemas.openxmlformats.org/drawingml/2006/main">
              <a:ext uri="{FF2B5EF4-FFF2-40B4-BE49-F238E27FC236}">
                <a16:creationId xmlns:a16="http://schemas.microsoft.com/office/drawing/2014/main" id="{F28EA104-E044-4001-8385-62F00433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800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7" name="s19-771">
            <a:extLst xmlns:a="http://schemas.openxmlformats.org/drawingml/2006/main">
              <a:ext uri="{FF2B5EF4-FFF2-40B4-BE49-F238E27FC236}">
                <a16:creationId xmlns:a16="http://schemas.microsoft.com/office/drawing/2014/main" id="{0EB961C5-4E2E-4423-8A9B-4DC21F70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A5E9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EA5E9"/>
                </a:solidFill>
                <a:latin typeface="Tahoma"/>
                <a:ea typeface="Tahoma"/>
                <a:cs typeface="Tahoma"/>
              </a:rPr>
              <a:t>ความสำเร็จของระบบควบคุม (System Achievements)</a:t>
            </a:r>
          </a:p>
        </p:txBody>
      </p:sp>
      <p:sp>
        <p:nvSpPr>
          <p:cNvPr id="8" name="s19-772">
            <a:extLst xmlns:a="http://schemas.openxmlformats.org/drawingml/2006/main">
              <a:ext uri="{FF2B5EF4-FFF2-40B4-BE49-F238E27FC236}">
                <a16:creationId xmlns:a16="http://schemas.microsoft.com/office/drawing/2014/main" id="{2EEFC08D-F1B2-4CA0-9975-CF181F35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7662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สถาปัตยกรรม FSM 8 สถานะ:</a:t>
            </a:r>
          </a:p>
        </p:txBody>
      </p:sp>
      <p:sp>
        <p:nvSpPr>
          <p:cNvPr id="9" name="s19-773">
            <a:extLst xmlns:a="http://schemas.openxmlformats.org/drawingml/2006/main">
              <a:ext uri="{FF2B5EF4-FFF2-40B4-BE49-F238E27FC236}">
                <a16:creationId xmlns:a16="http://schemas.microsoft.com/office/drawing/2014/main" id="{4B98D216-07EA-46C0-8BF3-038591F3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ควบคุมสถานะอย่างเป็นระบบ ป้องกันการสับสนของตรรกะการทำงาน</a:t>
            </a:r>
          </a:p>
        </p:txBody>
      </p:sp>
      <p:sp>
        <p:nvSpPr>
          <p:cNvPr id="10" name="s19-774">
            <a:extLst xmlns:a="http://schemas.openxmlformats.org/drawingml/2006/main">
              <a:ext uri="{FF2B5EF4-FFF2-40B4-BE49-F238E27FC236}">
                <a16:creationId xmlns:a16="http://schemas.microsoft.com/office/drawing/2014/main" id="{DD5C0CD1-2D29-4C3C-8149-57F1510A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ตรวจจับสิ่งกีดขวางสองระดับ:</a:t>
            </a:r>
          </a:p>
        </p:txBody>
      </p:sp>
      <p:sp>
        <p:nvSpPr>
          <p:cNvPr id="11" name="s19-775">
            <a:extLst xmlns:a="http://schemas.openxmlformats.org/drawingml/2006/main">
              <a:ext uri="{FF2B5EF4-FFF2-40B4-BE49-F238E27FC236}">
                <a16:creationId xmlns:a16="http://schemas.microsoft.com/office/drawing/2014/main" id="{B09B1147-62B5-4E1F-9A2E-0587A9F0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เซนเซอร์ลำแสงตอบสนองตัดแรงขับทันทีและเปิดประตูกลับอย่างปลอดภัย</a:t>
            </a:r>
          </a:p>
        </p:txBody>
      </p:sp>
      <p:sp>
        <p:nvSpPr>
          <p:cNvPr id="12" name="s19-776">
            <a:extLst xmlns:a="http://schemas.openxmlformats.org/drawingml/2006/main">
              <a:ext uri="{FF2B5EF4-FFF2-40B4-BE49-F238E27FC236}">
                <a16:creationId xmlns:a16="http://schemas.microsoft.com/office/drawing/2014/main" id="{B53FB46E-84A4-44B3-9C1A-63878CFA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5312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กลไก Dead Time พักมอเตอร์ 200 ms:</a:t>
            </a:r>
          </a:p>
        </p:txBody>
      </p:sp>
      <p:sp>
        <p:nvSpPr>
          <p:cNvPr id="13" name="s19-777">
            <a:extLst xmlns:a="http://schemas.openxmlformats.org/drawingml/2006/main">
              <a:ext uri="{FF2B5EF4-FFF2-40B4-BE49-F238E27FC236}">
                <a16:creationId xmlns:a16="http://schemas.microsoft.com/office/drawing/2014/main" id="{14F2DD7B-11FC-47EE-8F3B-673A8453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34125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ลดแรงเคลื่อนเหนี่ยวนำย้อนกลับ (Back-EMF) และลดความเค้นของกลไก</a:t>
            </a:r>
          </a:p>
        </p:txBody>
      </p:sp>
      <p:sp>
        <p:nvSpPr>
          <p:cNvPr id="14" name="s19-778">
            <a:extLst xmlns:a="http://schemas.openxmlformats.org/drawingml/2006/main">
              <a:ext uri="{FF2B5EF4-FFF2-40B4-BE49-F238E27FC236}">
                <a16:creationId xmlns:a16="http://schemas.microsoft.com/office/drawing/2014/main" id="{1771C8D0-1E9C-4B26-8F70-73C0382D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9137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ระบบสำรองความปลอดภัยครบถ้วน:</a:t>
            </a:r>
          </a:p>
        </p:txBody>
      </p:sp>
      <p:sp>
        <p:nvSpPr>
          <p:cNvPr id="15" name="s19-779">
            <a:extLst xmlns:a="http://schemas.openxmlformats.org/drawingml/2006/main">
              <a:ext uri="{FF2B5EF4-FFF2-40B4-BE49-F238E27FC236}">
                <a16:creationId xmlns:a16="http://schemas.microsoft.com/office/drawing/2014/main" id="{D227FF42-FB66-4938-A6D8-67F55942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572375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มี Travel Timeout 5 s ป้องกันมอเตอร์ไหม้ และปุ่ม E-Stop ตัดไฟฮาร์ดแวร์</a:t>
            </a:r>
          </a:p>
        </p:txBody>
      </p:sp>
      <p:sp>
        <p:nvSpPr>
          <p:cNvPr id="16" name="s19-780">
            <a:extLst xmlns:a="http://schemas.openxmlformats.org/drawingml/2006/main">
              <a:ext uri="{FF2B5EF4-FFF2-40B4-BE49-F238E27FC236}">
                <a16:creationId xmlns:a16="http://schemas.microsoft.com/office/drawing/2014/main" id="{CAA9B386-539D-4F8C-A4E9-D1835134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800100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E2E8F0"/>
            </a:solidFill>
          </a:ln>
        </p:spPr>
      </p:sp>
      <p:sp>
        <p:nvSpPr>
          <p:cNvPr id="17" name="s19-781">
            <a:extLst xmlns:a="http://schemas.openxmlformats.org/drawingml/2006/main">
              <a:ext uri="{FF2B5EF4-FFF2-40B4-BE49-F238E27FC236}">
                <a16:creationId xmlns:a16="http://schemas.microsoft.com/office/drawing/2014/main" id="{8D9F84FC-0002-4BE6-9DDA-97258D52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80010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9FF"/>
          </a:solidFill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18" name="s19-782">
            <a:extLst xmlns:a="http://schemas.openxmlformats.org/drawingml/2006/main">
              <a:ext uri="{FF2B5EF4-FFF2-40B4-BE49-F238E27FC236}">
                <a16:creationId xmlns:a16="http://schemas.microsoft.com/office/drawing/2014/main" id="{96DE061F-32F4-45A9-BF41-1624B4B6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813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2100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ข้อควรตรวจวัดและทดสอบกับชุดฮาร์ดแวร์จริง</a:t>
            </a:r>
          </a:p>
        </p:txBody>
      </p:sp>
      <p:sp>
        <p:nvSpPr>
          <p:cNvPr id="19" name="s19-783">
            <a:extLst xmlns:a="http://schemas.openxmlformats.org/drawingml/2006/main">
              <a:ext uri="{FF2B5EF4-FFF2-40B4-BE49-F238E27FC236}">
                <a16:creationId xmlns:a16="http://schemas.microsoft.com/office/drawing/2014/main" id="{5C781CE3-3414-4CA7-80FD-71E3A50B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7662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วัดกระแสการทำงานของมอเตอร์จริง:</a:t>
            </a:r>
          </a:p>
        </p:txBody>
      </p:sp>
      <p:sp>
        <p:nvSpPr>
          <p:cNvPr id="20" name="s19-784">
            <a:extLst xmlns:a="http://schemas.openxmlformats.org/drawingml/2006/main">
              <a:ext uri="{FF2B5EF4-FFF2-40B4-BE49-F238E27FC236}">
                <a16:creationId xmlns:a16="http://schemas.microsoft.com/office/drawing/2014/main" id="{582152C3-DF05-439E-83D7-5DD68E28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57625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วัดกระแสเริ่มหมุน (Inrush) และกระแสขณะติดขัด (Stall Current) บนชุดกลไก</a:t>
            </a:r>
          </a:p>
        </p:txBody>
      </p:sp>
      <p:sp>
        <p:nvSpPr>
          <p:cNvPr id="21" name="s19-785">
            <a:extLst xmlns:a="http://schemas.openxmlformats.org/drawingml/2006/main">
              <a:ext uri="{FF2B5EF4-FFF2-40B4-BE49-F238E27FC236}">
                <a16:creationId xmlns:a16="http://schemas.microsoft.com/office/drawing/2014/main" id="{7C43EA90-FD92-426C-BA9F-3A9512AE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71487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ตรวจวัดเวลาหยุดเฉื่อยและระยะหยุด:</a:t>
            </a:r>
          </a:p>
        </p:txBody>
      </p:sp>
      <p:sp>
        <p:nvSpPr>
          <p:cNvPr id="22" name="s19-786">
            <a:extLst xmlns:a="http://schemas.openxmlformats.org/drawingml/2006/main">
              <a:ext uri="{FF2B5EF4-FFF2-40B4-BE49-F238E27FC236}">
                <a16:creationId xmlns:a16="http://schemas.microsoft.com/office/drawing/2014/main" id="{AC3CBD4E-E63C-4B97-96B5-26000D3C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095875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วัดเวลา Coast Time และระยะหยุดจริงของบานประตูเทียบกับเวลารอ 200 ms</a:t>
            </a:r>
          </a:p>
        </p:txBody>
      </p:sp>
      <p:sp>
        <p:nvSpPr>
          <p:cNvPr id="23" name="s19-787">
            <a:extLst xmlns:a="http://schemas.openxmlformats.org/drawingml/2006/main">
              <a:ext uri="{FF2B5EF4-FFF2-40B4-BE49-F238E27FC236}">
                <a16:creationId xmlns:a16="http://schemas.microsoft.com/office/drawing/2014/main" id="{03B008E4-7F0C-4420-806E-06AE6D81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95312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ตรวจสอบความร้อนสะสมของอุปกรณ์:</a:t>
            </a:r>
          </a:p>
        </p:txBody>
      </p:sp>
      <p:sp>
        <p:nvSpPr>
          <p:cNvPr id="24" name="s19-788">
            <a:extLst xmlns:a="http://schemas.openxmlformats.org/drawingml/2006/main">
              <a:ext uri="{FF2B5EF4-FFF2-40B4-BE49-F238E27FC236}">
                <a16:creationId xmlns:a16="http://schemas.microsoft.com/office/drawing/2014/main" id="{3DD8659A-6255-4892-9D4F-B5AD323C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34125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วัดอุณหภูมิไอซี L293D และตัวต้านทาน 27 Ω 10 W เมื่อต้องเปิด-ปิดต่อเนื่อง</a:t>
            </a:r>
          </a:p>
        </p:txBody>
      </p:sp>
      <p:sp>
        <p:nvSpPr>
          <p:cNvPr id="25" name="s19-789">
            <a:extLst xmlns:a="http://schemas.openxmlformats.org/drawingml/2006/main">
              <a:ext uri="{FF2B5EF4-FFF2-40B4-BE49-F238E27FC236}">
                <a16:creationId xmlns:a16="http://schemas.microsoft.com/office/drawing/2014/main" id="{2A026DAA-70FB-4B2D-B73E-2F2E9D72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7191375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293B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E293B"/>
                </a:solidFill>
                <a:latin typeface="Tahoma"/>
                <a:ea typeface="Tahoma"/>
                <a:cs typeface="Tahoma"/>
              </a:rPr>
              <a:t>• ตรวจสอบแนวติดตั้งระนาบลำแสง:</a:t>
            </a:r>
          </a:p>
        </p:txBody>
      </p:sp>
      <p:sp>
        <p:nvSpPr>
          <p:cNvPr id="26" name="s19-790">
            <a:extLst xmlns:a="http://schemas.openxmlformats.org/drawingml/2006/main">
              <a:ext uri="{FF2B5EF4-FFF2-40B4-BE49-F238E27FC236}">
                <a16:creationId xmlns:a16="http://schemas.microsoft.com/office/drawing/2014/main" id="{D2F06FAC-5380-4F26-86CF-C4BD4CE5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7572375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57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ปรับตำแหน่งหัวตรวจจับไม่ให้ระนาบบานประตูเคลื่อนมาบดบังเซนเซอร์เอง</a:t>
            </a:r>
          </a:p>
        </p:txBody>
      </p:sp>
      <p:sp>
        <p:nvSpPr>
          <p:cNvPr id="27" name="s19-791">
            <a:extLst xmlns:a="http://schemas.openxmlformats.org/drawingml/2006/main">
              <a:ext uri="{FF2B5EF4-FFF2-40B4-BE49-F238E27FC236}">
                <a16:creationId xmlns:a16="http://schemas.microsoft.com/office/drawing/2014/main" id="{A3208E99-4013-43C6-94BF-2AA9208F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63000"/>
            <a:ext cx="1645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ชุดสาธิตใช้มอเตอร์กระแสจำกัดและระยะวิ่ง 200 mm สำหรับการศึกษา การประยุกต์ใช้จริงต้องตรวจสอบระยะหยุดและแรงหนีบเชิงกล</a:t>
            </a:r>
          </a:p>
        </p:txBody>
      </p:sp>
    </p:spTree>
    <p:extLst>
      <p:ext uri="{BB962C8B-B14F-4D97-AF65-F5344CB8AC3E}">
        <p14:creationId xmlns:p14="http://schemas.microsoft.com/office/powerpoint/2010/main" val="1132614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2026-09-17T10:00:51.2010000Z</dcterms:created>
  <dcterms:modified xsi:type="dcterms:W3CDTF">2026-09-17T10:00:51.2010000Z</dcterms:modified>
</coreProperties>
</file>