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69"/>
    <a:srgbClr val="246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670"/>
  </p:normalViewPr>
  <p:slideViewPr>
    <p:cSldViewPr snapToGrid="0">
      <p:cViewPr>
        <p:scale>
          <a:sx n="78" d="100"/>
          <a:sy n="78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925-AB41-BDA4-B1601386A4AD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24.853999999999999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925-AB41-BDA4-B1601386A4A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29-4A4E-9641-3392BE01590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209.79499999999999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29-4A4E-9641-3392BE0159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05-764A-B680-0E87544EB4C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3.0197880000000001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05-764A-B680-0E87544EB4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F74-1E48-96F6-98EEC64228F9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5.0099780000000003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F74-1E48-96F6-98EEC64228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ภาพประกอบอุปกรณ์และวงจรหลักสำหรับอธิบายการต่อ ไม่ใช่ภาพต้นแบบที่ประกอบและทดสอบแล้ว ใช้ภาพแพ็กเกจเดิมที่สร้างไว้ร่วมกับภาพมอเตอร์และลิมิตสวิตช์เดิม และภาพ VO617A จากผู้ผลิต ตัวอย่างภาพมอเตอร์ไม่ได้ระบุว่าเป็น Pololu #3041</a:t>
            </a:r>
          </a:p>
          <a:p>
            <a:r>
              <a:t>แหล่งข้อมูล: PROPOSED_SOLUTION_DESIGN.md หัวข้อ 4.2–4.5 และเฟิร์มแวร์ของโครงงาน</a:t>
            </a:r>
          </a:p>
          <a:p>
            <a:r>
              <a:t>เอกสารผู้ผลิต: https://www.ti.com/lit/ds/symlink/l293d.pdf ; https://www.ti.com/lit/ds/symlink/sn74hct14.pdf ; https://ww1.microchip.com/downloads/en/DeviceDoc/doc1919.pdf ; https://www.vishay.com/docs/83430/vo617a.pdf</a:t>
            </a:r>
          </a:p>
          <a:p>
            <a:r>
              <a:t>ภาพปุ่ม NO: https://makerbazar.in/products/pbs-110-momentary-push-button-switch</a:t>
            </a:r>
          </a:p>
          <a:p>
            <a:r>
              <a:t>ภาพ VO617A: https://mm.digikey.com/Volume0/opasdata/d220001/medias/images/3997/MFG_DIP-4.jpg (VO617A-7 product page, manufacturer package image)</a:t>
            </a:r>
          </a:p>
          <a:p>
            <a:r>
              <a:t>มอง DIP จากด้านบน รอยบากอยู่ด้านบน หมายเลขขาด้านซ้ายเรียงลง ด้านขวาเรียงขึ้น เส้นข้ามกันที่มีช่องว่างไม่ใช่จุดต่อ วงจรใช้ชื่อ P2 เดียวกันเป็นสายเดียวกันระหว่างภาพ MCU กับอุปกรณ์ทางขวา ตัวเลขวงเล็บคือขา AT89S52</a:t>
            </a:r>
          </a:p>
          <a:p>
            <a:r>
              <a:t>L293D: 1 EN จาก HCT14 ขา2 ผ่าน E-stop NC1, มี pull-down10k; 2 IN1 จากP1.0; 3 OUT1 ผ่าน27โอห์ม10Wเข้ามอเตอร์; 6 OUT2อีกขั้ว; 7 IN2จากP1.1; 8 VCC2=12V;16VCC1=5V;4,5,12,13GND;9,10,15GND;11,14ไม่ต่อ</a:t>
            </a:r>
          </a:p>
          <a:p>
            <a:r>
              <a:t>P1.0,P1.1,P1.2มีpull-up10k; P1.2เข้าสู่HCT14ขา1 ขา2ผ่านNC1 สัญญาณENไม่เชื่อมกับหน้าสัมผัสNC2</a:t>
            </a:r>
          </a:p>
          <a:p>
            <a:r>
              <a:t>ฐานMCUยังต้องมีEA31ต่อ5V, crystal12MHzที่18/19พร้อมcapacitorตามคริสตัล และวงจรresetที่9 ซึ่งไม่แสดงในหน้านี้ HCT14ขา14=5V ขา7GND อินพุตเกตที่ไม่ใช้ต่อGND ไม่ปล่อยลอย</a:t>
            </a:r>
          </a:p>
          <a:p>
            <a:r>
              <a:t>P2ทุกขาดึงขึ้น10kไป5V; ปุ่มNOและลิมิตCOM/NOลงGND; NC2ต่อP2.7กับGND</a:t>
            </a:r>
          </a:p>
          <a:p>
            <a:r>
              <a:t>เซนเซอร์แต่ละคู่: brown12V,blue0V,blackNPN Light-ON; VO617A pin1จาก12Vผ่าน1.5k0.25W,pin2ไปblack,pin3GNDlogic,pin4ไปP2.2หรือP2.5และpull-up10kไป5V</a:t>
            </a:r>
          </a:p>
          <a:p>
            <a:r>
              <a:t>LEDและBuzzerใช้วงจรขับตามข้อ4.5 ไม่ได้แสดงสายบนหน้านี้ กระแสมอเตอร์และอุณหภูมิไดรเวอร์ต้องตรวจวัดบนชุดจริง ผล EdSim51 ไม่ใช่ผลทดสอบภาคกำลัง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แหล่งข้อมูล firmware/SLIDING_DOOR_CLASSROOM.asm โค้ดย่อสำหรับอธิบาย ใช้ไฟล์เต็มเพื่อประกอบโปรแกรม ผ่านการจำลองฉบับสอน 20 เคส</a:t>
            </a:r>
          </a:p>
          <a:p>
            <a:r>
              <a:t>โค้ดที่แสดง:</a:t>
            </a:r>
          </a:p>
          <a:p>
            <a:r>
              <a:t>FaultState:</a:t>
            </a:r>
          </a:p>
          <a:p>
            <a:r>
              <a:t>    SETB P1.2</a:t>
            </a:r>
          </a:p>
          <a:p>
            <a:r>
              <a:t>    MOV  P0,#0FFH</a:t>
            </a:r>
          </a:p>
          <a:p>
            <a:r>
              <a:t>    MOV  P1,#06CH</a:t>
            </a:r>
          </a:p>
          <a:p>
            <a:r>
              <a:t>FaultRelease:</a:t>
            </a:r>
          </a:p>
          <a:p>
            <a:r>
              <a:t>    JNB  P2.6,FaultRelease</a:t>
            </a:r>
          </a:p>
          <a:p>
            <a:r>
              <a:t>FaultLoop:</a:t>
            </a:r>
          </a:p>
          <a:p>
            <a:r>
              <a:t>    JNB  P2.6,FaultCheck</a:t>
            </a:r>
          </a:p>
          <a:p>
            <a:r>
              <a:t>    SJMP FaultLoop</a:t>
            </a:r>
          </a:p>
          <a:p>
            <a:r>
              <a:t>FaultCheck:</a:t>
            </a:r>
          </a:p>
          <a:p>
            <a:r>
              <a:t>    CALL Delay</a:t>
            </a:r>
          </a:p>
          <a:p>
            <a:r>
              <a:t>    JB   P2.6,FaultLoop</a:t>
            </a:r>
          </a:p>
          <a:p>
            <a:r>
              <a:t>    JB   P2.7,FaultLoop</a:t>
            </a:r>
          </a:p>
          <a:p>
            <a:r>
              <a:t>    JB   P2.2,FaultLoop</a:t>
            </a:r>
          </a:p>
          <a:p>
            <a:r>
              <a:t>    JB   P2.5,FaultLoop</a:t>
            </a:r>
          </a:p>
          <a:p>
            <a:r>
              <a:t>    LJMP START</a:t>
            </a:r>
          </a:p>
          <a:p>
            <a:r>
              <a:t>P1.0 คือ IN1, P1.1 คือ IN2, P1.2 คือ RUN_N. P2 latch คง FFH แต่ค่าที่อ่านจากขาเปลี่ยนตามสัญญาณภายนอก.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-1">
            <a:extLst>
              <a:ext uri="{FF2B5EF4-FFF2-40B4-BE49-F238E27FC236}">
                <a16:creationId xmlns:a16="http://schemas.microsoft.com/office/drawing/2014/main" id="{28E7DBB9-ACB2-455C-BC09-F651ACEFE76C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7810500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ระบบประตูเลื่อนอัตโนมัติ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พร้อมตรวจจับสิ่งกีดขวาง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6B3582B6-B21F-4147-B9CA-1845031777E8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Sliding Door Safety Control</a:t>
            </a:r>
          </a:p>
        </p:txBody>
      </p:sp>
      <p:pic>
        <p:nvPicPr>
          <p:cNvPr id="13" name="รูปภาพ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3363" y="2152650"/>
            <a:ext cx="9286875" cy="6191250"/>
          </a:xfrm>
          <a:prstGeom prst="rect">
            <a:avLst/>
          </a:prstGeom>
        </p:spPr>
      </p:pic>
      <p:sp>
        <p:nvSpPr>
          <p:cNvPr id="5" name="shape-4">
            <a:extLst>
              <a:ext uri="{FF2B5EF4-FFF2-40B4-BE49-F238E27FC236}">
                <a16:creationId xmlns:a16="http://schemas.microsoft.com/office/drawing/2014/main" id="{BE621C32-8B3A-4540-9590-DED464506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6191250" cy="198120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B6827163-5172-41FB-A412-F3E72D6F547A}"/>
              </a:ext>
            </a:extLst>
          </p:cNvPr>
          <p:cNvSpPr>
            <a:spLocks noGrp="1"/>
          </p:cNvSpPr>
          <p:nvPr/>
        </p:nvSpPr>
        <p:spPr>
          <a:xfrm>
            <a:off x="1143000" y="6153150"/>
            <a:ext cx="57150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66362416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นายธีรภัทร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ภู่ระย้า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4</a:t>
            </a:r>
            <a:b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</a:b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66363116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นางสาวปราณปรียา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ศรียอง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7</a:t>
            </a:r>
          </a:p>
        </p:txBody>
      </p:sp>
      <p:sp>
        <p:nvSpPr>
          <p:cNvPr id="8" name="shape-7">
            <a:extLst>
              <a:ext uri="{FF2B5EF4-FFF2-40B4-BE49-F238E27FC236}">
                <a16:creationId xmlns:a16="http://schemas.microsoft.com/office/drawing/2014/main" id="{CD484FC7-745A-41BB-A6D9-5296A60DF529}"/>
              </a:ext>
            </a:extLst>
          </p:cNvPr>
          <p:cNvSpPr>
            <a:spLocks noGrp="1"/>
          </p:cNvSpPr>
          <p:nvPr/>
        </p:nvSpPr>
        <p:spPr>
          <a:xfrm>
            <a:off x="1143000" y="71056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ดร.แสงชัย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มังกรทอง</a:t>
            </a: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8E506E0F-D299-4E2F-885F-12A66719D72A}"/>
              </a:ext>
            </a:extLst>
          </p:cNvPr>
          <p:cNvSpPr>
            <a:spLocks noGrp="1"/>
          </p:cNvSpPr>
          <p:nvPr/>
        </p:nvSpPr>
        <p:spPr>
          <a:xfrm>
            <a:off x="9620250" y="8534400"/>
            <a:ext cx="7753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ภาพจำลองเพื่ออธิบายหลักการของชุดสาธิต</a:t>
            </a:r>
          </a:p>
        </p:txBody>
      </p:sp>
    </p:spTree>
    <p:extLst>
      <p:ext uri="{BB962C8B-B14F-4D97-AF65-F5344CB8AC3E}">
        <p14:creationId xmlns:p14="http://schemas.microsoft.com/office/powerpoint/2010/main" val="75541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-1">
            <a:extLst>
              <a:ext uri="{FF2B5EF4-FFF2-40B4-BE49-F238E27FC236}">
                <a16:creationId xmlns:a16="http://schemas.microsoft.com/office/drawing/2014/main" id="{BB556072-4778-45A8-B836-59CDB00CBF62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ปัญหาเดิมและแนวทางแก้ไข</a:t>
            </a: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B1D251C4-8413-4ADA-A6C6-AC777452406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กดปุ่มเพื่อเข้าออก และตรวจลำแสงขณะประตูปิดเพื่อสั่งเปิดกลับเมื่อพบสิ่งกีดขวาง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B44738CD-DAA8-4273-860B-A387B23E1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A6302DD0-5643-4477-AF03-C9CC7AC1D3D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shape-5">
            <a:extLst>
              <a:ext uri="{FF2B5EF4-FFF2-40B4-BE49-F238E27FC236}">
                <a16:creationId xmlns:a16="http://schemas.microsoft.com/office/drawing/2014/main" id="{5D6C9145-BE32-4338-B0FA-88E20B4F4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0" y="2438400"/>
            <a:ext cx="95" cy="6191250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">
            <a:extLst>
              <a:ext uri="{FF2B5EF4-FFF2-40B4-BE49-F238E27FC236}">
                <a16:creationId xmlns:a16="http://schemas.microsoft.com/office/drawing/2014/main" id="{91E5C387-88C7-4318-9853-2718E67707EF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ปัญหา: วัตถุอยู่ต่ำกว่าแนวลำแสง</a:t>
            </a:r>
          </a:p>
        </p:txBody>
      </p:sp>
      <p:sp>
        <p:nvSpPr>
          <p:cNvPr id="7" name="shape-7">
            <a:extLst>
              <a:ext uri="{FF2B5EF4-FFF2-40B4-BE49-F238E27FC236}">
                <a16:creationId xmlns:a16="http://schemas.microsoft.com/office/drawing/2014/main" id="{115FDE13-9C87-458F-B750-B7BE12BEDC48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กรณีตรวจจับเฉพาะระดับบน วัตถุเตี้ยอาจผ่านใต้ลำแสง</a:t>
            </a:r>
          </a:p>
        </p:txBody>
      </p:sp>
      <p:sp>
        <p:nvSpPr>
          <p:cNvPr id="8" name="shape-8">
            <a:extLst>
              <a:ext uri="{FF2B5EF4-FFF2-40B4-BE49-F238E27FC236}">
                <a16:creationId xmlns:a16="http://schemas.microsoft.com/office/drawing/2014/main" id="{24F66BB7-6347-4EC5-A8CE-3867C7DF783D}"/>
              </a:ext>
            </a:extLst>
          </p:cNvPr>
          <p:cNvSpPr>
            <a:spLocks noGrp="1"/>
          </p:cNvSpPr>
          <p:nvPr/>
        </p:nvSpPr>
        <p:spPr>
          <a:xfrm>
            <a:off x="96774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ระบบที่เสนอ: ตรวจจับสองระดับ</a:t>
            </a:r>
          </a:p>
        </p:txBody>
      </p:sp>
      <p:sp>
        <p:nvSpPr>
          <p:cNvPr id="9" name="shape-9">
            <a:extLst>
              <a:ext uri="{FF2B5EF4-FFF2-40B4-BE49-F238E27FC236}">
                <a16:creationId xmlns:a16="http://schemas.microsoft.com/office/drawing/2014/main" id="{B9D5B742-76A1-4DDA-BB0B-E5B8AAE2137F}"/>
              </a:ext>
            </a:extLst>
          </p:cNvPr>
          <p:cNvSpPr>
            <a:spLocks noGrp="1"/>
          </p:cNvSpPr>
          <p:nvPr/>
        </p:nvSpPr>
        <p:spPr>
          <a:xfrm>
            <a:off x="96774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ตรวจพบลำแสงถูกบังขณะปิด แล้วสั่งเปิดประตูกลับ</a:t>
            </a:r>
          </a:p>
        </p:txBody>
      </p:sp>
      <p:pic>
        <p:nvPicPr>
          <p:cNvPr id="40" name="รูปภาพ 39"/>
          <p:cNvPicPr>
            <a:picLocks noChangeAspect="1"/>
          </p:cNvPicPr>
          <p:nvPr/>
        </p:nvPicPr>
        <p:blipFill>
          <a:blip r:embed="rId3"/>
          <a:srcRect r="66667"/>
          <a:stretch>
            <a:fillRect/>
          </a:stretch>
        </p:blipFill>
        <p:spPr>
          <a:xfrm>
            <a:off x="1028700" y="3457575"/>
            <a:ext cx="3540757" cy="3943350"/>
          </a:xfrm>
          <a:prstGeom prst="rect">
            <a:avLst/>
          </a:prstGeom>
        </p:spPr>
      </p:pic>
      <p:pic>
        <p:nvPicPr>
          <p:cNvPr id="41" name="รูปภาพ 40"/>
          <p:cNvPicPr>
            <a:picLocks noChangeAspect="1"/>
          </p:cNvPicPr>
          <p:nvPr/>
        </p:nvPicPr>
        <p:blipFill>
          <a:blip r:embed="rId3"/>
          <a:srcRect l="33333" r="33333"/>
          <a:stretch>
            <a:fillRect/>
          </a:stretch>
        </p:blipFill>
        <p:spPr>
          <a:xfrm>
            <a:off x="5124450" y="3457575"/>
            <a:ext cx="3540757" cy="3943350"/>
          </a:xfrm>
          <a:prstGeom prst="rect">
            <a:avLst/>
          </a:prstGeom>
        </p:spPr>
      </p:pic>
      <p:pic>
        <p:nvPicPr>
          <p:cNvPr id="42" name="รูปภาพ 41"/>
          <p:cNvPicPr>
            <a:picLocks noChangeAspect="1"/>
          </p:cNvPicPr>
          <p:nvPr/>
        </p:nvPicPr>
        <p:blipFill>
          <a:blip r:embed="rId3"/>
          <a:srcRect l="66667"/>
          <a:stretch>
            <a:fillRect/>
          </a:stretch>
        </p:blipFill>
        <p:spPr>
          <a:xfrm>
            <a:off x="11763375" y="3457575"/>
            <a:ext cx="3540757" cy="3943350"/>
          </a:xfrm>
          <a:prstGeom prst="rect">
            <a:avLst/>
          </a:prstGeom>
        </p:spPr>
      </p:pic>
      <p:sp>
        <p:nvSpPr>
          <p:cNvPr id="13" name="orthogonal-10">
            <a:extLst>
              <a:ext uri="{FF2B5EF4-FFF2-40B4-BE49-F238E27FC236}">
                <a16:creationId xmlns:a16="http://schemas.microsoft.com/office/drawing/2014/main" id="{0BD5CEC1-19AD-4A4D-8247-E05C3BBAF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533900" y="5362575"/>
            <a:ext cx="466725" cy="95250"/>
          </a:xfrm>
          <a:custGeom>
            <a:avLst/>
            <a:gdLst/>
            <a:ahLst/>
            <a:cxnLst/>
            <a:rect l="0" t="0" r="0" b="0"/>
            <a:pathLst>
              <a:path w="466725" h="95250">
                <a:moveTo>
                  <a:pt x="0" y="47625"/>
                </a:moveTo>
                <a:lnTo>
                  <a:pt x="466725" y="47625"/>
                </a:lnTo>
                <a:lnTo>
                  <a:pt x="381000" y="0"/>
                </a:lnTo>
                <a:lnTo>
                  <a:pt x="466725" y="47625"/>
                </a:lnTo>
                <a:lnTo>
                  <a:pt x="381000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">
            <a:extLst>
              <a:ext uri="{FF2B5EF4-FFF2-40B4-BE49-F238E27FC236}">
                <a16:creationId xmlns:a16="http://schemas.microsoft.com/office/drawing/2014/main" id="{479CED58-CC5F-4B57-B8BA-4F3075EAA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2">
            <a:extLst>
              <a:ext uri="{FF2B5EF4-FFF2-40B4-BE49-F238E27FC236}">
                <a16:creationId xmlns:a16="http://schemas.microsoft.com/office/drawing/2014/main" id="{4DCA47A1-EB5C-4ED3-A4F8-7186294497BF}"/>
              </a:ext>
            </a:extLst>
          </p:cNvPr>
          <p:cNvSpPr>
            <a:spLocks noGrp="1"/>
          </p:cNvSpPr>
          <p:nvPr/>
        </p:nvSpPr>
        <p:spPr>
          <a:xfrm>
            <a:off x="1066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หมดเวลาเปิดค้าง</a:t>
            </a:r>
          </a:p>
        </p:txBody>
      </p:sp>
      <p:sp>
        <p:nvSpPr>
          <p:cNvPr id="16" name="orthogonal-13">
            <a:extLst>
              <a:ext uri="{FF2B5EF4-FFF2-40B4-BE49-F238E27FC236}">
                <a16:creationId xmlns:a16="http://schemas.microsoft.com/office/drawing/2014/main" id="{F0EFE597-F787-4035-9070-A23B0E3AA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4">
            <a:extLst>
              <a:ext uri="{FF2B5EF4-FFF2-40B4-BE49-F238E27FC236}">
                <a16:creationId xmlns:a16="http://schemas.microsoft.com/office/drawing/2014/main" id="{B3D89C45-D26D-4035-AA31-18DCFD4C4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957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5">
            <a:extLst>
              <a:ext uri="{FF2B5EF4-FFF2-40B4-BE49-F238E27FC236}">
                <a16:creationId xmlns:a16="http://schemas.microsoft.com/office/drawing/2014/main" id="{5974036F-541B-4FA1-90CE-821A77644D26}"/>
              </a:ext>
            </a:extLst>
          </p:cNvPr>
          <p:cNvSpPr>
            <a:spLocks noGrp="1"/>
          </p:cNvSpPr>
          <p:nvPr/>
        </p:nvSpPr>
        <p:spPr>
          <a:xfrm>
            <a:off x="37719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วัตถุอยู่ต่ำกว่าลำแสง</a:t>
            </a:r>
          </a:p>
        </p:txBody>
      </p:sp>
      <p:sp>
        <p:nvSpPr>
          <p:cNvPr id="19" name="orthogonal-16">
            <a:extLst>
              <a:ext uri="{FF2B5EF4-FFF2-40B4-BE49-F238E27FC236}">
                <a16:creationId xmlns:a16="http://schemas.microsoft.com/office/drawing/2014/main" id="{D7AD029B-D449-45E5-B186-A68DD496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7">
            <a:extLst>
              <a:ext uri="{FF2B5EF4-FFF2-40B4-BE49-F238E27FC236}">
                <a16:creationId xmlns:a16="http://schemas.microsoft.com/office/drawing/2014/main" id="{13C95EC9-B58B-466F-BBC5-703DF063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008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8">
            <a:extLst>
              <a:ext uri="{FF2B5EF4-FFF2-40B4-BE49-F238E27FC236}">
                <a16:creationId xmlns:a16="http://schemas.microsoft.com/office/drawing/2014/main" id="{5F79E524-33B1-4403-BF7F-159D3217687B}"/>
              </a:ext>
            </a:extLst>
          </p:cNvPr>
          <p:cNvSpPr>
            <a:spLocks noGrp="1"/>
          </p:cNvSpPr>
          <p:nvPr/>
        </p:nvSpPr>
        <p:spPr>
          <a:xfrm>
            <a:off x="64770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ปิดต่อ เสี่ยงหนีบ</a:t>
            </a:r>
          </a:p>
        </p:txBody>
      </p:sp>
      <p:sp>
        <p:nvSpPr>
          <p:cNvPr id="22" name="shape-19">
            <a:extLst>
              <a:ext uri="{FF2B5EF4-FFF2-40B4-BE49-F238E27FC236}">
                <a16:creationId xmlns:a16="http://schemas.microsoft.com/office/drawing/2014/main" id="{0E0C26FB-736D-494E-B5F9-6CB4413F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0">
            <a:extLst>
              <a:ext uri="{FF2B5EF4-FFF2-40B4-BE49-F238E27FC236}">
                <a16:creationId xmlns:a16="http://schemas.microsoft.com/office/drawing/2014/main" id="{C80B33AC-056C-4F1B-9474-44CBD7A6FEFB}"/>
              </a:ext>
            </a:extLst>
          </p:cNvPr>
          <p:cNvSpPr>
            <a:spLocks noGrp="1"/>
          </p:cNvSpPr>
          <p:nvPr/>
        </p:nvSpPr>
        <p:spPr>
          <a:xfrm>
            <a:off x="97536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ลำแสงถูกบัง</a:t>
            </a:r>
          </a:p>
        </p:txBody>
      </p:sp>
      <p:sp>
        <p:nvSpPr>
          <p:cNvPr id="24" name="orthogonal-21">
            <a:extLst>
              <a:ext uri="{FF2B5EF4-FFF2-40B4-BE49-F238E27FC236}">
                <a16:creationId xmlns:a16="http://schemas.microsoft.com/office/drawing/2014/main" id="{8479E7D6-C8E5-4765-9E41-40902E14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872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2">
            <a:extLst>
              <a:ext uri="{FF2B5EF4-FFF2-40B4-BE49-F238E27FC236}">
                <a16:creationId xmlns:a16="http://schemas.microsoft.com/office/drawing/2014/main" id="{91AEFCC8-B376-47BC-9C9A-7EC3680C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825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3">
            <a:extLst>
              <a:ext uri="{FF2B5EF4-FFF2-40B4-BE49-F238E27FC236}">
                <a16:creationId xmlns:a16="http://schemas.microsoft.com/office/drawing/2014/main" id="{F9C900AA-C40C-45EE-966E-A87AE3296ECA}"/>
              </a:ext>
            </a:extLst>
          </p:cNvPr>
          <p:cNvSpPr>
            <a:spLocks noGrp="1"/>
          </p:cNvSpPr>
          <p:nvPr/>
        </p:nvSpPr>
        <p:spPr>
          <a:xfrm>
            <a:off x="124587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ตัดแรงขับทันที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พร้อมเสียงเตือน</a:t>
            </a:r>
          </a:p>
        </p:txBody>
      </p:sp>
      <p:sp>
        <p:nvSpPr>
          <p:cNvPr id="27" name="orthogonal-24">
            <a:extLst>
              <a:ext uri="{FF2B5EF4-FFF2-40B4-BE49-F238E27FC236}">
                <a16:creationId xmlns:a16="http://schemas.microsoft.com/office/drawing/2014/main" id="{92A6643C-6988-48E7-87C9-D638167C7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5923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25">
            <a:extLst>
              <a:ext uri="{FF2B5EF4-FFF2-40B4-BE49-F238E27FC236}">
                <a16:creationId xmlns:a16="http://schemas.microsoft.com/office/drawing/2014/main" id="{2D7364AC-7A94-471D-82DC-CDEC0B021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087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6">
            <a:extLst>
              <a:ext uri="{FF2B5EF4-FFF2-40B4-BE49-F238E27FC236}">
                <a16:creationId xmlns:a16="http://schemas.microsoft.com/office/drawing/2014/main" id="{7E326CF9-ECA4-4039-9500-28AB618C467F}"/>
              </a:ext>
            </a:extLst>
          </p:cNvPr>
          <p:cNvSpPr>
            <a:spLocks noGrp="1"/>
          </p:cNvSpPr>
          <p:nvPr/>
        </p:nvSpPr>
        <p:spPr>
          <a:xfrm>
            <a:off x="15163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พัก 200 ms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แล้วเปิดกลับจนสุด</a:t>
            </a:r>
          </a:p>
        </p:txBody>
      </p:sp>
      <p:sp>
        <p:nvSpPr>
          <p:cNvPr id="30" name="shape-27">
            <a:extLst>
              <a:ext uri="{FF2B5EF4-FFF2-40B4-BE49-F238E27FC236}">
                <a16:creationId xmlns:a16="http://schemas.microsoft.com/office/drawing/2014/main" id="{8AAD500C-134D-4497-A4E0-47D9AD2D4D7E}"/>
              </a:ext>
            </a:extLst>
          </p:cNvPr>
          <p:cNvSpPr>
            <a:spLocks noGrp="1"/>
          </p:cNvSpPr>
          <p:nvPr/>
        </p:nvSpPr>
        <p:spPr>
          <a:xfrm>
            <a:off x="990600" y="8801100"/>
            <a:ext cx="16306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เข้า</a:t>
            </a:r>
            <a:r>
              <a:rPr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: </a:t>
            </a: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กดปุ่มด้านนอก</a:t>
            </a:r>
            <a:r>
              <a:rPr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     </a:t>
            </a: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ออก</a:t>
            </a:r>
            <a:r>
              <a:rPr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: </a:t>
            </a: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กดปุ่มด้านใน</a:t>
            </a:r>
            <a:br>
              <a:rPr lang="en-US"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</a:br>
            <a:endParaRPr sz="1400" b="0" dirty="0">
              <a:solidFill>
                <a:srgbClr val="64748B"/>
              </a:solidFill>
              <a:latin typeface="Tahoma"/>
              <a:ea typeface="Tahoma"/>
              <a:cs typeface="Tahoma"/>
            </a:endParaRPr>
          </a:p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ประตูเปิดจนสุด</a:t>
            </a:r>
            <a:r>
              <a:rPr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และปิดเมื่อปล่อยปุ่มกับลำแสงว่างต่อเนื่อง</a:t>
            </a:r>
            <a:r>
              <a:rPr sz="1400" b="0" dirty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 3 s</a:t>
            </a:r>
          </a:p>
        </p:txBody>
      </p:sp>
    </p:spTree>
    <p:extLst>
      <p:ext uri="{BB962C8B-B14F-4D97-AF65-F5344CB8AC3E}">
        <p14:creationId xmlns:p14="http://schemas.microsoft.com/office/powerpoint/2010/main" val="130721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-20">
            <a:extLst>
              <a:ext uri="{FF2B5EF4-FFF2-40B4-BE49-F238E27FC236}">
                <a16:creationId xmlns:a16="http://schemas.microsoft.com/office/drawing/2014/main" id="{86024725-6D7A-49EF-BE97-67C361FFDB9F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สถานะการทำงานและตำแหน่งประตู</a:t>
            </a:r>
          </a:p>
        </p:txBody>
      </p:sp>
      <p:sp>
        <p:nvSpPr>
          <p:cNvPr id="2" name="shape-21">
            <a:extLst>
              <a:ext uri="{FF2B5EF4-FFF2-40B4-BE49-F238E27FC236}">
                <a16:creationId xmlns:a16="http://schemas.microsoft.com/office/drawing/2014/main" id="{CBA80392-C0CE-4CB7-B697-84E71BB3020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สถานะปกติอยู่กลางผัง ส่วนการพักมอเตอร์และความผิดปกติแยกไว้ด้านข้าง</a:t>
            </a:r>
          </a:p>
        </p:txBody>
      </p:sp>
      <p:sp>
        <p:nvSpPr>
          <p:cNvPr id="3" name="shape-22">
            <a:extLst>
              <a:ext uri="{FF2B5EF4-FFF2-40B4-BE49-F238E27FC236}">
                <a16:creationId xmlns:a16="http://schemas.microsoft.com/office/drawing/2014/main" id="{6F9EDBBA-5EA1-4361-A35A-91E9D0E03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3">
            <a:extLst>
              <a:ext uri="{FF2B5EF4-FFF2-40B4-BE49-F238E27FC236}">
                <a16:creationId xmlns:a16="http://schemas.microsoft.com/office/drawing/2014/main" id="{0D5462FA-A798-4456-BD3A-2466C8AFBED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shape-24">
            <a:extLst>
              <a:ext uri="{FF2B5EF4-FFF2-40B4-BE49-F238E27FC236}">
                <a16:creationId xmlns:a16="http://schemas.microsoft.com/office/drawing/2014/main" id="{83C83FC1-F6CC-4368-9563-ED3A7DF92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">
            <a:extLst>
              <a:ext uri="{FF2B5EF4-FFF2-40B4-BE49-F238E27FC236}">
                <a16:creationId xmlns:a16="http://schemas.microsoft.com/office/drawing/2014/main" id="{01EC6B1B-52E6-4995-B646-13AB4F8EEF1A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26">
            <a:extLst>
              <a:ext uri="{FF2B5EF4-FFF2-40B4-BE49-F238E27FC236}">
                <a16:creationId xmlns:a16="http://schemas.microsoft.com/office/drawing/2014/main" id="{32CBDC21-7A01-4DF0-8E34-1301432C5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27">
            <a:extLst>
              <a:ext uri="{FF2B5EF4-FFF2-40B4-BE49-F238E27FC236}">
                <a16:creationId xmlns:a16="http://schemas.microsoft.com/office/drawing/2014/main" id="{BC016E21-A327-49D2-815C-6F866885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8">
            <a:extLst>
              <a:ext uri="{FF2B5EF4-FFF2-40B4-BE49-F238E27FC236}">
                <a16:creationId xmlns:a16="http://schemas.microsoft.com/office/drawing/2014/main" id="{B3405B5F-3249-4AC0-9624-EA969436539F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10" name="shape-29">
            <a:extLst>
              <a:ext uri="{FF2B5EF4-FFF2-40B4-BE49-F238E27FC236}">
                <a16:creationId xmlns:a16="http://schemas.microsoft.com/office/drawing/2014/main" id="{E4F42692-9D10-4314-B6F2-6CE08276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0">
            <a:extLst>
              <a:ext uri="{FF2B5EF4-FFF2-40B4-BE49-F238E27FC236}">
                <a16:creationId xmlns:a16="http://schemas.microsoft.com/office/drawing/2014/main" id="{4FACE7A1-EE29-4BBF-B4B0-E157D479D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47625" cy="74295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31">
            <a:extLst>
              <a:ext uri="{FF2B5EF4-FFF2-40B4-BE49-F238E27FC236}">
                <a16:creationId xmlns:a16="http://schemas.microsoft.com/office/drawing/2014/main" id="{DCADB757-3123-46D0-8B45-EEE707056A37}"/>
              </a:ext>
            </a:extLst>
          </p:cNvPr>
          <p:cNvSpPr>
            <a:spLocks noGrp="1"/>
          </p:cNvSpPr>
          <p:nvPr/>
        </p:nvSpPr>
        <p:spPr>
          <a:xfrm>
            <a:off x="436245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3" name="shape-32">
            <a:extLst>
              <a:ext uri="{FF2B5EF4-FFF2-40B4-BE49-F238E27FC236}">
                <a16:creationId xmlns:a16="http://schemas.microsoft.com/office/drawing/2014/main" id="{3E22B525-DF2C-4183-8F38-51C6AB72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33">
            <a:extLst>
              <a:ext uri="{FF2B5EF4-FFF2-40B4-BE49-F238E27FC236}">
                <a16:creationId xmlns:a16="http://schemas.microsoft.com/office/drawing/2014/main" id="{B9A639AA-D26D-4424-93AA-217FE996D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47625" cy="74295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4">
            <a:extLst>
              <a:ext uri="{FF2B5EF4-FFF2-40B4-BE49-F238E27FC236}">
                <a16:creationId xmlns:a16="http://schemas.microsoft.com/office/drawing/2014/main" id="{F2BB6DAF-3073-45FE-B801-B62E197F38CA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6" name="shape-35">
            <a:extLst>
              <a:ext uri="{FF2B5EF4-FFF2-40B4-BE49-F238E27FC236}">
                <a16:creationId xmlns:a16="http://schemas.microsoft.com/office/drawing/2014/main" id="{F83D9F9E-C411-4E70-8671-5689F161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6">
            <a:extLst>
              <a:ext uri="{FF2B5EF4-FFF2-40B4-BE49-F238E27FC236}">
                <a16:creationId xmlns:a16="http://schemas.microsoft.com/office/drawing/2014/main" id="{2BD00FE8-B946-4253-9B2D-624EE551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37">
            <a:extLst>
              <a:ext uri="{FF2B5EF4-FFF2-40B4-BE49-F238E27FC236}">
                <a16:creationId xmlns:a16="http://schemas.microsoft.com/office/drawing/2014/main" id="{5F6C0919-1223-4419-AB3B-0252B6C36337}"/>
              </a:ext>
            </a:extLst>
          </p:cNvPr>
          <p:cNvSpPr>
            <a:spLocks noGrp="1"/>
          </p:cNvSpPr>
          <p:nvPr/>
        </p:nvSpPr>
        <p:spPr>
          <a:xfrm>
            <a:off x="436245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9" name="shape-38">
            <a:extLst>
              <a:ext uri="{FF2B5EF4-FFF2-40B4-BE49-F238E27FC236}">
                <a16:creationId xmlns:a16="http://schemas.microsoft.com/office/drawing/2014/main" id="{2525BB04-EDC1-4B1E-ACE2-61C6E262A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39">
            <a:extLst>
              <a:ext uri="{FF2B5EF4-FFF2-40B4-BE49-F238E27FC236}">
                <a16:creationId xmlns:a16="http://schemas.microsoft.com/office/drawing/2014/main" id="{84C51E0E-A4A4-4054-AE35-F46DAF00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47625" cy="74295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40">
            <a:extLst>
              <a:ext uri="{FF2B5EF4-FFF2-40B4-BE49-F238E27FC236}">
                <a16:creationId xmlns:a16="http://schemas.microsoft.com/office/drawing/2014/main" id="{E5494884-F008-449E-9CD4-C57B00C32F22}"/>
              </a:ext>
            </a:extLst>
          </p:cNvPr>
          <p:cNvSpPr>
            <a:spLocks noGrp="1"/>
          </p:cNvSpPr>
          <p:nvPr/>
        </p:nvSpPr>
        <p:spPr>
          <a:xfrm>
            <a:off x="937260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22" name="shape-41">
            <a:extLst>
              <a:ext uri="{FF2B5EF4-FFF2-40B4-BE49-F238E27FC236}">
                <a16:creationId xmlns:a16="http://schemas.microsoft.com/office/drawing/2014/main" id="{2602006C-38BE-4443-A987-FFEFFEE8B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42">
            <a:extLst>
              <a:ext uri="{FF2B5EF4-FFF2-40B4-BE49-F238E27FC236}">
                <a16:creationId xmlns:a16="http://schemas.microsoft.com/office/drawing/2014/main" id="{7193D03E-8848-4762-B924-33EDCAEC0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43">
            <a:extLst>
              <a:ext uri="{FF2B5EF4-FFF2-40B4-BE49-F238E27FC236}">
                <a16:creationId xmlns:a16="http://schemas.microsoft.com/office/drawing/2014/main" id="{184D7FB8-3828-4C04-93A0-4B10FB8074EA}"/>
              </a:ext>
            </a:extLst>
          </p:cNvPr>
          <p:cNvSpPr>
            <a:spLocks noGrp="1"/>
          </p:cNvSpPr>
          <p:nvPr/>
        </p:nvSpPr>
        <p:spPr>
          <a:xfrm>
            <a:off x="436245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25" name="shape-44">
            <a:extLst>
              <a:ext uri="{FF2B5EF4-FFF2-40B4-BE49-F238E27FC236}">
                <a16:creationId xmlns:a16="http://schemas.microsoft.com/office/drawing/2014/main" id="{99870D77-83A6-456A-A3CE-438766ED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45">
            <a:extLst>
              <a:ext uri="{FF2B5EF4-FFF2-40B4-BE49-F238E27FC236}">
                <a16:creationId xmlns:a16="http://schemas.microsoft.com/office/drawing/2014/main" id="{DEFE951A-3E4F-4E64-9914-2E82BF58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6">
            <a:extLst>
              <a:ext uri="{FF2B5EF4-FFF2-40B4-BE49-F238E27FC236}">
                <a16:creationId xmlns:a16="http://schemas.microsoft.com/office/drawing/2014/main" id="{6B7410DA-220D-4B1B-920F-ACA658DEE4CE}"/>
              </a:ext>
            </a:extLst>
          </p:cNvPr>
          <p:cNvSpPr>
            <a:spLocks noGrp="1"/>
          </p:cNvSpPr>
          <p:nvPr/>
        </p:nvSpPr>
        <p:spPr>
          <a:xfrm>
            <a:off x="937260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8" name="orthogonal-47">
            <a:extLst>
              <a:ext uri="{FF2B5EF4-FFF2-40B4-BE49-F238E27FC236}">
                <a16:creationId xmlns:a16="http://schemas.microsoft.com/office/drawing/2014/main" id="{70D66AD5-0E26-4B2A-970D-946E6E0E3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00350" y="3124200"/>
            <a:ext cx="1485900" cy="95250"/>
          </a:xfrm>
          <a:custGeom>
            <a:avLst/>
            <a:gdLst/>
            <a:ahLst/>
            <a:cxnLst/>
            <a:rect l="0" t="0" r="0" b="0"/>
            <a:pathLst>
              <a:path w="1485900" h="95250">
                <a:moveTo>
                  <a:pt x="0" y="47625"/>
                </a:moveTo>
                <a:lnTo>
                  <a:pt x="1485900" y="47625"/>
                </a:lnTo>
                <a:lnTo>
                  <a:pt x="1400175" y="0"/>
                </a:lnTo>
                <a:lnTo>
                  <a:pt x="1485900" y="47625"/>
                </a:lnTo>
                <a:lnTo>
                  <a:pt x="14001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8">
            <a:extLst>
              <a:ext uri="{FF2B5EF4-FFF2-40B4-BE49-F238E27FC236}">
                <a16:creationId xmlns:a16="http://schemas.microsoft.com/office/drawing/2014/main" id="{A287029B-A8E7-4054-BDBA-84C3D4848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9">
            <a:extLst>
              <a:ext uri="{FF2B5EF4-FFF2-40B4-BE49-F238E27FC236}">
                <a16:creationId xmlns:a16="http://schemas.microsoft.com/office/drawing/2014/main" id="{1FE78FE9-BF3E-41E5-BB8B-819E20ABB9DB}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31" name="orthogonal-50">
            <a:extLst>
              <a:ext uri="{FF2B5EF4-FFF2-40B4-BE49-F238E27FC236}">
                <a16:creationId xmlns:a16="http://schemas.microsoft.com/office/drawing/2014/main" id="{7B1541A7-E7F5-4DD8-8071-C30B9C3D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51">
            <a:extLst>
              <a:ext uri="{FF2B5EF4-FFF2-40B4-BE49-F238E27FC236}">
                <a16:creationId xmlns:a16="http://schemas.microsoft.com/office/drawing/2014/main" id="{BFDE0F63-C9E6-4987-BE3A-4476CEDFF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52">
            <a:extLst>
              <a:ext uri="{FF2B5EF4-FFF2-40B4-BE49-F238E27FC236}">
                <a16:creationId xmlns:a16="http://schemas.microsoft.com/office/drawing/2014/main" id="{5D95E783-648B-48F7-B6E2-2B07591C5116}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ปุ่มเปิดค้าง 20 ms</a:t>
            </a:r>
          </a:p>
        </p:txBody>
      </p:sp>
      <p:sp>
        <p:nvSpPr>
          <p:cNvPr id="34" name="shape-53">
            <a:extLst>
              <a:ext uri="{FF2B5EF4-FFF2-40B4-BE49-F238E27FC236}">
                <a16:creationId xmlns:a16="http://schemas.microsoft.com/office/drawing/2014/main" id="{0DD7DB45-52E3-4FEE-AC66-7FF60740FE17}"/>
              </a:ext>
            </a:extLst>
          </p:cNvPr>
          <p:cNvSpPr>
            <a:spLocks noGrp="1"/>
          </p:cNvSpPr>
          <p:nvPr/>
        </p:nvSpPr>
        <p:spPr>
          <a:xfrm>
            <a:off x="6686550" y="3524250"/>
            <a:ext cx="24384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หยุดครบ 200 ms ก่อนรับคำสั่ง</a:t>
            </a:r>
          </a:p>
        </p:txBody>
      </p:sp>
      <p:sp>
        <p:nvSpPr>
          <p:cNvPr id="35" name="orthogonal-54">
            <a:extLst>
              <a:ext uri="{FF2B5EF4-FFF2-40B4-BE49-F238E27FC236}">
                <a16:creationId xmlns:a16="http://schemas.microsoft.com/office/drawing/2014/main" id="{7BE66B61-91C6-4F4A-9017-B0C62671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0"/>
                </a:moveTo>
                <a:lnTo>
                  <a:pt x="47625" y="1943100"/>
                </a:lnTo>
                <a:lnTo>
                  <a:pt x="0" y="1857375"/>
                </a:lnTo>
                <a:lnTo>
                  <a:pt x="47625" y="1943100"/>
                </a:lnTo>
                <a:lnTo>
                  <a:pt x="95250" y="18573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55">
            <a:extLst>
              <a:ext uri="{FF2B5EF4-FFF2-40B4-BE49-F238E27FC236}">
                <a16:creationId xmlns:a16="http://schemas.microsoft.com/office/drawing/2014/main" id="{A3FCC6E7-C234-439C-BA14-EBB677508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56">
            <a:extLst>
              <a:ext uri="{FF2B5EF4-FFF2-40B4-BE49-F238E27FC236}">
                <a16:creationId xmlns:a16="http://schemas.microsoft.com/office/drawing/2014/main" id="{EFF37681-AA0D-4815-AF79-32FF6E116059}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38" name="orthogonal-57">
            <a:extLst>
              <a:ext uri="{FF2B5EF4-FFF2-40B4-BE49-F238E27FC236}">
                <a16:creationId xmlns:a16="http://schemas.microsoft.com/office/drawing/2014/main" id="{E5AB868F-CC70-456A-BB39-A85BF900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281940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58">
            <a:extLst>
              <a:ext uri="{FF2B5EF4-FFF2-40B4-BE49-F238E27FC236}">
                <a16:creationId xmlns:a16="http://schemas.microsoft.com/office/drawing/2014/main" id="{832F623C-FD91-4018-A697-84A45E206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59">
            <a:extLst>
              <a:ext uri="{FF2B5EF4-FFF2-40B4-BE49-F238E27FC236}">
                <a16:creationId xmlns:a16="http://schemas.microsoft.com/office/drawing/2014/main" id="{078341DC-6F3A-4121-8D6D-D8B0E4EDA569}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ว่างต่อเนื่อง 3 s</a:t>
            </a:r>
          </a:p>
        </p:txBody>
      </p:sp>
      <p:sp>
        <p:nvSpPr>
          <p:cNvPr id="41" name="orthogonal-60">
            <a:extLst>
              <a:ext uri="{FF2B5EF4-FFF2-40B4-BE49-F238E27FC236}">
                <a16:creationId xmlns:a16="http://schemas.microsoft.com/office/drawing/2014/main" id="{FBF82760-2220-47B5-9125-A743E0F7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">
            <a:extLst>
              <a:ext uri="{FF2B5EF4-FFF2-40B4-BE49-F238E27FC236}">
                <a16:creationId xmlns:a16="http://schemas.microsoft.com/office/drawing/2014/main" id="{23F19AD3-77C1-4423-9A73-CA20CA44B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62">
            <a:extLst>
              <a:ext uri="{FF2B5EF4-FFF2-40B4-BE49-F238E27FC236}">
                <a16:creationId xmlns:a16="http://schemas.microsoft.com/office/drawing/2014/main" id="{CE776165-04D9-4104-8D1C-25A557A7FC58}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44" name="orthogonal-63">
            <a:extLst>
              <a:ext uri="{FF2B5EF4-FFF2-40B4-BE49-F238E27FC236}">
                <a16:creationId xmlns:a16="http://schemas.microsoft.com/office/drawing/2014/main" id="{11DECB06-DB8C-4C79-B434-7FA0BE5C9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0"/>
                </a:moveTo>
                <a:lnTo>
                  <a:pt x="47625" y="1371600"/>
                </a:lnTo>
                <a:lnTo>
                  <a:pt x="0" y="1285875"/>
                </a:lnTo>
                <a:lnTo>
                  <a:pt x="47625" y="1371600"/>
                </a:lnTo>
                <a:lnTo>
                  <a:pt x="95250" y="1285875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64">
            <a:extLst>
              <a:ext uri="{FF2B5EF4-FFF2-40B4-BE49-F238E27FC236}">
                <a16:creationId xmlns:a16="http://schemas.microsoft.com/office/drawing/2014/main" id="{BB6515E4-65CC-47DA-803A-F8AD485FD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65">
            <a:extLst>
              <a:ext uri="{FF2B5EF4-FFF2-40B4-BE49-F238E27FC236}">
                <a16:creationId xmlns:a16="http://schemas.microsoft.com/office/drawing/2014/main" id="{1FE1DB28-1812-476B-A79D-BA2FC4FE4D0E}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ถูกบังหรือกดปุ่มเปิด</a:t>
            </a:r>
          </a:p>
        </p:txBody>
      </p:sp>
      <p:sp>
        <p:nvSpPr>
          <p:cNvPr id="47" name="orthogonal-66">
            <a:extLst>
              <a:ext uri="{FF2B5EF4-FFF2-40B4-BE49-F238E27FC236}">
                <a16:creationId xmlns:a16="http://schemas.microsoft.com/office/drawing/2014/main" id="{0E767E66-F4F2-4AA6-BBE8-6EE8A2CC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79248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67">
            <a:extLst>
              <a:ext uri="{FF2B5EF4-FFF2-40B4-BE49-F238E27FC236}">
                <a16:creationId xmlns:a16="http://schemas.microsoft.com/office/drawing/2014/main" id="{C435C85D-C036-4BDD-8E09-3FEAE6B4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68">
            <a:extLst>
              <a:ext uri="{FF2B5EF4-FFF2-40B4-BE49-F238E27FC236}">
                <a16:creationId xmlns:a16="http://schemas.microsoft.com/office/drawing/2014/main" id="{95C20DBC-7288-48C9-88A0-ACFA1166EA2A}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50" name="orthogonal-69">
            <a:extLst>
              <a:ext uri="{FF2B5EF4-FFF2-40B4-BE49-F238E27FC236}">
                <a16:creationId xmlns:a16="http://schemas.microsoft.com/office/drawing/2014/main" id="{E7A04040-9E30-4BA4-A55A-895D2622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13716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70">
            <a:extLst>
              <a:ext uri="{FF2B5EF4-FFF2-40B4-BE49-F238E27FC236}">
                <a16:creationId xmlns:a16="http://schemas.microsoft.com/office/drawing/2014/main" id="{0C2D15B1-EA03-45C7-8D62-41FCD876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1">
            <a:extLst>
              <a:ext uri="{FF2B5EF4-FFF2-40B4-BE49-F238E27FC236}">
                <a16:creationId xmlns:a16="http://schemas.microsoft.com/office/drawing/2014/main" id="{5CDDD04E-9C03-4248-9908-1E81704E5FD1}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53" name="orthogonal-72">
            <a:extLst>
              <a:ext uri="{FF2B5EF4-FFF2-40B4-BE49-F238E27FC236}">
                <a16:creationId xmlns:a16="http://schemas.microsoft.com/office/drawing/2014/main" id="{8C63A379-7066-47AC-AB03-3CBB1AF2D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95475" y="2343150"/>
            <a:ext cx="10048875" cy="3562350"/>
          </a:xfrm>
          <a:custGeom>
            <a:avLst/>
            <a:gdLst/>
            <a:ahLst/>
            <a:cxnLst/>
            <a:rect l="0" t="0" r="0" b="0"/>
            <a:pathLst>
              <a:path w="10048875" h="3562350">
                <a:moveTo>
                  <a:pt x="0" y="457200"/>
                </a:moveTo>
                <a:lnTo>
                  <a:pt x="0" y="0"/>
                </a:lnTo>
                <a:lnTo>
                  <a:pt x="10048875" y="0"/>
                </a:lnTo>
                <a:lnTo>
                  <a:pt x="10048875" y="3514725"/>
                </a:lnTo>
                <a:lnTo>
                  <a:pt x="9591675" y="3514725"/>
                </a:lnTo>
                <a:lnTo>
                  <a:pt x="9677400" y="3467100"/>
                </a:lnTo>
                <a:lnTo>
                  <a:pt x="9591675" y="3514725"/>
                </a:lnTo>
                <a:lnTo>
                  <a:pt x="9677400" y="35623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73">
            <a:extLst>
              <a:ext uri="{FF2B5EF4-FFF2-40B4-BE49-F238E27FC236}">
                <a16:creationId xmlns:a16="http://schemas.microsoft.com/office/drawing/2014/main" id="{ACC7D63A-1684-4961-A31A-7F5CD04E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74">
            <a:extLst>
              <a:ext uri="{FF2B5EF4-FFF2-40B4-BE49-F238E27FC236}">
                <a16:creationId xmlns:a16="http://schemas.microsoft.com/office/drawing/2014/main" id="{698E8C10-F2B4-4129-9C4A-BA29FA6873F2}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เริ่มที่ LO = 0</a:t>
            </a:r>
          </a:p>
        </p:txBody>
      </p:sp>
      <p:sp>
        <p:nvSpPr>
          <p:cNvPr id="56" name="orthogonal-75">
            <a:extLst>
              <a:ext uri="{FF2B5EF4-FFF2-40B4-BE49-F238E27FC236}">
                <a16:creationId xmlns:a16="http://schemas.microsoft.com/office/drawing/2014/main" id="{7F8A019B-B86B-42B9-A096-CCB79328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478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76">
            <a:extLst>
              <a:ext uri="{FF2B5EF4-FFF2-40B4-BE49-F238E27FC236}">
                <a16:creationId xmlns:a16="http://schemas.microsoft.com/office/drawing/2014/main" id="{4AE4CE40-9947-405C-BB8B-0C9EDC081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77">
            <a:extLst>
              <a:ext uri="{FF2B5EF4-FFF2-40B4-BE49-F238E27FC236}">
                <a16:creationId xmlns:a16="http://schemas.microsoft.com/office/drawing/2014/main" id="{AD6D1163-EB79-4641-932C-6DBF81F07388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Reset ผ่านเงื่อนไข</a:t>
            </a:r>
          </a:p>
        </p:txBody>
      </p:sp>
      <p:sp>
        <p:nvSpPr>
          <p:cNvPr id="59" name="shape-78">
            <a:extLst>
              <a:ext uri="{FF2B5EF4-FFF2-40B4-BE49-F238E27FC236}">
                <a16:creationId xmlns:a16="http://schemas.microsoft.com/office/drawing/2014/main" id="{C65FE335-7269-4F6A-B009-E569D0B7D2E7}"/>
              </a:ext>
            </a:extLst>
          </p:cNvPr>
          <p:cNvSpPr>
            <a:spLocks noGrp="1"/>
          </p:cNvSpPr>
          <p:nvPr/>
        </p:nvSpPr>
        <p:spPr>
          <a:xfrm>
            <a:off x="990600" y="6762750"/>
            <a:ext cx="24003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ทุกสถานะตรวจ E-stop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เดินทางเกิน 5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หรือลิมิตผิดปกติ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ให้เข้า FAULT</a:t>
            </a:r>
          </a:p>
        </p:txBody>
      </p:sp>
      <p:sp>
        <p:nvSpPr>
          <p:cNvPr id="60" name="shape-79">
            <a:extLst>
              <a:ext uri="{FF2B5EF4-FFF2-40B4-BE49-F238E27FC236}">
                <a16:creationId xmlns:a16="http://schemas.microsoft.com/office/drawing/2014/main" id="{F9A9B8BD-5AAE-491C-A6A2-37B9E89B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2524125"/>
            <a:ext cx="38100" cy="1219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1" name="รูปภาพ 1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0" y="2705100"/>
            <a:ext cx="2571750" cy="857250"/>
          </a:xfrm>
          <a:prstGeom prst="rect">
            <a:avLst/>
          </a:prstGeom>
        </p:spPr>
      </p:pic>
      <p:sp>
        <p:nvSpPr>
          <p:cNvPr id="62" name="shape-80">
            <a:extLst>
              <a:ext uri="{FF2B5EF4-FFF2-40B4-BE49-F238E27FC236}">
                <a16:creationId xmlns:a16="http://schemas.microsoft.com/office/drawing/2014/main" id="{EA718C2C-D5F7-447A-9B9C-94CA409F9344}"/>
              </a:ext>
            </a:extLst>
          </p:cNvPr>
          <p:cNvSpPr>
            <a:spLocks noGrp="1"/>
          </p:cNvSpPr>
          <p:nvPr/>
        </p:nvSpPr>
        <p:spPr>
          <a:xfrm>
            <a:off x="15335250" y="27432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63" name="shape-81">
            <a:extLst>
              <a:ext uri="{FF2B5EF4-FFF2-40B4-BE49-F238E27FC236}">
                <a16:creationId xmlns:a16="http://schemas.microsoft.com/office/drawing/2014/main" id="{AD83A6A0-D0AA-45B5-9FC2-321D2B7ADE21}"/>
              </a:ext>
            </a:extLst>
          </p:cNvPr>
          <p:cNvSpPr>
            <a:spLocks noGrp="1"/>
          </p:cNvSpPr>
          <p:nvPr/>
        </p:nvSpPr>
        <p:spPr>
          <a:xfrm>
            <a:off x="15335250" y="31623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ปิดสนิท</a:t>
            </a:r>
          </a:p>
        </p:txBody>
      </p:sp>
      <p:sp>
        <p:nvSpPr>
          <p:cNvPr id="64" name="shape-82">
            <a:extLst>
              <a:ext uri="{FF2B5EF4-FFF2-40B4-BE49-F238E27FC236}">
                <a16:creationId xmlns:a16="http://schemas.microsoft.com/office/drawing/2014/main" id="{CD455CA2-3F8D-465E-8BAE-69DC1962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990975"/>
            <a:ext cx="38100" cy="12192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5" name="รูปภาพ 1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63500" y="4171950"/>
            <a:ext cx="2571750" cy="857250"/>
          </a:xfrm>
          <a:prstGeom prst="rect">
            <a:avLst/>
          </a:prstGeom>
        </p:spPr>
      </p:pic>
      <p:sp>
        <p:nvSpPr>
          <p:cNvPr id="66" name="shape-83">
            <a:extLst>
              <a:ext uri="{FF2B5EF4-FFF2-40B4-BE49-F238E27FC236}">
                <a16:creationId xmlns:a16="http://schemas.microsoft.com/office/drawing/2014/main" id="{F21F6890-CA60-4E74-A13D-D26BE70C71AA}"/>
              </a:ext>
            </a:extLst>
          </p:cNvPr>
          <p:cNvSpPr>
            <a:spLocks noGrp="1"/>
          </p:cNvSpPr>
          <p:nvPr/>
        </p:nvSpPr>
        <p:spPr>
          <a:xfrm>
            <a:off x="15335250" y="42100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67" name="shape-84">
            <a:extLst>
              <a:ext uri="{FF2B5EF4-FFF2-40B4-BE49-F238E27FC236}">
                <a16:creationId xmlns:a16="http://schemas.microsoft.com/office/drawing/2014/main" id="{D37E2053-82BD-46DE-9F02-242D4F4187B4}"/>
              </a:ext>
            </a:extLst>
          </p:cNvPr>
          <p:cNvSpPr>
            <a:spLocks noGrp="1"/>
          </p:cNvSpPr>
          <p:nvPr/>
        </p:nvSpPr>
        <p:spPr>
          <a:xfrm>
            <a:off x="15335250" y="46291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กำลังเปิด</a:t>
            </a:r>
          </a:p>
        </p:txBody>
      </p:sp>
      <p:sp>
        <p:nvSpPr>
          <p:cNvPr id="68" name="shape-85">
            <a:extLst>
              <a:ext uri="{FF2B5EF4-FFF2-40B4-BE49-F238E27FC236}">
                <a16:creationId xmlns:a16="http://schemas.microsoft.com/office/drawing/2014/main" id="{1232DEDA-904A-44E8-A61B-24C43631A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457825"/>
            <a:ext cx="38100" cy="12192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9" name="รูปภาพ 1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763500" y="5638800"/>
            <a:ext cx="2571750" cy="857250"/>
          </a:xfrm>
          <a:prstGeom prst="rect">
            <a:avLst/>
          </a:prstGeom>
        </p:spPr>
      </p:pic>
      <p:sp>
        <p:nvSpPr>
          <p:cNvPr id="70" name="shape-86">
            <a:extLst>
              <a:ext uri="{FF2B5EF4-FFF2-40B4-BE49-F238E27FC236}">
                <a16:creationId xmlns:a16="http://schemas.microsoft.com/office/drawing/2014/main" id="{8D586152-E9B1-4A29-93A5-FC55B70EB484}"/>
              </a:ext>
            </a:extLst>
          </p:cNvPr>
          <p:cNvSpPr>
            <a:spLocks noGrp="1"/>
          </p:cNvSpPr>
          <p:nvPr/>
        </p:nvSpPr>
        <p:spPr>
          <a:xfrm>
            <a:off x="15335250" y="56769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71" name="shape-87">
            <a:extLst>
              <a:ext uri="{FF2B5EF4-FFF2-40B4-BE49-F238E27FC236}">
                <a16:creationId xmlns:a16="http://schemas.microsoft.com/office/drawing/2014/main" id="{D7E970F9-84CA-4418-81FD-9A00E92DF88B}"/>
              </a:ext>
            </a:extLst>
          </p:cNvPr>
          <p:cNvSpPr>
            <a:spLocks noGrp="1"/>
          </p:cNvSpPr>
          <p:nvPr/>
        </p:nvSpPr>
        <p:spPr>
          <a:xfrm>
            <a:off x="15335250" y="60960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เปิดสุด</a:t>
            </a:r>
          </a:p>
        </p:txBody>
      </p:sp>
      <p:sp>
        <p:nvSpPr>
          <p:cNvPr id="72" name="shape-88">
            <a:extLst>
              <a:ext uri="{FF2B5EF4-FFF2-40B4-BE49-F238E27FC236}">
                <a16:creationId xmlns:a16="http://schemas.microsoft.com/office/drawing/2014/main" id="{FF6CB161-055D-4913-8566-747C7102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6924675"/>
            <a:ext cx="38100" cy="1219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53" name="รูปภาพ 15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763500" y="7105650"/>
            <a:ext cx="2571750" cy="857250"/>
          </a:xfrm>
          <a:prstGeom prst="rect">
            <a:avLst/>
          </a:prstGeom>
        </p:spPr>
      </p:pic>
      <p:sp>
        <p:nvSpPr>
          <p:cNvPr id="74" name="shape-89">
            <a:extLst>
              <a:ext uri="{FF2B5EF4-FFF2-40B4-BE49-F238E27FC236}">
                <a16:creationId xmlns:a16="http://schemas.microsoft.com/office/drawing/2014/main" id="{A4F8BD9F-5BF8-41DE-99FD-7DFFCA57D9B8}"/>
              </a:ext>
            </a:extLst>
          </p:cNvPr>
          <p:cNvSpPr>
            <a:spLocks noGrp="1"/>
          </p:cNvSpPr>
          <p:nvPr/>
        </p:nvSpPr>
        <p:spPr>
          <a:xfrm>
            <a:off x="15335250" y="71437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75" name="shape-90">
            <a:extLst>
              <a:ext uri="{FF2B5EF4-FFF2-40B4-BE49-F238E27FC236}">
                <a16:creationId xmlns:a16="http://schemas.microsoft.com/office/drawing/2014/main" id="{703F1299-9C3A-49A2-A8AD-580E9D43904E}"/>
              </a:ext>
            </a:extLst>
          </p:cNvPr>
          <p:cNvSpPr>
            <a:spLocks noGrp="1"/>
          </p:cNvSpPr>
          <p:nvPr/>
        </p:nvSpPr>
        <p:spPr>
          <a:xfrm>
            <a:off x="15335250" y="75628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กำลังปิด</a:t>
            </a:r>
          </a:p>
        </p:txBody>
      </p:sp>
      <p:sp>
        <p:nvSpPr>
          <p:cNvPr id="76" name="orthogonal-91">
            <a:extLst>
              <a:ext uri="{FF2B5EF4-FFF2-40B4-BE49-F238E27FC236}">
                <a16:creationId xmlns:a16="http://schemas.microsoft.com/office/drawing/2014/main" id="{0D1B6C28-9C12-4C3B-A985-514C315DF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50482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0" y="47625"/>
                </a:moveTo>
                <a:lnTo>
                  <a:pt x="1047750" y="47625"/>
                </a:lnTo>
                <a:lnTo>
                  <a:pt x="962025" y="0"/>
                </a:lnTo>
                <a:lnTo>
                  <a:pt x="1047750" y="47625"/>
                </a:lnTo>
                <a:lnTo>
                  <a:pt x="962025" y="9525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orthogonal-92">
            <a:extLst>
              <a:ext uri="{FF2B5EF4-FFF2-40B4-BE49-F238E27FC236}">
                <a16:creationId xmlns:a16="http://schemas.microsoft.com/office/drawing/2014/main" id="{464F59BE-712F-4544-B13C-4B4E7918A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79819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10477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3">
            <a:extLst>
              <a:ext uri="{FF2B5EF4-FFF2-40B4-BE49-F238E27FC236}">
                <a16:creationId xmlns:a16="http://schemas.microsoft.com/office/drawing/2014/main" id="{C665B902-6F46-4292-9DD7-E1E7AC26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8715375"/>
            <a:ext cx="16306800" cy="6096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94">
            <a:extLst>
              <a:ext uri="{FF2B5EF4-FFF2-40B4-BE49-F238E27FC236}">
                <a16:creationId xmlns:a16="http://schemas.microsoft.com/office/drawing/2014/main" id="{9DE193E9-DDB5-4ADC-99C9-BDC51515FFD5}"/>
              </a:ext>
            </a:extLst>
          </p:cNvPr>
          <p:cNvSpPr>
            <a:spLocks noGrp="1"/>
          </p:cNvSpPr>
          <p:nvPr/>
        </p:nvSpPr>
        <p:spPr>
          <a:xfrm>
            <a:off x="1104900" y="8820150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i</a:t>
            </a:r>
          </a:p>
        </p:txBody>
      </p:sp>
      <p:sp>
        <p:nvSpPr>
          <p:cNvPr id="80" name="shape-95">
            <a:extLst>
              <a:ext uri="{FF2B5EF4-FFF2-40B4-BE49-F238E27FC236}">
                <a16:creationId xmlns:a16="http://schemas.microsoft.com/office/drawing/2014/main" id="{B9BEDCAB-BDDD-4343-9DF3-9E6000196AE1}"/>
              </a:ext>
            </a:extLst>
          </p:cNvPr>
          <p:cNvSpPr>
            <a:spLocks noGrp="1"/>
          </p:cNvSpPr>
          <p:nvPr/>
        </p:nvSpPr>
        <p:spPr>
          <a:xfrm>
            <a:off x="1581150" y="8829675"/>
            <a:ext cx="154114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START ไม่ทราบตำแหน่งหรือพบลิมิตทั้งสองพร้อมกัน ให้ตัดแรงขับและเข้า FAULT</a:t>
            </a:r>
          </a:p>
        </p:txBody>
      </p:sp>
    </p:spTree>
    <p:extLst>
      <p:ext uri="{BB962C8B-B14F-4D97-AF65-F5344CB8AC3E}">
        <p14:creationId xmlns:p14="http://schemas.microsoft.com/office/powerpoint/2010/main" val="196443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-1">
            <a:extLst>
              <a:ext uri="{FF2B5EF4-FFF2-40B4-BE49-F238E27FC236}">
                <a16:creationId xmlns:a16="http://schemas.microsoft.com/office/drawing/2014/main" id="{845B1266-E339-44E0-85A7-8F1DFAFF40A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ผังการเชื่อมต่อฮาร์ดแวร์</a:t>
            </a: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32799158-AD8E-4E53-BBBA-8E2A152AAC8C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ตำแหน่งขามองจากด้านบนของไอซี ใช้เส้นสีน้ำเงินสำหรับสัญญาณควบคุม และเส้นสีเทาสำหรับวงจรมอเตอร์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C1278956-54E0-4976-89E8-4A12FA939EDF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D33DDB55-0AE0-4B53-81F8-8B72FB514D5A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pic>
        <p:nvPicPr>
          <p:cNvPr id="159" name="รูปภาพ 1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000" y="3028961"/>
            <a:ext cx="3143250" cy="2565918"/>
          </a:xfrm>
          <a:prstGeom prst="rect">
            <a:avLst/>
          </a:prstGeom>
        </p:spPr>
      </p:pic>
      <p:pic>
        <p:nvPicPr>
          <p:cNvPr id="160" name="รูปภาพ 1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3257550"/>
            <a:ext cx="1790700" cy="895350"/>
          </a:xfrm>
          <a:prstGeom prst="rect">
            <a:avLst/>
          </a:prstGeom>
        </p:spPr>
      </p:pic>
      <p:pic>
        <p:nvPicPr>
          <p:cNvPr id="161" name="รูปภาพ 16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91250" y="2762250"/>
            <a:ext cx="2000250" cy="3000375"/>
          </a:xfrm>
          <a:prstGeom prst="rect">
            <a:avLst/>
          </a:prstGeom>
        </p:spPr>
      </p:pic>
      <p:pic>
        <p:nvPicPr>
          <p:cNvPr id="162" name="รูปภาพ 16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53250" y="6467475"/>
            <a:ext cx="1905000" cy="2857500"/>
          </a:xfrm>
          <a:prstGeom prst="rect">
            <a:avLst/>
          </a:prstGeom>
        </p:spPr>
      </p:pic>
      <p:pic>
        <p:nvPicPr>
          <p:cNvPr id="163" name="รูปภาพ 16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810750" y="5334000"/>
            <a:ext cx="1333500" cy="2000250"/>
          </a:xfrm>
          <a:prstGeom prst="rect">
            <a:avLst/>
          </a:prstGeom>
        </p:spPr>
      </p:pic>
      <p:pic>
        <p:nvPicPr>
          <p:cNvPr id="164" name="รูปภาพ 16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096500" y="2743200"/>
            <a:ext cx="1428750" cy="1714500"/>
          </a:xfrm>
          <a:prstGeom prst="rect">
            <a:avLst/>
          </a:prstGeom>
        </p:spPr>
      </p:pic>
      <p:sp>
        <p:nvSpPr>
          <p:cNvPr id="11" name="shape-5">
            <a:extLst>
              <a:ext uri="{FF2B5EF4-FFF2-40B4-BE49-F238E27FC236}">
                <a16:creationId xmlns:a16="http://schemas.microsoft.com/office/drawing/2014/main" id="{3DA500E5-8FDA-4C12-B6C8-0CB8EAC3F444}"/>
              </a:ext>
            </a:extLst>
          </p:cNvPr>
          <p:cNvSpPr>
            <a:spLocks noGrp="1"/>
          </p:cNvSpPr>
          <p:nvPr/>
        </p:nvSpPr>
        <p:spPr>
          <a:xfrm>
            <a:off x="1143000" y="55626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มอเตอร์ DC 12 V</a:t>
            </a:r>
          </a:p>
        </p:txBody>
      </p:sp>
      <p:sp>
        <p:nvSpPr>
          <p:cNvPr id="12" name="shape-6">
            <a:extLst>
              <a:ext uri="{FF2B5EF4-FFF2-40B4-BE49-F238E27FC236}">
                <a16:creationId xmlns:a16="http://schemas.microsoft.com/office/drawing/2014/main" id="{7C399468-51D6-41CC-9B65-94A53CFF7E3F}"/>
              </a:ext>
            </a:extLst>
          </p:cNvPr>
          <p:cNvSpPr>
            <a:spLocks noGrp="1"/>
          </p:cNvSpPr>
          <p:nvPr/>
        </p:nvSpPr>
        <p:spPr>
          <a:xfrm>
            <a:off x="1143000" y="59626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แหล่งจ่ายจำกัดกระแส 0.50 A</a:t>
            </a:r>
          </a:p>
        </p:txBody>
      </p:sp>
      <p:sp>
        <p:nvSpPr>
          <p:cNvPr id="13" name="shape-7">
            <a:extLst>
              <a:ext uri="{FF2B5EF4-FFF2-40B4-BE49-F238E27FC236}">
                <a16:creationId xmlns:a16="http://schemas.microsoft.com/office/drawing/2014/main" id="{74FD5801-9E67-4DB5-BDD7-99177BB495CC}"/>
              </a:ext>
            </a:extLst>
          </p:cNvPr>
          <p:cNvSpPr>
            <a:spLocks noGrp="1"/>
          </p:cNvSpPr>
          <p:nvPr/>
        </p:nvSpPr>
        <p:spPr>
          <a:xfrm>
            <a:off x="4219575" y="3095625"/>
            <a:ext cx="2047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27 Ω  10 W</a:t>
            </a:r>
          </a:p>
        </p:txBody>
      </p:sp>
      <p:sp>
        <p:nvSpPr>
          <p:cNvPr id="14" name="shape-8">
            <a:extLst>
              <a:ext uri="{FF2B5EF4-FFF2-40B4-BE49-F238E27FC236}">
                <a16:creationId xmlns:a16="http://schemas.microsoft.com/office/drawing/2014/main" id="{65FA688E-E02F-4125-B97F-9148722A6CCF}"/>
              </a:ext>
            </a:extLst>
          </p:cNvPr>
          <p:cNvSpPr>
            <a:spLocks noGrp="1"/>
          </p:cNvSpPr>
          <p:nvPr/>
        </p:nvSpPr>
        <p:spPr>
          <a:xfrm>
            <a:off x="6238875" y="58293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L293D</a:t>
            </a:r>
          </a:p>
        </p:txBody>
      </p:sp>
      <p:sp>
        <p:nvSpPr>
          <p:cNvPr id="15" name="shape-9">
            <a:extLst>
              <a:ext uri="{FF2B5EF4-FFF2-40B4-BE49-F238E27FC236}">
                <a16:creationId xmlns:a16="http://schemas.microsoft.com/office/drawing/2014/main" id="{793AC816-7E2F-429D-99BF-AAC0CC5DB83B}"/>
              </a:ext>
            </a:extLst>
          </p:cNvPr>
          <p:cNvSpPr>
            <a:spLocks noGrp="1"/>
          </p:cNvSpPr>
          <p:nvPr/>
        </p:nvSpPr>
        <p:spPr>
          <a:xfrm>
            <a:off x="6886575" y="6115050"/>
            <a:ext cx="2038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AT89S52</a:t>
            </a:r>
          </a:p>
        </p:txBody>
      </p:sp>
      <p:sp>
        <p:nvSpPr>
          <p:cNvPr id="16" name="shape-10">
            <a:extLst>
              <a:ext uri="{FF2B5EF4-FFF2-40B4-BE49-F238E27FC236}">
                <a16:creationId xmlns:a16="http://schemas.microsoft.com/office/drawing/2014/main" id="{0E0B2C13-6417-4208-ADFA-9BEBA8BE9BFF}"/>
              </a:ext>
            </a:extLst>
          </p:cNvPr>
          <p:cNvSpPr>
            <a:spLocks noGrp="1"/>
          </p:cNvSpPr>
          <p:nvPr/>
        </p:nvSpPr>
        <p:spPr>
          <a:xfrm>
            <a:off x="9477375" y="7286625"/>
            <a:ext cx="2152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SN74HCT14</a:t>
            </a:r>
          </a:p>
        </p:txBody>
      </p:sp>
      <p:sp>
        <p:nvSpPr>
          <p:cNvPr id="17" name="shape-11">
            <a:extLst>
              <a:ext uri="{FF2B5EF4-FFF2-40B4-BE49-F238E27FC236}">
                <a16:creationId xmlns:a16="http://schemas.microsoft.com/office/drawing/2014/main" id="{6D112DE4-F3E2-4159-8F0C-D1473771FCB2}"/>
              </a:ext>
            </a:extLst>
          </p:cNvPr>
          <p:cNvSpPr>
            <a:spLocks noGrp="1"/>
          </p:cNvSpPr>
          <p:nvPr/>
        </p:nvSpPr>
        <p:spPr>
          <a:xfrm>
            <a:off x="9420225" y="2257425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ปุ่มหยุดฉุกเฉิน</a:t>
            </a:r>
          </a:p>
        </p:txBody>
      </p:sp>
      <p:sp>
        <p:nvSpPr>
          <p:cNvPr id="18" name="orthogonal-12">
            <a:extLst>
              <a:ext uri="{FF2B5EF4-FFF2-40B4-BE49-F238E27FC236}">
                <a16:creationId xmlns:a16="http://schemas.microsoft.com/office/drawing/2014/main" id="{B5486D49-AFFC-4C00-8363-E1E8DDF7D64B}"/>
              </a:ext>
            </a:extLst>
          </p:cNvPr>
          <p:cNvSpPr>
            <a:spLocks noGrp="1"/>
          </p:cNvSpPr>
          <p:nvPr/>
        </p:nvSpPr>
        <p:spPr>
          <a:xfrm>
            <a:off x="3433763" y="2800350"/>
            <a:ext cx="1100138" cy="904875"/>
          </a:xfrm>
          <a:custGeom>
            <a:avLst/>
            <a:gdLst/>
            <a:ahLst/>
            <a:cxnLst/>
            <a:rect l="0" t="0" r="0" b="0"/>
            <a:pathLst>
              <a:path w="1100138" h="904875">
                <a:moveTo>
                  <a:pt x="236" y="311076"/>
                </a:moveTo>
                <a:lnTo>
                  <a:pt x="0" y="311076"/>
                </a:lnTo>
                <a:lnTo>
                  <a:pt x="0" y="0"/>
                </a:lnTo>
                <a:lnTo>
                  <a:pt x="776288" y="0"/>
                </a:lnTo>
                <a:lnTo>
                  <a:pt x="776288" y="904875"/>
                </a:lnTo>
                <a:lnTo>
                  <a:pt x="1100138" y="904875"/>
                </a:lnTo>
              </a:path>
            </a:pathLst>
          </a:custGeom>
          <a:noFill/>
          <a:ln w="7620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orthogonal-13">
            <a:extLst>
              <a:ext uri="{FF2B5EF4-FFF2-40B4-BE49-F238E27FC236}">
                <a16:creationId xmlns:a16="http://schemas.microsoft.com/office/drawing/2014/main" id="{231DE481-D403-47E4-87C2-D4C35C112C63}"/>
              </a:ext>
            </a:extLst>
          </p:cNvPr>
          <p:cNvSpPr>
            <a:spLocks noGrp="1"/>
          </p:cNvSpPr>
          <p:nvPr/>
        </p:nvSpPr>
        <p:spPr>
          <a:xfrm>
            <a:off x="3433763" y="2800350"/>
            <a:ext cx="1100138" cy="904875"/>
          </a:xfrm>
          <a:custGeom>
            <a:avLst/>
            <a:gdLst/>
            <a:ahLst/>
            <a:cxnLst/>
            <a:rect l="0" t="0" r="0" b="0"/>
            <a:pathLst>
              <a:path w="1100138" h="904875">
                <a:moveTo>
                  <a:pt x="236" y="311076"/>
                </a:moveTo>
                <a:lnTo>
                  <a:pt x="0" y="311076"/>
                </a:lnTo>
                <a:lnTo>
                  <a:pt x="0" y="0"/>
                </a:lnTo>
                <a:lnTo>
                  <a:pt x="776288" y="0"/>
                </a:lnTo>
                <a:lnTo>
                  <a:pt x="776288" y="904875"/>
                </a:lnTo>
                <a:lnTo>
                  <a:pt x="1100138" y="904875"/>
                </a:lnTo>
              </a:path>
            </a:pathLst>
          </a:custGeom>
          <a:noFill/>
          <a:ln w="28575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orthogonal-14">
            <a:extLst>
              <a:ext uri="{FF2B5EF4-FFF2-40B4-BE49-F238E27FC236}">
                <a16:creationId xmlns:a16="http://schemas.microsoft.com/office/drawing/2014/main" id="{6141D6C5-F038-4BC0-B85A-D0D78F189CAB}"/>
              </a:ext>
            </a:extLst>
          </p:cNvPr>
          <p:cNvSpPr>
            <a:spLocks noGrp="1"/>
          </p:cNvSpPr>
          <p:nvPr/>
        </p:nvSpPr>
        <p:spPr>
          <a:xfrm>
            <a:off x="5924550" y="3705225"/>
            <a:ext cx="569472" cy="33710"/>
          </a:xfrm>
          <a:custGeom>
            <a:avLst/>
            <a:gdLst/>
            <a:ahLst/>
            <a:cxnLst/>
            <a:rect l="0" t="0" r="0" b="0"/>
            <a:pathLst>
              <a:path w="569472" h="33710">
                <a:moveTo>
                  <a:pt x="0" y="0"/>
                </a:moveTo>
                <a:lnTo>
                  <a:pt x="171450" y="0"/>
                </a:lnTo>
                <a:lnTo>
                  <a:pt x="171450" y="33710"/>
                </a:lnTo>
                <a:lnTo>
                  <a:pt x="569472" y="33710"/>
                </a:lnTo>
              </a:path>
            </a:pathLst>
          </a:custGeom>
          <a:noFill/>
          <a:ln w="7620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orthogonal-15">
            <a:extLst>
              <a:ext uri="{FF2B5EF4-FFF2-40B4-BE49-F238E27FC236}">
                <a16:creationId xmlns:a16="http://schemas.microsoft.com/office/drawing/2014/main" id="{0CF133F8-AECD-4907-A2AE-00153F5C7751}"/>
              </a:ext>
            </a:extLst>
          </p:cNvPr>
          <p:cNvSpPr>
            <a:spLocks noGrp="1"/>
          </p:cNvSpPr>
          <p:nvPr/>
        </p:nvSpPr>
        <p:spPr>
          <a:xfrm>
            <a:off x="5924550" y="3705225"/>
            <a:ext cx="569472" cy="33710"/>
          </a:xfrm>
          <a:custGeom>
            <a:avLst/>
            <a:gdLst/>
            <a:ahLst/>
            <a:cxnLst/>
            <a:rect l="0" t="0" r="0" b="0"/>
            <a:pathLst>
              <a:path w="569472" h="33710">
                <a:moveTo>
                  <a:pt x="0" y="0"/>
                </a:moveTo>
                <a:lnTo>
                  <a:pt x="171450" y="0"/>
                </a:lnTo>
                <a:lnTo>
                  <a:pt x="171450" y="33710"/>
                </a:lnTo>
                <a:lnTo>
                  <a:pt x="569472" y="33710"/>
                </a:lnTo>
              </a:path>
            </a:pathLst>
          </a:custGeom>
          <a:noFill/>
          <a:ln w="28575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orthogonal-16">
            <a:extLst>
              <a:ext uri="{FF2B5EF4-FFF2-40B4-BE49-F238E27FC236}">
                <a16:creationId xmlns:a16="http://schemas.microsoft.com/office/drawing/2014/main" id="{67EF299E-A3F2-49D5-AEC1-5FF95D2E7580}"/>
              </a:ext>
            </a:extLst>
          </p:cNvPr>
          <p:cNvSpPr>
            <a:spLocks noGrp="1"/>
          </p:cNvSpPr>
          <p:nvPr/>
        </p:nvSpPr>
        <p:spPr>
          <a:xfrm>
            <a:off x="4222102" y="3862864"/>
            <a:ext cx="2271920" cy="905496"/>
          </a:xfrm>
          <a:custGeom>
            <a:avLst/>
            <a:gdLst/>
            <a:ahLst/>
            <a:cxnLst/>
            <a:rect l="0" t="0" r="0" b="0"/>
            <a:pathLst>
              <a:path w="2271920" h="905496">
                <a:moveTo>
                  <a:pt x="0" y="10"/>
                </a:moveTo>
                <a:lnTo>
                  <a:pt x="435623" y="10"/>
                </a:lnTo>
                <a:lnTo>
                  <a:pt x="435623" y="0"/>
                </a:lnTo>
                <a:lnTo>
                  <a:pt x="435623" y="905496"/>
                </a:lnTo>
                <a:lnTo>
                  <a:pt x="2271920" y="905496"/>
                </a:lnTo>
              </a:path>
            </a:pathLst>
          </a:custGeom>
          <a:noFill/>
          <a:ln w="7620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7">
            <a:extLst>
              <a:ext uri="{FF2B5EF4-FFF2-40B4-BE49-F238E27FC236}">
                <a16:creationId xmlns:a16="http://schemas.microsoft.com/office/drawing/2014/main" id="{E05169A1-9B8E-4A24-9F20-86A2089FED37}"/>
              </a:ext>
            </a:extLst>
          </p:cNvPr>
          <p:cNvSpPr>
            <a:spLocks noGrp="1"/>
          </p:cNvSpPr>
          <p:nvPr/>
        </p:nvSpPr>
        <p:spPr>
          <a:xfrm>
            <a:off x="4222102" y="3862864"/>
            <a:ext cx="2271920" cy="905496"/>
          </a:xfrm>
          <a:custGeom>
            <a:avLst/>
            <a:gdLst/>
            <a:ahLst/>
            <a:cxnLst/>
            <a:rect l="0" t="0" r="0" b="0"/>
            <a:pathLst>
              <a:path w="2271920" h="905496">
                <a:moveTo>
                  <a:pt x="0" y="10"/>
                </a:moveTo>
                <a:lnTo>
                  <a:pt x="435623" y="10"/>
                </a:lnTo>
                <a:lnTo>
                  <a:pt x="435623" y="0"/>
                </a:lnTo>
                <a:lnTo>
                  <a:pt x="435623" y="905496"/>
                </a:lnTo>
                <a:lnTo>
                  <a:pt x="2271920" y="905496"/>
                </a:lnTo>
              </a:path>
            </a:pathLst>
          </a:custGeom>
          <a:noFill/>
          <a:ln w="28575">
            <a:solidFill>
              <a:srgbClr val="33415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18">
            <a:extLst>
              <a:ext uri="{FF2B5EF4-FFF2-40B4-BE49-F238E27FC236}">
                <a16:creationId xmlns:a16="http://schemas.microsoft.com/office/drawing/2014/main" id="{38BA4513-B6C4-48E3-9E69-1128DAC5607F}"/>
              </a:ext>
            </a:extLst>
          </p:cNvPr>
          <p:cNvSpPr>
            <a:spLocks noGrp="1"/>
          </p:cNvSpPr>
          <p:nvPr/>
        </p:nvSpPr>
        <p:spPr>
          <a:xfrm>
            <a:off x="4705350" y="385323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3 OUT1</a:t>
            </a:r>
          </a:p>
        </p:txBody>
      </p:sp>
      <p:sp>
        <p:nvSpPr>
          <p:cNvPr id="25" name="shape-19">
            <a:extLst>
              <a:ext uri="{FF2B5EF4-FFF2-40B4-BE49-F238E27FC236}">
                <a16:creationId xmlns:a16="http://schemas.microsoft.com/office/drawing/2014/main" id="{9F30AC56-908B-47B6-97E0-B21F7D1C3871}"/>
              </a:ext>
            </a:extLst>
          </p:cNvPr>
          <p:cNvSpPr>
            <a:spLocks noGrp="1"/>
          </p:cNvSpPr>
          <p:nvPr/>
        </p:nvSpPr>
        <p:spPr>
          <a:xfrm>
            <a:off x="4705350" y="484456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6 OUT2</a:t>
            </a:r>
          </a:p>
        </p:txBody>
      </p:sp>
      <p:sp>
        <p:nvSpPr>
          <p:cNvPr id="26" name="orthogonal-20">
            <a:extLst>
              <a:ext uri="{FF2B5EF4-FFF2-40B4-BE49-F238E27FC236}">
                <a16:creationId xmlns:a16="http://schemas.microsoft.com/office/drawing/2014/main" id="{733E561A-C368-4C12-83FC-0D3AF0457ED1}"/>
              </a:ext>
            </a:extLst>
          </p:cNvPr>
          <p:cNvSpPr>
            <a:spLocks noGrp="1"/>
          </p:cNvSpPr>
          <p:nvPr/>
        </p:nvSpPr>
        <p:spPr>
          <a:xfrm>
            <a:off x="5715000" y="3402955"/>
            <a:ext cx="1781473" cy="3252415"/>
          </a:xfrm>
          <a:custGeom>
            <a:avLst/>
            <a:gdLst/>
            <a:ahLst/>
            <a:cxnLst/>
            <a:rect l="0" t="0" r="0" b="0"/>
            <a:pathLst>
              <a:path w="1781473" h="3252415">
                <a:moveTo>
                  <a:pt x="1781473" y="3252415"/>
                </a:moveTo>
                <a:lnTo>
                  <a:pt x="0" y="3252415"/>
                </a:lnTo>
                <a:lnTo>
                  <a:pt x="0" y="0"/>
                </a:lnTo>
                <a:lnTo>
                  <a:pt x="779022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21">
            <a:extLst>
              <a:ext uri="{FF2B5EF4-FFF2-40B4-BE49-F238E27FC236}">
                <a16:creationId xmlns:a16="http://schemas.microsoft.com/office/drawing/2014/main" id="{1A03F12A-414D-40BC-9A75-0C889FA990B1}"/>
              </a:ext>
            </a:extLst>
          </p:cNvPr>
          <p:cNvSpPr>
            <a:spLocks noGrp="1"/>
          </p:cNvSpPr>
          <p:nvPr/>
        </p:nvSpPr>
        <p:spPr>
          <a:xfrm>
            <a:off x="5715000" y="3402955"/>
            <a:ext cx="1781473" cy="3252415"/>
          </a:xfrm>
          <a:custGeom>
            <a:avLst/>
            <a:gdLst/>
            <a:ahLst/>
            <a:cxnLst/>
            <a:rect l="0" t="0" r="0" b="0"/>
            <a:pathLst>
              <a:path w="1781473" h="3252415">
                <a:moveTo>
                  <a:pt x="1781473" y="3252415"/>
                </a:moveTo>
                <a:lnTo>
                  <a:pt x="0" y="3252415"/>
                </a:lnTo>
                <a:lnTo>
                  <a:pt x="0" y="0"/>
                </a:lnTo>
                <a:lnTo>
                  <a:pt x="779022" y="0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22">
            <a:extLst>
              <a:ext uri="{FF2B5EF4-FFF2-40B4-BE49-F238E27FC236}">
                <a16:creationId xmlns:a16="http://schemas.microsoft.com/office/drawing/2014/main" id="{866A7DD6-B9F6-4171-90B8-5937469AA8FB}"/>
              </a:ext>
            </a:extLst>
          </p:cNvPr>
          <p:cNvSpPr>
            <a:spLocks noGrp="1"/>
          </p:cNvSpPr>
          <p:nvPr/>
        </p:nvSpPr>
        <p:spPr>
          <a:xfrm>
            <a:off x="5905500" y="5106293"/>
            <a:ext cx="1590973" cy="1670000"/>
          </a:xfrm>
          <a:custGeom>
            <a:avLst/>
            <a:gdLst/>
            <a:ahLst/>
            <a:cxnLst/>
            <a:rect l="0" t="0" r="0" b="0"/>
            <a:pathLst>
              <a:path w="1590973" h="1670000">
                <a:moveTo>
                  <a:pt x="1590973" y="1670000"/>
                </a:moveTo>
                <a:lnTo>
                  <a:pt x="0" y="1670000"/>
                </a:lnTo>
                <a:lnTo>
                  <a:pt x="0" y="0"/>
                </a:lnTo>
                <a:lnTo>
                  <a:pt x="588522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23">
            <a:extLst>
              <a:ext uri="{FF2B5EF4-FFF2-40B4-BE49-F238E27FC236}">
                <a16:creationId xmlns:a16="http://schemas.microsoft.com/office/drawing/2014/main" id="{38B58E88-EA86-4209-BA86-292ECA7A84F3}"/>
              </a:ext>
            </a:extLst>
          </p:cNvPr>
          <p:cNvSpPr>
            <a:spLocks noGrp="1"/>
          </p:cNvSpPr>
          <p:nvPr/>
        </p:nvSpPr>
        <p:spPr>
          <a:xfrm>
            <a:off x="5905500" y="5106293"/>
            <a:ext cx="1590973" cy="1670000"/>
          </a:xfrm>
          <a:custGeom>
            <a:avLst/>
            <a:gdLst/>
            <a:ahLst/>
            <a:cxnLst/>
            <a:rect l="0" t="0" r="0" b="0"/>
            <a:pathLst>
              <a:path w="1590973" h="1670000">
                <a:moveTo>
                  <a:pt x="1590973" y="1670000"/>
                </a:moveTo>
                <a:lnTo>
                  <a:pt x="0" y="1670000"/>
                </a:lnTo>
                <a:lnTo>
                  <a:pt x="0" y="0"/>
                </a:lnTo>
                <a:lnTo>
                  <a:pt x="588522" y="0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24">
            <a:extLst>
              <a:ext uri="{FF2B5EF4-FFF2-40B4-BE49-F238E27FC236}">
                <a16:creationId xmlns:a16="http://schemas.microsoft.com/office/drawing/2014/main" id="{0511D3F1-8655-47F6-AD2E-A6C64AE9850E}"/>
              </a:ext>
            </a:extLst>
          </p:cNvPr>
          <p:cNvSpPr>
            <a:spLocks noGrp="1"/>
          </p:cNvSpPr>
          <p:nvPr/>
        </p:nvSpPr>
        <p:spPr>
          <a:xfrm>
            <a:off x="5724525" y="3050530"/>
            <a:ext cx="8001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 IN1</a:t>
            </a:r>
          </a:p>
        </p:txBody>
      </p:sp>
      <p:sp>
        <p:nvSpPr>
          <p:cNvPr id="31" name="shape-25">
            <a:extLst>
              <a:ext uri="{FF2B5EF4-FFF2-40B4-BE49-F238E27FC236}">
                <a16:creationId xmlns:a16="http://schemas.microsoft.com/office/drawing/2014/main" id="{E12D5A3D-4319-4620-B676-CD1126C3AE6F}"/>
              </a:ext>
            </a:extLst>
          </p:cNvPr>
          <p:cNvSpPr>
            <a:spLocks noGrp="1"/>
          </p:cNvSpPr>
          <p:nvPr/>
        </p:nvSpPr>
        <p:spPr>
          <a:xfrm>
            <a:off x="5880100" y="5103118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7 IN2</a:t>
            </a:r>
          </a:p>
        </p:txBody>
      </p:sp>
      <p:sp>
        <p:nvSpPr>
          <p:cNvPr id="32" name="shape-26">
            <a:extLst>
              <a:ext uri="{FF2B5EF4-FFF2-40B4-BE49-F238E27FC236}">
                <a16:creationId xmlns:a16="http://schemas.microsoft.com/office/drawing/2014/main" id="{1C22C6E6-7D54-4384-97A9-C79ADAA6A751}"/>
              </a:ext>
            </a:extLst>
          </p:cNvPr>
          <p:cNvSpPr>
            <a:spLocks noGrp="1"/>
          </p:cNvSpPr>
          <p:nvPr/>
        </p:nvSpPr>
        <p:spPr>
          <a:xfrm>
            <a:off x="5162550" y="7267575"/>
            <a:ext cx="21812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P1.0 (1)   IN1</a:t>
            </a:r>
          </a:p>
          <a:p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P1.1 (2)   IN2</a:t>
            </a:r>
          </a:p>
          <a:p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P1.2 (3)   RUN_N</a:t>
            </a:r>
          </a:p>
        </p:txBody>
      </p:sp>
      <p:sp>
        <p:nvSpPr>
          <p:cNvPr id="33" name="orthogonal-27">
            <a:extLst>
              <a:ext uri="{FF2B5EF4-FFF2-40B4-BE49-F238E27FC236}">
                <a16:creationId xmlns:a16="http://schemas.microsoft.com/office/drawing/2014/main" id="{AFC0EF7D-8AAC-44FA-BC30-9ECE2FAD6A6F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5580125" cy="4550346"/>
          </a:xfrm>
          <a:custGeom>
            <a:avLst/>
            <a:gdLst/>
            <a:ahLst/>
            <a:cxnLst/>
            <a:rect l="0" t="0" r="0" b="0"/>
            <a:pathLst>
              <a:path w="5580125" h="4550346">
                <a:moveTo>
                  <a:pt x="3019723" y="4550346"/>
                </a:moveTo>
                <a:lnTo>
                  <a:pt x="0" y="4550346"/>
                </a:lnTo>
                <a:lnTo>
                  <a:pt x="0" y="0"/>
                </a:lnTo>
                <a:lnTo>
                  <a:pt x="5124450" y="0"/>
                </a:lnTo>
                <a:lnTo>
                  <a:pt x="5124450" y="3319016"/>
                </a:lnTo>
                <a:lnTo>
                  <a:pt x="5580125" y="3319016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orthogonal-28">
            <a:extLst>
              <a:ext uri="{FF2B5EF4-FFF2-40B4-BE49-F238E27FC236}">
                <a16:creationId xmlns:a16="http://schemas.microsoft.com/office/drawing/2014/main" id="{5319FCDB-CF29-46D5-A640-466E747C4D8A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5580125" cy="4550346"/>
          </a:xfrm>
          <a:custGeom>
            <a:avLst/>
            <a:gdLst/>
            <a:ahLst/>
            <a:cxnLst/>
            <a:rect l="0" t="0" r="0" b="0"/>
            <a:pathLst>
              <a:path w="5580125" h="4550346">
                <a:moveTo>
                  <a:pt x="3019723" y="4550346"/>
                </a:moveTo>
                <a:lnTo>
                  <a:pt x="0" y="4550346"/>
                </a:lnTo>
                <a:lnTo>
                  <a:pt x="0" y="0"/>
                </a:lnTo>
                <a:lnTo>
                  <a:pt x="5124450" y="0"/>
                </a:lnTo>
                <a:lnTo>
                  <a:pt x="5124450" y="3319016"/>
                </a:lnTo>
                <a:lnTo>
                  <a:pt x="5580125" y="3319016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-29">
            <a:extLst>
              <a:ext uri="{FF2B5EF4-FFF2-40B4-BE49-F238E27FC236}">
                <a16:creationId xmlns:a16="http://schemas.microsoft.com/office/drawing/2014/main" id="{E0750F52-E960-4AFE-9EDD-29E2303D9652}"/>
              </a:ext>
            </a:extLst>
          </p:cNvPr>
          <p:cNvSpPr>
            <a:spLocks noGrp="1"/>
          </p:cNvSpPr>
          <p:nvPr/>
        </p:nvSpPr>
        <p:spPr>
          <a:xfrm>
            <a:off x="9763125" y="5376416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36" name="shape-30">
            <a:extLst>
              <a:ext uri="{FF2B5EF4-FFF2-40B4-BE49-F238E27FC236}">
                <a16:creationId xmlns:a16="http://schemas.microsoft.com/office/drawing/2014/main" id="{BC475AE9-CD31-4C6D-ABA7-5A2966C1A436}"/>
              </a:ext>
            </a:extLst>
          </p:cNvPr>
          <p:cNvSpPr>
            <a:spLocks noGrp="1"/>
          </p:cNvSpPr>
          <p:nvPr/>
        </p:nvSpPr>
        <p:spPr>
          <a:xfrm>
            <a:off x="9763125" y="5883064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37" name="orthogonal-31">
            <a:extLst>
              <a:ext uri="{FF2B5EF4-FFF2-40B4-BE49-F238E27FC236}">
                <a16:creationId xmlns:a16="http://schemas.microsoft.com/office/drawing/2014/main" id="{38909806-D036-43EB-AEF3-EC7CF71714D3}"/>
              </a:ext>
            </a:extLst>
          </p:cNvPr>
          <p:cNvSpPr>
            <a:spLocks noGrp="1"/>
          </p:cNvSpPr>
          <p:nvPr/>
        </p:nvSpPr>
        <p:spPr>
          <a:xfrm>
            <a:off x="9391650" y="4190667"/>
            <a:ext cx="1437318" cy="1673347"/>
          </a:xfrm>
          <a:custGeom>
            <a:avLst/>
            <a:gdLst/>
            <a:ahLst/>
            <a:cxnLst/>
            <a:rect l="0" t="0" r="0" b="0"/>
            <a:pathLst>
              <a:path w="1437318" h="1673347">
                <a:moveTo>
                  <a:pt x="665225" y="1673347"/>
                </a:moveTo>
                <a:lnTo>
                  <a:pt x="0" y="1673347"/>
                </a:lnTo>
                <a:lnTo>
                  <a:pt x="0" y="0"/>
                </a:lnTo>
                <a:lnTo>
                  <a:pt x="1437318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orthogonal-32">
            <a:extLst>
              <a:ext uri="{FF2B5EF4-FFF2-40B4-BE49-F238E27FC236}">
                <a16:creationId xmlns:a16="http://schemas.microsoft.com/office/drawing/2014/main" id="{5DEFB052-EB38-45CB-8441-C7962A96F21F}"/>
              </a:ext>
            </a:extLst>
          </p:cNvPr>
          <p:cNvSpPr>
            <a:spLocks noGrp="1"/>
          </p:cNvSpPr>
          <p:nvPr/>
        </p:nvSpPr>
        <p:spPr>
          <a:xfrm>
            <a:off x="9391650" y="4190667"/>
            <a:ext cx="1437318" cy="1673347"/>
          </a:xfrm>
          <a:custGeom>
            <a:avLst/>
            <a:gdLst/>
            <a:ahLst/>
            <a:cxnLst/>
            <a:rect l="0" t="0" r="0" b="0"/>
            <a:pathLst>
              <a:path w="1437318" h="1673347">
                <a:moveTo>
                  <a:pt x="665225" y="1673347"/>
                </a:moveTo>
                <a:lnTo>
                  <a:pt x="0" y="1673347"/>
                </a:lnTo>
                <a:lnTo>
                  <a:pt x="0" y="0"/>
                </a:lnTo>
                <a:lnTo>
                  <a:pt x="1437318" y="0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orthogonal-33">
            <a:extLst>
              <a:ext uri="{FF2B5EF4-FFF2-40B4-BE49-F238E27FC236}">
                <a16:creationId xmlns:a16="http://schemas.microsoft.com/office/drawing/2014/main" id="{1427CB22-7B1F-4D00-8EF4-BEA64AC418A8}"/>
              </a:ext>
            </a:extLst>
          </p:cNvPr>
          <p:cNvSpPr>
            <a:spLocks noGrp="1"/>
          </p:cNvSpPr>
          <p:nvPr/>
        </p:nvSpPr>
        <p:spPr>
          <a:xfrm>
            <a:off x="5905500" y="2571750"/>
            <a:ext cx="4902255" cy="1390567"/>
          </a:xfrm>
          <a:custGeom>
            <a:avLst/>
            <a:gdLst/>
            <a:ahLst/>
            <a:cxnLst/>
            <a:rect l="0" t="0" r="0" b="0"/>
            <a:pathLst>
              <a:path w="4902255" h="1390567">
                <a:moveTo>
                  <a:pt x="588522" y="495226"/>
                </a:moveTo>
                <a:lnTo>
                  <a:pt x="0" y="495226"/>
                </a:lnTo>
                <a:lnTo>
                  <a:pt x="0" y="0"/>
                </a:lnTo>
                <a:lnTo>
                  <a:pt x="3276600" y="0"/>
                </a:lnTo>
                <a:lnTo>
                  <a:pt x="3276600" y="1390567"/>
                </a:lnTo>
                <a:lnTo>
                  <a:pt x="4902255" y="1390567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orthogonal-34">
            <a:extLst>
              <a:ext uri="{FF2B5EF4-FFF2-40B4-BE49-F238E27FC236}">
                <a16:creationId xmlns:a16="http://schemas.microsoft.com/office/drawing/2014/main" id="{27A8E271-6795-44B3-BB46-83579431E4A1}"/>
              </a:ext>
            </a:extLst>
          </p:cNvPr>
          <p:cNvSpPr>
            <a:spLocks noGrp="1"/>
          </p:cNvSpPr>
          <p:nvPr/>
        </p:nvSpPr>
        <p:spPr>
          <a:xfrm>
            <a:off x="5905500" y="2571750"/>
            <a:ext cx="4902255" cy="1390567"/>
          </a:xfrm>
          <a:custGeom>
            <a:avLst/>
            <a:gdLst/>
            <a:ahLst/>
            <a:cxnLst/>
            <a:rect l="0" t="0" r="0" b="0"/>
            <a:pathLst>
              <a:path w="4902255" h="1390567">
                <a:moveTo>
                  <a:pt x="588522" y="495226"/>
                </a:moveTo>
                <a:lnTo>
                  <a:pt x="0" y="495226"/>
                </a:lnTo>
                <a:lnTo>
                  <a:pt x="0" y="0"/>
                </a:lnTo>
                <a:lnTo>
                  <a:pt x="3276600" y="0"/>
                </a:lnTo>
                <a:lnTo>
                  <a:pt x="3276600" y="1390567"/>
                </a:lnTo>
                <a:lnTo>
                  <a:pt x="4902255" y="1390567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35">
            <a:extLst>
              <a:ext uri="{FF2B5EF4-FFF2-40B4-BE49-F238E27FC236}">
                <a16:creationId xmlns:a16="http://schemas.microsoft.com/office/drawing/2014/main" id="{B74CCAD8-8800-41E6-8DEA-BB99F64A4655}"/>
              </a:ext>
            </a:extLst>
          </p:cNvPr>
          <p:cNvSpPr>
            <a:spLocks noGrp="1"/>
          </p:cNvSpPr>
          <p:nvPr/>
        </p:nvSpPr>
        <p:spPr>
          <a:xfrm>
            <a:off x="5572125" y="2752651"/>
            <a:ext cx="895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  EN</a:t>
            </a:r>
          </a:p>
        </p:txBody>
      </p:sp>
      <p:sp>
        <p:nvSpPr>
          <p:cNvPr id="42" name="shape-36">
            <a:extLst>
              <a:ext uri="{FF2B5EF4-FFF2-40B4-BE49-F238E27FC236}">
                <a16:creationId xmlns:a16="http://schemas.microsoft.com/office/drawing/2014/main" id="{C1AB6DEE-E2F4-4ECC-A4A6-3CC6945B4379}"/>
              </a:ext>
            </a:extLst>
          </p:cNvPr>
          <p:cNvSpPr>
            <a:spLocks noGrp="1"/>
          </p:cNvSpPr>
          <p:nvPr/>
        </p:nvSpPr>
        <p:spPr>
          <a:xfrm>
            <a:off x="9810750" y="4362450"/>
            <a:ext cx="7905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NC1</a:t>
            </a:r>
          </a:p>
        </p:txBody>
      </p:sp>
      <p:sp>
        <p:nvSpPr>
          <p:cNvPr id="43" name="orthogonal-37">
            <a:extLst>
              <a:ext uri="{FF2B5EF4-FFF2-40B4-BE49-F238E27FC236}">
                <a16:creationId xmlns:a16="http://schemas.microsoft.com/office/drawing/2014/main" id="{D1EBCE7D-65EA-4843-A3C3-5CABEE07D4C7}"/>
              </a:ext>
            </a:extLst>
          </p:cNvPr>
          <p:cNvSpPr>
            <a:spLocks noGrp="1"/>
          </p:cNvSpPr>
          <p:nvPr/>
        </p:nvSpPr>
        <p:spPr>
          <a:xfrm>
            <a:off x="11078532" y="3907413"/>
            <a:ext cx="875343" cy="9525"/>
          </a:xfrm>
          <a:custGeom>
            <a:avLst/>
            <a:gdLst/>
            <a:ahLst/>
            <a:cxnLst/>
            <a:rect l="0" t="0" r="0" b="0"/>
            <a:pathLst>
              <a:path w="875343" h="9525">
                <a:moveTo>
                  <a:pt x="0" y="0"/>
                </a:moveTo>
                <a:lnTo>
                  <a:pt x="875343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4" name="orthogonal-38">
            <a:extLst>
              <a:ext uri="{FF2B5EF4-FFF2-40B4-BE49-F238E27FC236}">
                <a16:creationId xmlns:a16="http://schemas.microsoft.com/office/drawing/2014/main" id="{BD4D1552-39EF-4338-848F-1DB067D495F5}"/>
              </a:ext>
            </a:extLst>
          </p:cNvPr>
          <p:cNvSpPr>
            <a:spLocks noGrp="1"/>
          </p:cNvSpPr>
          <p:nvPr/>
        </p:nvSpPr>
        <p:spPr>
          <a:xfrm>
            <a:off x="11078532" y="3907413"/>
            <a:ext cx="875343" cy="9525"/>
          </a:xfrm>
          <a:custGeom>
            <a:avLst/>
            <a:gdLst/>
            <a:ahLst/>
            <a:cxnLst/>
            <a:rect l="0" t="0" r="0" b="0"/>
            <a:pathLst>
              <a:path w="875343" h="9525">
                <a:moveTo>
                  <a:pt x="0" y="0"/>
                </a:moveTo>
                <a:lnTo>
                  <a:pt x="875343" y="0"/>
                </a:lnTo>
              </a:path>
            </a:pathLst>
          </a:custGeom>
          <a:noFill/>
          <a:ln w="2476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39">
            <a:extLst>
              <a:ext uri="{FF2B5EF4-FFF2-40B4-BE49-F238E27FC236}">
                <a16:creationId xmlns:a16="http://schemas.microsoft.com/office/drawing/2014/main" id="{EFDF18BC-E681-4470-AD59-A38FFD20A184}"/>
              </a:ext>
            </a:extLst>
          </p:cNvPr>
          <p:cNvSpPr>
            <a:spLocks noGrp="1"/>
          </p:cNvSpPr>
          <p:nvPr/>
        </p:nvSpPr>
        <p:spPr>
          <a:xfrm>
            <a:off x="11525250" y="3593088"/>
            <a:ext cx="8096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P2.7</a:t>
            </a:r>
          </a:p>
        </p:txBody>
      </p:sp>
      <p:sp>
        <p:nvSpPr>
          <p:cNvPr id="46" name="orthogonal-40">
            <a:extLst>
              <a:ext uri="{FF2B5EF4-FFF2-40B4-BE49-F238E27FC236}">
                <a16:creationId xmlns:a16="http://schemas.microsoft.com/office/drawing/2014/main" id="{048EC54B-A39B-4F66-994D-7FD4A1130B98}"/>
              </a:ext>
            </a:extLst>
          </p:cNvPr>
          <p:cNvSpPr>
            <a:spLocks noGrp="1"/>
          </p:cNvSpPr>
          <p:nvPr/>
        </p:nvSpPr>
        <p:spPr>
          <a:xfrm>
            <a:off x="11069797" y="4119542"/>
            <a:ext cx="884078" cy="9525"/>
          </a:xfrm>
          <a:custGeom>
            <a:avLst/>
            <a:gdLst/>
            <a:ahLst/>
            <a:cxnLst/>
            <a:rect l="0" t="0" r="0" b="0"/>
            <a:pathLst>
              <a:path w="884078" h="9525">
                <a:moveTo>
                  <a:pt x="0" y="0"/>
                </a:moveTo>
                <a:lnTo>
                  <a:pt x="884078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orthogonal-41">
            <a:extLst>
              <a:ext uri="{FF2B5EF4-FFF2-40B4-BE49-F238E27FC236}">
                <a16:creationId xmlns:a16="http://schemas.microsoft.com/office/drawing/2014/main" id="{60C40E9D-3DFD-472E-BA0F-DE247581E2A8}"/>
              </a:ext>
            </a:extLst>
          </p:cNvPr>
          <p:cNvSpPr>
            <a:spLocks noGrp="1"/>
          </p:cNvSpPr>
          <p:nvPr/>
        </p:nvSpPr>
        <p:spPr>
          <a:xfrm>
            <a:off x="11069797" y="4119542"/>
            <a:ext cx="884078" cy="9525"/>
          </a:xfrm>
          <a:custGeom>
            <a:avLst/>
            <a:gdLst/>
            <a:ahLst/>
            <a:cxnLst/>
            <a:rect l="0" t="0" r="0" b="0"/>
            <a:pathLst>
              <a:path w="884078" h="9525">
                <a:moveTo>
                  <a:pt x="0" y="0"/>
                </a:moveTo>
                <a:lnTo>
                  <a:pt x="884078" y="0"/>
                </a:lnTo>
              </a:path>
            </a:pathLst>
          </a:custGeom>
          <a:noFill/>
          <a:ln w="24765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42">
            <a:extLst>
              <a:ext uri="{FF2B5EF4-FFF2-40B4-BE49-F238E27FC236}">
                <a16:creationId xmlns:a16="http://schemas.microsoft.com/office/drawing/2014/main" id="{35C08EDA-4EAB-4F1D-BCE8-573D59317D20}"/>
              </a:ext>
            </a:extLst>
          </p:cNvPr>
          <p:cNvSpPr>
            <a:spLocks noGrp="1"/>
          </p:cNvSpPr>
          <p:nvPr/>
        </p:nvSpPr>
        <p:spPr>
          <a:xfrm>
            <a:off x="11525250" y="4167167"/>
            <a:ext cx="8096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49" name="shape-43">
            <a:extLst>
              <a:ext uri="{FF2B5EF4-FFF2-40B4-BE49-F238E27FC236}">
                <a16:creationId xmlns:a16="http://schemas.microsoft.com/office/drawing/2014/main" id="{04B040A8-1F04-4550-BF87-44FE23A5E852}"/>
              </a:ext>
            </a:extLst>
          </p:cNvPr>
          <p:cNvSpPr>
            <a:spLocks noGrp="1"/>
          </p:cNvSpPr>
          <p:nvPr/>
        </p:nvSpPr>
        <p:spPr>
          <a:xfrm>
            <a:off x="11134725" y="4362450"/>
            <a:ext cx="7715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NC2</a:t>
            </a:r>
          </a:p>
        </p:txBody>
      </p:sp>
      <p:sp>
        <p:nvSpPr>
          <p:cNvPr id="50" name="shape-44">
            <a:extLst>
              <a:ext uri="{FF2B5EF4-FFF2-40B4-BE49-F238E27FC236}">
                <a16:creationId xmlns:a16="http://schemas.microsoft.com/office/drawing/2014/main" id="{BB544216-974F-47AD-9516-EA6E386CA27B}"/>
              </a:ext>
            </a:extLst>
          </p:cNvPr>
          <p:cNvSpPr>
            <a:spLocks noGrp="1"/>
          </p:cNvSpPr>
          <p:nvPr/>
        </p:nvSpPr>
        <p:spPr>
          <a:xfrm>
            <a:off x="9753600" y="473392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NC1 เปิดแล้วตัด EN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NC2 แจ้งสถานะให้ P2.7</a:t>
            </a:r>
          </a:p>
        </p:txBody>
      </p:sp>
      <p:sp>
        <p:nvSpPr>
          <p:cNvPr id="51" name="orthogonal-45">
            <a:extLst>
              <a:ext uri="{FF2B5EF4-FFF2-40B4-BE49-F238E27FC236}">
                <a16:creationId xmlns:a16="http://schemas.microsoft.com/office/drawing/2014/main" id="{E7B59BB3-E41D-4255-B950-70DB4EBA9A37}"/>
              </a:ext>
            </a:extLst>
          </p:cNvPr>
          <p:cNvSpPr>
            <a:spLocks noGrp="1"/>
          </p:cNvSpPr>
          <p:nvPr/>
        </p:nvSpPr>
        <p:spPr>
          <a:xfrm>
            <a:off x="9182100" y="2800350"/>
            <a:ext cx="495300" cy="9525"/>
          </a:xfrm>
          <a:custGeom>
            <a:avLst/>
            <a:gdLst/>
            <a:ahLst/>
            <a:cxnLst/>
            <a:rect l="0" t="0" r="0" b="0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orthogonal-46">
            <a:extLst>
              <a:ext uri="{FF2B5EF4-FFF2-40B4-BE49-F238E27FC236}">
                <a16:creationId xmlns:a16="http://schemas.microsoft.com/office/drawing/2014/main" id="{3D02FD23-FF52-48DE-968B-8FE18A879AB7}"/>
              </a:ext>
            </a:extLst>
          </p:cNvPr>
          <p:cNvSpPr>
            <a:spLocks noGrp="1"/>
          </p:cNvSpPr>
          <p:nvPr/>
        </p:nvSpPr>
        <p:spPr>
          <a:xfrm>
            <a:off x="9182100" y="2800350"/>
            <a:ext cx="495300" cy="9525"/>
          </a:xfrm>
          <a:custGeom>
            <a:avLst/>
            <a:gdLst/>
            <a:ahLst/>
            <a:cxnLst/>
            <a:rect l="0" t="0" r="0" b="0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47">
            <a:extLst>
              <a:ext uri="{FF2B5EF4-FFF2-40B4-BE49-F238E27FC236}">
                <a16:creationId xmlns:a16="http://schemas.microsoft.com/office/drawing/2014/main" id="{256C60B2-AEAA-4051-AE94-9FCD5A868BAA}"/>
              </a:ext>
            </a:extLst>
          </p:cNvPr>
          <p:cNvSpPr>
            <a:spLocks noGrp="1"/>
          </p:cNvSpPr>
          <p:nvPr/>
        </p:nvSpPr>
        <p:spPr>
          <a:xfrm>
            <a:off x="9677400" y="2743200"/>
            <a:ext cx="3429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orthogonal-48">
            <a:extLst>
              <a:ext uri="{FF2B5EF4-FFF2-40B4-BE49-F238E27FC236}">
                <a16:creationId xmlns:a16="http://schemas.microsoft.com/office/drawing/2014/main" id="{9E32C095-4A73-4F57-84A0-0E6AFA187EC0}"/>
              </a:ext>
            </a:extLst>
          </p:cNvPr>
          <p:cNvSpPr>
            <a:spLocks noGrp="1"/>
          </p:cNvSpPr>
          <p:nvPr/>
        </p:nvSpPr>
        <p:spPr>
          <a:xfrm>
            <a:off x="10020300" y="2800350"/>
            <a:ext cx="152400" cy="9525"/>
          </a:xfrm>
          <a:custGeom>
            <a:avLst/>
            <a:gdLst/>
            <a:ahLst/>
            <a:cxnLst/>
            <a:rect l="0" t="0" r="0" b="0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orthogonal-49">
            <a:extLst>
              <a:ext uri="{FF2B5EF4-FFF2-40B4-BE49-F238E27FC236}">
                <a16:creationId xmlns:a16="http://schemas.microsoft.com/office/drawing/2014/main" id="{8AC093C9-ABAE-40A7-A0EC-8FBDAA7DB4CC}"/>
              </a:ext>
            </a:extLst>
          </p:cNvPr>
          <p:cNvSpPr>
            <a:spLocks noGrp="1"/>
          </p:cNvSpPr>
          <p:nvPr/>
        </p:nvSpPr>
        <p:spPr>
          <a:xfrm>
            <a:off x="10020300" y="2800350"/>
            <a:ext cx="152400" cy="9525"/>
          </a:xfrm>
          <a:custGeom>
            <a:avLst/>
            <a:gdLst/>
            <a:ahLst/>
            <a:cxnLst/>
            <a:rect l="0" t="0" r="0" b="0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50">
            <a:extLst>
              <a:ext uri="{FF2B5EF4-FFF2-40B4-BE49-F238E27FC236}">
                <a16:creationId xmlns:a16="http://schemas.microsoft.com/office/drawing/2014/main" id="{A9C74A4B-95E3-4890-8E2F-7695CEA258C8}"/>
              </a:ext>
            </a:extLst>
          </p:cNvPr>
          <p:cNvSpPr>
            <a:spLocks noGrp="1"/>
          </p:cNvSpPr>
          <p:nvPr/>
        </p:nvSpPr>
        <p:spPr>
          <a:xfrm>
            <a:off x="9153525" y="2771775"/>
            <a:ext cx="57150" cy="57150"/>
          </a:xfrm>
          <a:prstGeom prst="ellipse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51">
            <a:extLst>
              <a:ext uri="{FF2B5EF4-FFF2-40B4-BE49-F238E27FC236}">
                <a16:creationId xmlns:a16="http://schemas.microsoft.com/office/drawing/2014/main" id="{A8FCF856-CD1A-4043-9034-F21CDF3919D1}"/>
              </a:ext>
            </a:extLst>
          </p:cNvPr>
          <p:cNvSpPr>
            <a:spLocks noGrp="1"/>
          </p:cNvSpPr>
          <p:nvPr/>
        </p:nvSpPr>
        <p:spPr>
          <a:xfrm>
            <a:off x="9620250" y="298132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 kΩ</a:t>
            </a:r>
          </a:p>
        </p:txBody>
      </p:sp>
      <p:sp>
        <p:nvSpPr>
          <p:cNvPr id="58" name="shape-52">
            <a:extLst>
              <a:ext uri="{FF2B5EF4-FFF2-40B4-BE49-F238E27FC236}">
                <a16:creationId xmlns:a16="http://schemas.microsoft.com/office/drawing/2014/main" id="{058F114B-4413-493D-8EC5-F037F3AB9727}"/>
              </a:ext>
            </a:extLst>
          </p:cNvPr>
          <p:cNvSpPr>
            <a:spLocks noGrp="1"/>
          </p:cNvSpPr>
          <p:nvPr/>
        </p:nvSpPr>
        <p:spPr>
          <a:xfrm>
            <a:off x="10172700" y="2800350"/>
            <a:ext cx="95" cy="95250"/>
          </a:xfrm>
          <a:prstGeom prst="line">
            <a:avLst/>
          </a:pr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53">
            <a:extLst>
              <a:ext uri="{FF2B5EF4-FFF2-40B4-BE49-F238E27FC236}">
                <a16:creationId xmlns:a16="http://schemas.microsoft.com/office/drawing/2014/main" id="{0384E743-3DEC-4278-AF50-6E9ABE65CE63}"/>
              </a:ext>
            </a:extLst>
          </p:cNvPr>
          <p:cNvSpPr>
            <a:spLocks noGrp="1"/>
          </p:cNvSpPr>
          <p:nvPr/>
        </p:nvSpPr>
        <p:spPr>
          <a:xfrm>
            <a:off x="10096500" y="2895600"/>
            <a:ext cx="152400" cy="95"/>
          </a:xfrm>
          <a:prstGeom prst="line">
            <a:avLst/>
          </a:pr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54">
            <a:extLst>
              <a:ext uri="{FF2B5EF4-FFF2-40B4-BE49-F238E27FC236}">
                <a16:creationId xmlns:a16="http://schemas.microsoft.com/office/drawing/2014/main" id="{DFEC82B1-B0EB-48BB-B724-2913927E92B7}"/>
              </a:ext>
            </a:extLst>
          </p:cNvPr>
          <p:cNvSpPr>
            <a:spLocks noGrp="1"/>
          </p:cNvSpPr>
          <p:nvPr/>
        </p:nvSpPr>
        <p:spPr>
          <a:xfrm>
            <a:off x="10125075" y="2943225"/>
            <a:ext cx="95250" cy="95"/>
          </a:xfrm>
          <a:prstGeom prst="line">
            <a:avLst/>
          </a:pr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55">
            <a:extLst>
              <a:ext uri="{FF2B5EF4-FFF2-40B4-BE49-F238E27FC236}">
                <a16:creationId xmlns:a16="http://schemas.microsoft.com/office/drawing/2014/main" id="{260A1175-342F-4540-8CDE-A2EC861A149E}"/>
              </a:ext>
            </a:extLst>
          </p:cNvPr>
          <p:cNvSpPr>
            <a:spLocks noGrp="1"/>
          </p:cNvSpPr>
          <p:nvPr/>
        </p:nvSpPr>
        <p:spPr>
          <a:xfrm>
            <a:off x="10153650" y="2990850"/>
            <a:ext cx="38100" cy="95"/>
          </a:xfrm>
          <a:prstGeom prst="line">
            <a:avLst/>
          </a:pr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orthogonal-56">
            <a:extLst>
              <a:ext uri="{FF2B5EF4-FFF2-40B4-BE49-F238E27FC236}">
                <a16:creationId xmlns:a16="http://schemas.microsoft.com/office/drawing/2014/main" id="{19BD0655-CA29-4E7B-B353-7C8479AF1933}"/>
              </a:ext>
            </a:extLst>
          </p:cNvPr>
          <p:cNvSpPr>
            <a:spLocks noGrp="1"/>
          </p:cNvSpPr>
          <p:nvPr/>
        </p:nvSpPr>
        <p:spPr>
          <a:xfrm>
            <a:off x="7884821" y="3066976"/>
            <a:ext cx="735304" cy="9525"/>
          </a:xfrm>
          <a:custGeom>
            <a:avLst/>
            <a:gdLst/>
            <a:ahLst/>
            <a:cxnLst/>
            <a:rect l="0" t="0" r="0" b="0"/>
            <a:pathLst>
              <a:path w="735304" h="9525">
                <a:moveTo>
                  <a:pt x="0" y="0"/>
                </a:moveTo>
                <a:lnTo>
                  <a:pt x="735304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orthogonal-57">
            <a:extLst>
              <a:ext uri="{FF2B5EF4-FFF2-40B4-BE49-F238E27FC236}">
                <a16:creationId xmlns:a16="http://schemas.microsoft.com/office/drawing/2014/main" id="{6A7C08ED-3656-4289-BB9D-B9609E4E3913}"/>
              </a:ext>
            </a:extLst>
          </p:cNvPr>
          <p:cNvSpPr>
            <a:spLocks noGrp="1"/>
          </p:cNvSpPr>
          <p:nvPr/>
        </p:nvSpPr>
        <p:spPr>
          <a:xfrm>
            <a:off x="7884821" y="3066976"/>
            <a:ext cx="735304" cy="9525"/>
          </a:xfrm>
          <a:custGeom>
            <a:avLst/>
            <a:gdLst/>
            <a:ahLst/>
            <a:cxnLst/>
            <a:rect l="0" t="0" r="0" b="0"/>
            <a:pathLst>
              <a:path w="735304" h="9525">
                <a:moveTo>
                  <a:pt x="0" y="0"/>
                </a:moveTo>
                <a:lnTo>
                  <a:pt x="735304" y="0"/>
                </a:lnTo>
              </a:path>
            </a:pathLst>
          </a:custGeom>
          <a:noFill/>
          <a:ln w="2476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58">
            <a:extLst>
              <a:ext uri="{FF2B5EF4-FFF2-40B4-BE49-F238E27FC236}">
                <a16:creationId xmlns:a16="http://schemas.microsoft.com/office/drawing/2014/main" id="{86D3B761-C364-401C-B18C-38602972DFDF}"/>
              </a:ext>
            </a:extLst>
          </p:cNvPr>
          <p:cNvSpPr>
            <a:spLocks noGrp="1"/>
          </p:cNvSpPr>
          <p:nvPr/>
        </p:nvSpPr>
        <p:spPr>
          <a:xfrm>
            <a:off x="8105775" y="2733601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16  +5 V</a:t>
            </a:r>
          </a:p>
        </p:txBody>
      </p:sp>
      <p:sp>
        <p:nvSpPr>
          <p:cNvPr id="65" name="orthogonal-59">
            <a:extLst>
              <a:ext uri="{FF2B5EF4-FFF2-40B4-BE49-F238E27FC236}">
                <a16:creationId xmlns:a16="http://schemas.microsoft.com/office/drawing/2014/main" id="{4A7B49CF-521C-48A4-BE55-C304BD655EB5}"/>
              </a:ext>
            </a:extLst>
          </p:cNvPr>
          <p:cNvSpPr>
            <a:spLocks noGrp="1"/>
          </p:cNvSpPr>
          <p:nvPr/>
        </p:nvSpPr>
        <p:spPr>
          <a:xfrm>
            <a:off x="5867400" y="5473526"/>
            <a:ext cx="626622" cy="9525"/>
          </a:xfrm>
          <a:custGeom>
            <a:avLst/>
            <a:gdLst/>
            <a:ahLst/>
            <a:cxnLst/>
            <a:rect l="0" t="0" r="0" b="0"/>
            <a:pathLst>
              <a:path w="626622" h="9525">
                <a:moveTo>
                  <a:pt x="626622" y="0"/>
                </a:moveTo>
                <a:lnTo>
                  <a:pt x="0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orthogonal-60">
            <a:extLst>
              <a:ext uri="{FF2B5EF4-FFF2-40B4-BE49-F238E27FC236}">
                <a16:creationId xmlns:a16="http://schemas.microsoft.com/office/drawing/2014/main" id="{D62E6BDA-A512-4354-B728-E7341D0E2F9C}"/>
              </a:ext>
            </a:extLst>
          </p:cNvPr>
          <p:cNvSpPr>
            <a:spLocks noGrp="1"/>
          </p:cNvSpPr>
          <p:nvPr/>
        </p:nvSpPr>
        <p:spPr>
          <a:xfrm flipV="1">
            <a:off x="5524500" y="5427967"/>
            <a:ext cx="969522" cy="45719"/>
          </a:xfrm>
          <a:custGeom>
            <a:avLst/>
            <a:gdLst/>
            <a:ahLst/>
            <a:cxnLst/>
            <a:rect l="0" t="0" r="0" b="0"/>
            <a:pathLst>
              <a:path w="626622" h="9525">
                <a:moveTo>
                  <a:pt x="626622" y="0"/>
                </a:moveTo>
                <a:lnTo>
                  <a:pt x="0" y="0"/>
                </a:lnTo>
              </a:path>
            </a:pathLst>
          </a:custGeom>
          <a:noFill/>
          <a:ln w="2476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61">
            <a:extLst>
              <a:ext uri="{FF2B5EF4-FFF2-40B4-BE49-F238E27FC236}">
                <a16:creationId xmlns:a16="http://schemas.microsoft.com/office/drawing/2014/main" id="{1D52A5CB-0237-4BEC-9E66-C267B2E0E3B5}"/>
              </a:ext>
            </a:extLst>
          </p:cNvPr>
          <p:cNvSpPr>
            <a:spLocks noGrp="1"/>
          </p:cNvSpPr>
          <p:nvPr/>
        </p:nvSpPr>
        <p:spPr>
          <a:xfrm>
            <a:off x="4595663" y="5330651"/>
            <a:ext cx="942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8  +12 V</a:t>
            </a:r>
          </a:p>
        </p:txBody>
      </p:sp>
      <p:sp>
        <p:nvSpPr>
          <p:cNvPr id="68" name="orthogonal-62">
            <a:extLst>
              <a:ext uri="{FF2B5EF4-FFF2-40B4-BE49-F238E27FC236}">
                <a16:creationId xmlns:a16="http://schemas.microsoft.com/office/drawing/2014/main" id="{F88278CA-5797-440A-B099-0489F3550006}"/>
              </a:ext>
            </a:extLst>
          </p:cNvPr>
          <p:cNvSpPr>
            <a:spLocks noGrp="1"/>
          </p:cNvSpPr>
          <p:nvPr/>
        </p:nvSpPr>
        <p:spPr>
          <a:xfrm>
            <a:off x="6048375" y="4084681"/>
            <a:ext cx="445647" cy="343793"/>
          </a:xfrm>
          <a:custGeom>
            <a:avLst/>
            <a:gdLst/>
            <a:ahLst/>
            <a:cxnLst/>
            <a:rect l="0" t="0" r="0" b="0"/>
            <a:pathLst>
              <a:path w="445647" h="343793">
                <a:moveTo>
                  <a:pt x="445647" y="0"/>
                </a:moveTo>
                <a:lnTo>
                  <a:pt x="0" y="0"/>
                </a:lnTo>
                <a:lnTo>
                  <a:pt x="0" y="343793"/>
                </a:lnTo>
                <a:lnTo>
                  <a:pt x="445647" y="343793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orthogonal-63">
            <a:extLst>
              <a:ext uri="{FF2B5EF4-FFF2-40B4-BE49-F238E27FC236}">
                <a16:creationId xmlns:a16="http://schemas.microsoft.com/office/drawing/2014/main" id="{89AB6C45-1B6B-4829-A7BE-8BC33B4459A7}"/>
              </a:ext>
            </a:extLst>
          </p:cNvPr>
          <p:cNvSpPr>
            <a:spLocks noGrp="1"/>
          </p:cNvSpPr>
          <p:nvPr/>
        </p:nvSpPr>
        <p:spPr>
          <a:xfrm>
            <a:off x="6048375" y="4084681"/>
            <a:ext cx="445647" cy="343793"/>
          </a:xfrm>
          <a:custGeom>
            <a:avLst/>
            <a:gdLst/>
            <a:ahLst/>
            <a:cxnLst/>
            <a:rect l="0" t="0" r="0" b="0"/>
            <a:pathLst>
              <a:path w="445647" h="343793">
                <a:moveTo>
                  <a:pt x="445647" y="0"/>
                </a:moveTo>
                <a:lnTo>
                  <a:pt x="0" y="0"/>
                </a:lnTo>
                <a:lnTo>
                  <a:pt x="0" y="343793"/>
                </a:lnTo>
                <a:lnTo>
                  <a:pt x="445647" y="343793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64">
            <a:extLst>
              <a:ext uri="{FF2B5EF4-FFF2-40B4-BE49-F238E27FC236}">
                <a16:creationId xmlns:a16="http://schemas.microsoft.com/office/drawing/2014/main" id="{8F165678-B1E7-4C23-AE99-757C6224318E}"/>
              </a:ext>
            </a:extLst>
          </p:cNvPr>
          <p:cNvSpPr>
            <a:spLocks noGrp="1"/>
          </p:cNvSpPr>
          <p:nvPr/>
        </p:nvSpPr>
        <p:spPr>
          <a:xfrm>
            <a:off x="4867275" y="4113256"/>
            <a:ext cx="7048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4, 5</a:t>
            </a:r>
          </a:p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71" name="orthogonal-65">
            <a:extLst>
              <a:ext uri="{FF2B5EF4-FFF2-40B4-BE49-F238E27FC236}">
                <a16:creationId xmlns:a16="http://schemas.microsoft.com/office/drawing/2014/main" id="{1D8230EB-D688-4ABF-89D7-EBCC0E5D5586}"/>
              </a:ext>
            </a:extLst>
          </p:cNvPr>
          <p:cNvSpPr>
            <a:spLocks noGrp="1"/>
          </p:cNvSpPr>
          <p:nvPr/>
        </p:nvSpPr>
        <p:spPr>
          <a:xfrm>
            <a:off x="7884821" y="4084681"/>
            <a:ext cx="354304" cy="343793"/>
          </a:xfrm>
          <a:custGeom>
            <a:avLst/>
            <a:gdLst/>
            <a:ahLst/>
            <a:cxnLst/>
            <a:rect l="0" t="0" r="0" b="0"/>
            <a:pathLst>
              <a:path w="354304" h="343793">
                <a:moveTo>
                  <a:pt x="0" y="0"/>
                </a:moveTo>
                <a:lnTo>
                  <a:pt x="354304" y="0"/>
                </a:lnTo>
                <a:lnTo>
                  <a:pt x="354304" y="343793"/>
                </a:lnTo>
                <a:lnTo>
                  <a:pt x="0" y="343793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orthogonal-66">
            <a:extLst>
              <a:ext uri="{FF2B5EF4-FFF2-40B4-BE49-F238E27FC236}">
                <a16:creationId xmlns:a16="http://schemas.microsoft.com/office/drawing/2014/main" id="{E430E166-9A50-4205-B33B-1EFBB0E3B848}"/>
              </a:ext>
            </a:extLst>
          </p:cNvPr>
          <p:cNvSpPr>
            <a:spLocks noGrp="1"/>
          </p:cNvSpPr>
          <p:nvPr/>
        </p:nvSpPr>
        <p:spPr>
          <a:xfrm>
            <a:off x="7884821" y="4084681"/>
            <a:ext cx="354304" cy="343793"/>
          </a:xfrm>
          <a:custGeom>
            <a:avLst/>
            <a:gdLst/>
            <a:ahLst/>
            <a:cxnLst/>
            <a:rect l="0" t="0" r="0" b="0"/>
            <a:pathLst>
              <a:path w="354304" h="343793">
                <a:moveTo>
                  <a:pt x="0" y="0"/>
                </a:moveTo>
                <a:lnTo>
                  <a:pt x="354304" y="0"/>
                </a:lnTo>
                <a:lnTo>
                  <a:pt x="354304" y="343793"/>
                </a:lnTo>
                <a:lnTo>
                  <a:pt x="0" y="343793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67">
            <a:extLst>
              <a:ext uri="{FF2B5EF4-FFF2-40B4-BE49-F238E27FC236}">
                <a16:creationId xmlns:a16="http://schemas.microsoft.com/office/drawing/2014/main" id="{A049797B-BDC9-4793-84F8-8D8ED39B8F71}"/>
              </a:ext>
            </a:extLst>
          </p:cNvPr>
          <p:cNvSpPr>
            <a:spLocks noGrp="1"/>
          </p:cNvSpPr>
          <p:nvPr/>
        </p:nvSpPr>
        <p:spPr>
          <a:xfrm>
            <a:off x="8258175" y="4113256"/>
            <a:ext cx="9715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13, 12</a:t>
            </a:r>
          </a:p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74" name="orthogonal-68">
            <a:extLst>
              <a:ext uri="{FF2B5EF4-FFF2-40B4-BE49-F238E27FC236}">
                <a16:creationId xmlns:a16="http://schemas.microsoft.com/office/drawing/2014/main" id="{EEEC302C-CDD1-4AC7-BA8A-828E242DE895}"/>
              </a:ext>
            </a:extLst>
          </p:cNvPr>
          <p:cNvSpPr>
            <a:spLocks noGrp="1"/>
          </p:cNvSpPr>
          <p:nvPr/>
        </p:nvSpPr>
        <p:spPr>
          <a:xfrm>
            <a:off x="7884821" y="3402955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orthogonal-69">
            <a:extLst>
              <a:ext uri="{FF2B5EF4-FFF2-40B4-BE49-F238E27FC236}">
                <a16:creationId xmlns:a16="http://schemas.microsoft.com/office/drawing/2014/main" id="{776F9881-618E-4C0B-91BF-F9F99DC376D6}"/>
              </a:ext>
            </a:extLst>
          </p:cNvPr>
          <p:cNvSpPr>
            <a:spLocks noGrp="1"/>
          </p:cNvSpPr>
          <p:nvPr/>
        </p:nvSpPr>
        <p:spPr>
          <a:xfrm>
            <a:off x="7884821" y="3402955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70">
            <a:extLst>
              <a:ext uri="{FF2B5EF4-FFF2-40B4-BE49-F238E27FC236}">
                <a16:creationId xmlns:a16="http://schemas.microsoft.com/office/drawing/2014/main" id="{C37FADB9-C837-4B1D-8BF3-070BD6284240}"/>
              </a:ext>
            </a:extLst>
          </p:cNvPr>
          <p:cNvSpPr>
            <a:spLocks noGrp="1"/>
          </p:cNvSpPr>
          <p:nvPr/>
        </p:nvSpPr>
        <p:spPr>
          <a:xfrm>
            <a:off x="8039100" y="311720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77" name="orthogonal-71">
            <a:extLst>
              <a:ext uri="{FF2B5EF4-FFF2-40B4-BE49-F238E27FC236}">
                <a16:creationId xmlns:a16="http://schemas.microsoft.com/office/drawing/2014/main" id="{76851BD7-D147-4C18-BF71-53D786AC4CA1}"/>
              </a:ext>
            </a:extLst>
          </p:cNvPr>
          <p:cNvSpPr>
            <a:spLocks noGrp="1"/>
          </p:cNvSpPr>
          <p:nvPr/>
        </p:nvSpPr>
        <p:spPr>
          <a:xfrm>
            <a:off x="7884821" y="5106293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orthogonal-72">
            <a:extLst>
              <a:ext uri="{FF2B5EF4-FFF2-40B4-BE49-F238E27FC236}">
                <a16:creationId xmlns:a16="http://schemas.microsoft.com/office/drawing/2014/main" id="{26D0B85E-2E83-4D37-A550-4BF4E9D113D0}"/>
              </a:ext>
            </a:extLst>
          </p:cNvPr>
          <p:cNvSpPr>
            <a:spLocks noGrp="1"/>
          </p:cNvSpPr>
          <p:nvPr/>
        </p:nvSpPr>
        <p:spPr>
          <a:xfrm>
            <a:off x="7884821" y="5106293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73">
            <a:extLst>
              <a:ext uri="{FF2B5EF4-FFF2-40B4-BE49-F238E27FC236}">
                <a16:creationId xmlns:a16="http://schemas.microsoft.com/office/drawing/2014/main" id="{CF41B5DA-99C0-4150-B784-920A72EAEEF8}"/>
              </a:ext>
            </a:extLst>
          </p:cNvPr>
          <p:cNvSpPr>
            <a:spLocks noGrp="1"/>
          </p:cNvSpPr>
          <p:nvPr/>
        </p:nvSpPr>
        <p:spPr>
          <a:xfrm>
            <a:off x="8039100" y="4820543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80" name="orthogonal-74">
            <a:extLst>
              <a:ext uri="{FF2B5EF4-FFF2-40B4-BE49-F238E27FC236}">
                <a16:creationId xmlns:a16="http://schemas.microsoft.com/office/drawing/2014/main" id="{7E59D883-BC83-4E2A-B4ED-A5999A33D4CF}"/>
              </a:ext>
            </a:extLst>
          </p:cNvPr>
          <p:cNvSpPr>
            <a:spLocks noGrp="1"/>
          </p:cNvSpPr>
          <p:nvPr/>
        </p:nvSpPr>
        <p:spPr>
          <a:xfrm>
            <a:off x="7884821" y="5473526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orthogonal-75">
            <a:extLst>
              <a:ext uri="{FF2B5EF4-FFF2-40B4-BE49-F238E27FC236}">
                <a16:creationId xmlns:a16="http://schemas.microsoft.com/office/drawing/2014/main" id="{4CB66A70-C4D9-4137-AFD4-143727426955}"/>
              </a:ext>
            </a:extLst>
          </p:cNvPr>
          <p:cNvSpPr>
            <a:spLocks noGrp="1"/>
          </p:cNvSpPr>
          <p:nvPr/>
        </p:nvSpPr>
        <p:spPr>
          <a:xfrm>
            <a:off x="7884821" y="5473526"/>
            <a:ext cx="354304" cy="9525"/>
          </a:xfrm>
          <a:custGeom>
            <a:avLst/>
            <a:gdLst/>
            <a:ahLst/>
            <a:cxnLst/>
            <a:rect l="0" t="0" r="0" b="0"/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76">
            <a:extLst>
              <a:ext uri="{FF2B5EF4-FFF2-40B4-BE49-F238E27FC236}">
                <a16:creationId xmlns:a16="http://schemas.microsoft.com/office/drawing/2014/main" id="{0788EECC-510E-4964-92E0-DB0EFF34ACDE}"/>
              </a:ext>
            </a:extLst>
          </p:cNvPr>
          <p:cNvSpPr>
            <a:spLocks noGrp="1"/>
          </p:cNvSpPr>
          <p:nvPr/>
        </p:nvSpPr>
        <p:spPr>
          <a:xfrm>
            <a:off x="8039100" y="5187776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83" name="shape-77">
            <a:extLst>
              <a:ext uri="{FF2B5EF4-FFF2-40B4-BE49-F238E27FC236}">
                <a16:creationId xmlns:a16="http://schemas.microsoft.com/office/drawing/2014/main" id="{68E5AACE-B531-4F38-B87A-8E0EB63A4219}"/>
              </a:ext>
            </a:extLst>
          </p:cNvPr>
          <p:cNvSpPr>
            <a:spLocks noGrp="1"/>
          </p:cNvSpPr>
          <p:nvPr/>
        </p:nvSpPr>
        <p:spPr>
          <a:xfrm>
            <a:off x="8248650" y="5210175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9, 10, 15 ต่อ GND</a:t>
            </a:r>
          </a:p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11, 14 เว้นขาไว้</a:t>
            </a:r>
          </a:p>
        </p:txBody>
      </p:sp>
      <p:sp>
        <p:nvSpPr>
          <p:cNvPr id="84" name="orthogonal-78">
            <a:extLst>
              <a:ext uri="{FF2B5EF4-FFF2-40B4-BE49-F238E27FC236}">
                <a16:creationId xmlns:a16="http://schemas.microsoft.com/office/drawing/2014/main" id="{9CDE73F6-282E-4141-BEB0-8228F55AB93A}"/>
              </a:ext>
            </a:extLst>
          </p:cNvPr>
          <p:cNvSpPr>
            <a:spLocks noGrp="1"/>
          </p:cNvSpPr>
          <p:nvPr/>
        </p:nvSpPr>
        <p:spPr>
          <a:xfrm>
            <a:off x="8313167" y="7753350"/>
            <a:ext cx="1411858" cy="327050"/>
          </a:xfrm>
          <a:custGeom>
            <a:avLst/>
            <a:gdLst/>
            <a:ahLst/>
            <a:cxnLst/>
            <a:rect l="0" t="0" r="0" b="0"/>
            <a:pathLst>
              <a:path w="1411858" h="327050">
                <a:moveTo>
                  <a:pt x="0" y="327050"/>
                </a:moveTo>
                <a:lnTo>
                  <a:pt x="707008" y="327050"/>
                </a:lnTo>
                <a:lnTo>
                  <a:pt x="707008" y="0"/>
                </a:lnTo>
                <a:lnTo>
                  <a:pt x="1411858" y="0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orthogonal-79">
            <a:extLst>
              <a:ext uri="{FF2B5EF4-FFF2-40B4-BE49-F238E27FC236}">
                <a16:creationId xmlns:a16="http://schemas.microsoft.com/office/drawing/2014/main" id="{73E6C8FD-B214-495E-97FB-C7A9C173FD46}"/>
              </a:ext>
            </a:extLst>
          </p:cNvPr>
          <p:cNvSpPr>
            <a:spLocks noGrp="1"/>
          </p:cNvSpPr>
          <p:nvPr/>
        </p:nvSpPr>
        <p:spPr>
          <a:xfrm>
            <a:off x="8313167" y="7753350"/>
            <a:ext cx="1411858" cy="327050"/>
          </a:xfrm>
          <a:custGeom>
            <a:avLst/>
            <a:gdLst/>
            <a:ahLst/>
            <a:cxnLst/>
            <a:rect l="0" t="0" r="0" b="0"/>
            <a:pathLst>
              <a:path w="1411858" h="327050">
                <a:moveTo>
                  <a:pt x="0" y="327050"/>
                </a:moveTo>
                <a:lnTo>
                  <a:pt x="707008" y="327050"/>
                </a:lnTo>
                <a:lnTo>
                  <a:pt x="707008" y="0"/>
                </a:lnTo>
                <a:lnTo>
                  <a:pt x="1411858" y="0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80">
            <a:extLst>
              <a:ext uri="{FF2B5EF4-FFF2-40B4-BE49-F238E27FC236}">
                <a16:creationId xmlns:a16="http://schemas.microsoft.com/office/drawing/2014/main" id="{6C9260B6-2EB0-49D8-A4E9-ECB95C3A1C62}"/>
              </a:ext>
            </a:extLst>
          </p:cNvPr>
          <p:cNvSpPr>
            <a:spLocks noGrp="1"/>
          </p:cNvSpPr>
          <p:nvPr/>
        </p:nvSpPr>
        <p:spPr>
          <a:xfrm>
            <a:off x="9763125" y="761047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P2.7  (28)</a:t>
            </a:r>
          </a:p>
        </p:txBody>
      </p:sp>
      <p:sp>
        <p:nvSpPr>
          <p:cNvPr id="87" name="orthogonal-81">
            <a:extLst>
              <a:ext uri="{FF2B5EF4-FFF2-40B4-BE49-F238E27FC236}">
                <a16:creationId xmlns:a16="http://schemas.microsoft.com/office/drawing/2014/main" id="{175ECCDE-DA12-4F3E-89D9-8D25FCF822C1}"/>
              </a:ext>
            </a:extLst>
          </p:cNvPr>
          <p:cNvSpPr>
            <a:spLocks noGrp="1"/>
          </p:cNvSpPr>
          <p:nvPr/>
        </p:nvSpPr>
        <p:spPr>
          <a:xfrm>
            <a:off x="8313167" y="7953375"/>
            <a:ext cx="1411858" cy="247948"/>
          </a:xfrm>
          <a:custGeom>
            <a:avLst/>
            <a:gdLst/>
            <a:ahLst/>
            <a:cxnLst/>
            <a:rect l="0" t="0" r="0" b="0"/>
            <a:pathLst>
              <a:path w="1411858" h="247948">
                <a:moveTo>
                  <a:pt x="0" y="247948"/>
                </a:moveTo>
                <a:lnTo>
                  <a:pt x="783208" y="247948"/>
                </a:lnTo>
                <a:lnTo>
                  <a:pt x="783208" y="0"/>
                </a:lnTo>
                <a:lnTo>
                  <a:pt x="1411858" y="0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orthogonal-82">
            <a:extLst>
              <a:ext uri="{FF2B5EF4-FFF2-40B4-BE49-F238E27FC236}">
                <a16:creationId xmlns:a16="http://schemas.microsoft.com/office/drawing/2014/main" id="{98A912B2-D097-4AE5-8F72-FE00E8A44DE2}"/>
              </a:ext>
            </a:extLst>
          </p:cNvPr>
          <p:cNvSpPr>
            <a:spLocks noGrp="1"/>
          </p:cNvSpPr>
          <p:nvPr/>
        </p:nvSpPr>
        <p:spPr>
          <a:xfrm>
            <a:off x="8313167" y="7953375"/>
            <a:ext cx="1411858" cy="247948"/>
          </a:xfrm>
          <a:custGeom>
            <a:avLst/>
            <a:gdLst/>
            <a:ahLst/>
            <a:cxnLst/>
            <a:rect l="0" t="0" r="0" b="0"/>
            <a:pathLst>
              <a:path w="1411858" h="247948">
                <a:moveTo>
                  <a:pt x="0" y="247948"/>
                </a:moveTo>
                <a:lnTo>
                  <a:pt x="783208" y="247948"/>
                </a:lnTo>
                <a:lnTo>
                  <a:pt x="783208" y="0"/>
                </a:lnTo>
                <a:lnTo>
                  <a:pt x="1411858" y="0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83">
            <a:extLst>
              <a:ext uri="{FF2B5EF4-FFF2-40B4-BE49-F238E27FC236}">
                <a16:creationId xmlns:a16="http://schemas.microsoft.com/office/drawing/2014/main" id="{7A15AC4B-DEE5-4B7E-A84F-1C25372557E4}"/>
              </a:ext>
            </a:extLst>
          </p:cNvPr>
          <p:cNvSpPr>
            <a:spLocks noGrp="1"/>
          </p:cNvSpPr>
          <p:nvPr/>
        </p:nvSpPr>
        <p:spPr>
          <a:xfrm>
            <a:off x="9763125" y="781050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P2.6  (27)</a:t>
            </a:r>
          </a:p>
        </p:txBody>
      </p:sp>
      <p:sp>
        <p:nvSpPr>
          <p:cNvPr id="90" name="orthogonal-84">
            <a:extLst>
              <a:ext uri="{FF2B5EF4-FFF2-40B4-BE49-F238E27FC236}">
                <a16:creationId xmlns:a16="http://schemas.microsoft.com/office/drawing/2014/main" id="{07634628-BADB-4608-B94F-33AFC7000807}"/>
              </a:ext>
            </a:extLst>
          </p:cNvPr>
          <p:cNvSpPr>
            <a:spLocks noGrp="1"/>
          </p:cNvSpPr>
          <p:nvPr/>
        </p:nvSpPr>
        <p:spPr>
          <a:xfrm>
            <a:off x="8313167" y="8153400"/>
            <a:ext cx="1411858" cy="166985"/>
          </a:xfrm>
          <a:custGeom>
            <a:avLst/>
            <a:gdLst/>
            <a:ahLst/>
            <a:cxnLst/>
            <a:rect l="0" t="0" r="0" b="0"/>
            <a:pathLst>
              <a:path w="1411858" h="166985">
                <a:moveTo>
                  <a:pt x="0" y="166985"/>
                </a:moveTo>
                <a:lnTo>
                  <a:pt x="859408" y="166985"/>
                </a:lnTo>
                <a:lnTo>
                  <a:pt x="859408" y="0"/>
                </a:lnTo>
                <a:lnTo>
                  <a:pt x="1411858" y="0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orthogonal-85">
            <a:extLst>
              <a:ext uri="{FF2B5EF4-FFF2-40B4-BE49-F238E27FC236}">
                <a16:creationId xmlns:a16="http://schemas.microsoft.com/office/drawing/2014/main" id="{A80E9281-9F7B-4BFD-BE51-3D18F9597DB2}"/>
              </a:ext>
            </a:extLst>
          </p:cNvPr>
          <p:cNvSpPr>
            <a:spLocks noGrp="1"/>
          </p:cNvSpPr>
          <p:nvPr/>
        </p:nvSpPr>
        <p:spPr>
          <a:xfrm>
            <a:off x="8313167" y="8153400"/>
            <a:ext cx="1411858" cy="166985"/>
          </a:xfrm>
          <a:custGeom>
            <a:avLst/>
            <a:gdLst/>
            <a:ahLst/>
            <a:cxnLst/>
            <a:rect l="0" t="0" r="0" b="0"/>
            <a:pathLst>
              <a:path w="1411858" h="166985">
                <a:moveTo>
                  <a:pt x="0" y="166985"/>
                </a:moveTo>
                <a:lnTo>
                  <a:pt x="859408" y="166985"/>
                </a:lnTo>
                <a:lnTo>
                  <a:pt x="859408" y="0"/>
                </a:lnTo>
                <a:lnTo>
                  <a:pt x="1411858" y="0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86">
            <a:extLst>
              <a:ext uri="{FF2B5EF4-FFF2-40B4-BE49-F238E27FC236}">
                <a16:creationId xmlns:a16="http://schemas.microsoft.com/office/drawing/2014/main" id="{85DBB722-7E14-4589-B671-220FF91F4593}"/>
              </a:ext>
            </a:extLst>
          </p:cNvPr>
          <p:cNvSpPr>
            <a:spLocks noGrp="1"/>
          </p:cNvSpPr>
          <p:nvPr/>
        </p:nvSpPr>
        <p:spPr>
          <a:xfrm>
            <a:off x="9763125" y="80105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P2.5  (26)</a:t>
            </a:r>
          </a:p>
        </p:txBody>
      </p:sp>
      <p:sp>
        <p:nvSpPr>
          <p:cNvPr id="93" name="orthogonal-87">
            <a:extLst>
              <a:ext uri="{FF2B5EF4-FFF2-40B4-BE49-F238E27FC236}">
                <a16:creationId xmlns:a16="http://schemas.microsoft.com/office/drawing/2014/main" id="{7351F84B-B6F4-447E-A3C6-78A4AEBE7B66}"/>
              </a:ext>
            </a:extLst>
          </p:cNvPr>
          <p:cNvSpPr>
            <a:spLocks noGrp="1"/>
          </p:cNvSpPr>
          <p:nvPr/>
        </p:nvSpPr>
        <p:spPr>
          <a:xfrm>
            <a:off x="8313167" y="8353425"/>
            <a:ext cx="1411858" cy="86023"/>
          </a:xfrm>
          <a:custGeom>
            <a:avLst/>
            <a:gdLst/>
            <a:ahLst/>
            <a:cxnLst/>
            <a:rect l="0" t="0" r="0" b="0"/>
            <a:pathLst>
              <a:path w="1411858" h="86023">
                <a:moveTo>
                  <a:pt x="0" y="86023"/>
                </a:moveTo>
                <a:lnTo>
                  <a:pt x="935608" y="86023"/>
                </a:lnTo>
                <a:lnTo>
                  <a:pt x="935608" y="0"/>
                </a:lnTo>
                <a:lnTo>
                  <a:pt x="1411858" y="0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orthogonal-88">
            <a:extLst>
              <a:ext uri="{FF2B5EF4-FFF2-40B4-BE49-F238E27FC236}">
                <a16:creationId xmlns:a16="http://schemas.microsoft.com/office/drawing/2014/main" id="{E04108F6-2E4D-43F5-B459-60F555318596}"/>
              </a:ext>
            </a:extLst>
          </p:cNvPr>
          <p:cNvSpPr>
            <a:spLocks noGrp="1"/>
          </p:cNvSpPr>
          <p:nvPr/>
        </p:nvSpPr>
        <p:spPr>
          <a:xfrm>
            <a:off x="8313167" y="8353425"/>
            <a:ext cx="1411858" cy="86023"/>
          </a:xfrm>
          <a:custGeom>
            <a:avLst/>
            <a:gdLst/>
            <a:ahLst/>
            <a:cxnLst/>
            <a:rect l="0" t="0" r="0" b="0"/>
            <a:pathLst>
              <a:path w="1411858" h="86023">
                <a:moveTo>
                  <a:pt x="0" y="86023"/>
                </a:moveTo>
                <a:lnTo>
                  <a:pt x="935608" y="86023"/>
                </a:lnTo>
                <a:lnTo>
                  <a:pt x="935608" y="0"/>
                </a:lnTo>
                <a:lnTo>
                  <a:pt x="1411858" y="0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89">
            <a:extLst>
              <a:ext uri="{FF2B5EF4-FFF2-40B4-BE49-F238E27FC236}">
                <a16:creationId xmlns:a16="http://schemas.microsoft.com/office/drawing/2014/main" id="{A26B21CC-0CE0-41D3-B471-20370EC25C3C}"/>
              </a:ext>
            </a:extLst>
          </p:cNvPr>
          <p:cNvSpPr>
            <a:spLocks noGrp="1"/>
          </p:cNvSpPr>
          <p:nvPr/>
        </p:nvSpPr>
        <p:spPr>
          <a:xfrm>
            <a:off x="9763125" y="82105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P2.4  (25)</a:t>
            </a:r>
          </a:p>
        </p:txBody>
      </p:sp>
      <p:sp>
        <p:nvSpPr>
          <p:cNvPr id="96" name="orthogonal-90">
            <a:extLst>
              <a:ext uri="{FF2B5EF4-FFF2-40B4-BE49-F238E27FC236}">
                <a16:creationId xmlns:a16="http://schemas.microsoft.com/office/drawing/2014/main" id="{5A768998-6608-46D3-9BD1-A5A711CE54E6}"/>
              </a:ext>
            </a:extLst>
          </p:cNvPr>
          <p:cNvSpPr>
            <a:spLocks noGrp="1"/>
          </p:cNvSpPr>
          <p:nvPr/>
        </p:nvSpPr>
        <p:spPr>
          <a:xfrm>
            <a:off x="8313167" y="8553450"/>
            <a:ext cx="1411858" cy="9525"/>
          </a:xfrm>
          <a:custGeom>
            <a:avLst/>
            <a:gdLst/>
            <a:ahLst/>
            <a:cxnLst/>
            <a:rect l="0" t="0" r="0" b="0"/>
            <a:pathLst>
              <a:path w="1411858" h="9525">
                <a:moveTo>
                  <a:pt x="0" y="5060"/>
                </a:moveTo>
                <a:lnTo>
                  <a:pt x="1011808" y="5060"/>
                </a:lnTo>
                <a:lnTo>
                  <a:pt x="1011808" y="0"/>
                </a:lnTo>
                <a:lnTo>
                  <a:pt x="1411858" y="0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orthogonal-91">
            <a:extLst>
              <a:ext uri="{FF2B5EF4-FFF2-40B4-BE49-F238E27FC236}">
                <a16:creationId xmlns:a16="http://schemas.microsoft.com/office/drawing/2014/main" id="{E9FCCA88-A6D0-4F99-9726-9F978DAC1276}"/>
              </a:ext>
            </a:extLst>
          </p:cNvPr>
          <p:cNvSpPr>
            <a:spLocks noGrp="1"/>
          </p:cNvSpPr>
          <p:nvPr/>
        </p:nvSpPr>
        <p:spPr>
          <a:xfrm>
            <a:off x="8313167" y="8553450"/>
            <a:ext cx="1411858" cy="9525"/>
          </a:xfrm>
          <a:custGeom>
            <a:avLst/>
            <a:gdLst/>
            <a:ahLst/>
            <a:cxnLst/>
            <a:rect l="0" t="0" r="0" b="0"/>
            <a:pathLst>
              <a:path w="1411858" h="9525">
                <a:moveTo>
                  <a:pt x="0" y="5060"/>
                </a:moveTo>
                <a:lnTo>
                  <a:pt x="1011808" y="5060"/>
                </a:lnTo>
                <a:lnTo>
                  <a:pt x="1011808" y="0"/>
                </a:lnTo>
                <a:lnTo>
                  <a:pt x="1411858" y="0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92">
            <a:extLst>
              <a:ext uri="{FF2B5EF4-FFF2-40B4-BE49-F238E27FC236}">
                <a16:creationId xmlns:a16="http://schemas.microsoft.com/office/drawing/2014/main" id="{3243082C-19D3-4B4B-9688-0E4D00448D6D}"/>
              </a:ext>
            </a:extLst>
          </p:cNvPr>
          <p:cNvSpPr>
            <a:spLocks noGrp="1"/>
          </p:cNvSpPr>
          <p:nvPr/>
        </p:nvSpPr>
        <p:spPr>
          <a:xfrm>
            <a:off x="9763125" y="841057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P2.3  (24)</a:t>
            </a:r>
          </a:p>
        </p:txBody>
      </p:sp>
      <p:sp>
        <p:nvSpPr>
          <p:cNvPr id="99" name="orthogonal-93">
            <a:extLst>
              <a:ext uri="{FF2B5EF4-FFF2-40B4-BE49-F238E27FC236}">
                <a16:creationId xmlns:a16="http://schemas.microsoft.com/office/drawing/2014/main" id="{5FC6C25D-E845-4649-AEB1-A4C074C85582}"/>
              </a:ext>
            </a:extLst>
          </p:cNvPr>
          <p:cNvSpPr>
            <a:spLocks noGrp="1"/>
          </p:cNvSpPr>
          <p:nvPr/>
        </p:nvSpPr>
        <p:spPr>
          <a:xfrm>
            <a:off x="8313167" y="8677573"/>
            <a:ext cx="1411858" cy="75902"/>
          </a:xfrm>
          <a:custGeom>
            <a:avLst/>
            <a:gdLst/>
            <a:ahLst/>
            <a:cxnLst/>
            <a:rect l="0" t="0" r="0" b="0"/>
            <a:pathLst>
              <a:path w="1411858" h="75902">
                <a:moveTo>
                  <a:pt x="0" y="0"/>
                </a:moveTo>
                <a:lnTo>
                  <a:pt x="1088008" y="0"/>
                </a:lnTo>
                <a:lnTo>
                  <a:pt x="1088008" y="75902"/>
                </a:lnTo>
                <a:lnTo>
                  <a:pt x="1411858" y="75902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orthogonal-94">
            <a:extLst>
              <a:ext uri="{FF2B5EF4-FFF2-40B4-BE49-F238E27FC236}">
                <a16:creationId xmlns:a16="http://schemas.microsoft.com/office/drawing/2014/main" id="{E85F7A18-1CCB-4815-AB6B-CE46B04426EC}"/>
              </a:ext>
            </a:extLst>
          </p:cNvPr>
          <p:cNvSpPr>
            <a:spLocks noGrp="1"/>
          </p:cNvSpPr>
          <p:nvPr/>
        </p:nvSpPr>
        <p:spPr>
          <a:xfrm>
            <a:off x="8313167" y="8677573"/>
            <a:ext cx="1411858" cy="75902"/>
          </a:xfrm>
          <a:custGeom>
            <a:avLst/>
            <a:gdLst/>
            <a:ahLst/>
            <a:cxnLst/>
            <a:rect l="0" t="0" r="0" b="0"/>
            <a:pathLst>
              <a:path w="1411858" h="75902">
                <a:moveTo>
                  <a:pt x="0" y="0"/>
                </a:moveTo>
                <a:lnTo>
                  <a:pt x="1088008" y="0"/>
                </a:lnTo>
                <a:lnTo>
                  <a:pt x="1088008" y="75902"/>
                </a:lnTo>
                <a:lnTo>
                  <a:pt x="1411858" y="75902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95">
            <a:extLst>
              <a:ext uri="{FF2B5EF4-FFF2-40B4-BE49-F238E27FC236}">
                <a16:creationId xmlns:a16="http://schemas.microsoft.com/office/drawing/2014/main" id="{0D5F81D8-2FDE-4BF1-A35B-6021C3CB99E1}"/>
              </a:ext>
            </a:extLst>
          </p:cNvPr>
          <p:cNvSpPr>
            <a:spLocks noGrp="1"/>
          </p:cNvSpPr>
          <p:nvPr/>
        </p:nvSpPr>
        <p:spPr>
          <a:xfrm>
            <a:off x="9763125" y="861060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P2.2  (23)</a:t>
            </a:r>
          </a:p>
        </p:txBody>
      </p:sp>
      <p:sp>
        <p:nvSpPr>
          <p:cNvPr id="102" name="orthogonal-96">
            <a:extLst>
              <a:ext uri="{FF2B5EF4-FFF2-40B4-BE49-F238E27FC236}">
                <a16:creationId xmlns:a16="http://schemas.microsoft.com/office/drawing/2014/main" id="{718589FD-4B55-4E30-80D8-90AE0C93DDB2}"/>
              </a:ext>
            </a:extLst>
          </p:cNvPr>
          <p:cNvSpPr>
            <a:spLocks noGrp="1"/>
          </p:cNvSpPr>
          <p:nvPr/>
        </p:nvSpPr>
        <p:spPr>
          <a:xfrm>
            <a:off x="8313167" y="8796635"/>
            <a:ext cx="1411858" cy="156865"/>
          </a:xfrm>
          <a:custGeom>
            <a:avLst/>
            <a:gdLst/>
            <a:ahLst/>
            <a:cxnLst/>
            <a:rect l="0" t="0" r="0" b="0"/>
            <a:pathLst>
              <a:path w="1411858" h="156865">
                <a:moveTo>
                  <a:pt x="0" y="0"/>
                </a:moveTo>
                <a:lnTo>
                  <a:pt x="1164208" y="0"/>
                </a:lnTo>
                <a:lnTo>
                  <a:pt x="1164208" y="156865"/>
                </a:lnTo>
                <a:lnTo>
                  <a:pt x="1411858" y="156865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orthogonal-97">
            <a:extLst>
              <a:ext uri="{FF2B5EF4-FFF2-40B4-BE49-F238E27FC236}">
                <a16:creationId xmlns:a16="http://schemas.microsoft.com/office/drawing/2014/main" id="{B41FA71E-25CE-4D8B-BF9C-E24B0006AFBA}"/>
              </a:ext>
            </a:extLst>
          </p:cNvPr>
          <p:cNvSpPr>
            <a:spLocks noGrp="1"/>
          </p:cNvSpPr>
          <p:nvPr/>
        </p:nvSpPr>
        <p:spPr>
          <a:xfrm>
            <a:off x="8313167" y="8796635"/>
            <a:ext cx="1411858" cy="156865"/>
          </a:xfrm>
          <a:custGeom>
            <a:avLst/>
            <a:gdLst/>
            <a:ahLst/>
            <a:cxnLst/>
            <a:rect l="0" t="0" r="0" b="0"/>
            <a:pathLst>
              <a:path w="1411858" h="156865">
                <a:moveTo>
                  <a:pt x="0" y="0"/>
                </a:moveTo>
                <a:lnTo>
                  <a:pt x="1164208" y="0"/>
                </a:lnTo>
                <a:lnTo>
                  <a:pt x="1164208" y="156865"/>
                </a:lnTo>
                <a:lnTo>
                  <a:pt x="1411858" y="156865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98">
            <a:extLst>
              <a:ext uri="{FF2B5EF4-FFF2-40B4-BE49-F238E27FC236}">
                <a16:creationId xmlns:a16="http://schemas.microsoft.com/office/drawing/2014/main" id="{6D3FDC41-7571-4063-811A-DAC9DDFC39D0}"/>
              </a:ext>
            </a:extLst>
          </p:cNvPr>
          <p:cNvSpPr>
            <a:spLocks noGrp="1"/>
          </p:cNvSpPr>
          <p:nvPr/>
        </p:nvSpPr>
        <p:spPr>
          <a:xfrm>
            <a:off x="9763125" y="88106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P2.1  (22)</a:t>
            </a:r>
          </a:p>
        </p:txBody>
      </p:sp>
      <p:sp>
        <p:nvSpPr>
          <p:cNvPr id="105" name="orthogonal-99">
            <a:extLst>
              <a:ext uri="{FF2B5EF4-FFF2-40B4-BE49-F238E27FC236}">
                <a16:creationId xmlns:a16="http://schemas.microsoft.com/office/drawing/2014/main" id="{E9E7245F-C5CE-452F-BF0A-F2862DA5C43E}"/>
              </a:ext>
            </a:extLst>
          </p:cNvPr>
          <p:cNvSpPr>
            <a:spLocks noGrp="1"/>
          </p:cNvSpPr>
          <p:nvPr/>
        </p:nvSpPr>
        <p:spPr>
          <a:xfrm>
            <a:off x="8313167" y="8913837"/>
            <a:ext cx="1411858" cy="239688"/>
          </a:xfrm>
          <a:custGeom>
            <a:avLst/>
            <a:gdLst/>
            <a:ahLst/>
            <a:cxnLst/>
            <a:rect l="0" t="0" r="0" b="0"/>
            <a:pathLst>
              <a:path w="1411858" h="239688">
                <a:moveTo>
                  <a:pt x="0" y="0"/>
                </a:moveTo>
                <a:lnTo>
                  <a:pt x="1240408" y="0"/>
                </a:lnTo>
                <a:lnTo>
                  <a:pt x="1240408" y="239688"/>
                </a:lnTo>
                <a:lnTo>
                  <a:pt x="1411858" y="239688"/>
                </a:lnTo>
              </a:path>
            </a:pathLst>
          </a:custGeom>
          <a:noFill/>
          <a:ln w="6477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orthogonal-100">
            <a:extLst>
              <a:ext uri="{FF2B5EF4-FFF2-40B4-BE49-F238E27FC236}">
                <a16:creationId xmlns:a16="http://schemas.microsoft.com/office/drawing/2014/main" id="{7131CAC6-E65D-43E1-9B3A-50E10DCD1EF6}"/>
              </a:ext>
            </a:extLst>
          </p:cNvPr>
          <p:cNvSpPr>
            <a:spLocks noGrp="1"/>
          </p:cNvSpPr>
          <p:nvPr/>
        </p:nvSpPr>
        <p:spPr>
          <a:xfrm>
            <a:off x="8313167" y="8913837"/>
            <a:ext cx="1411858" cy="239688"/>
          </a:xfrm>
          <a:custGeom>
            <a:avLst/>
            <a:gdLst/>
            <a:ahLst/>
            <a:cxnLst/>
            <a:rect l="0" t="0" r="0" b="0"/>
            <a:pathLst>
              <a:path w="1411858" h="239688">
                <a:moveTo>
                  <a:pt x="0" y="0"/>
                </a:moveTo>
                <a:lnTo>
                  <a:pt x="1240408" y="0"/>
                </a:lnTo>
                <a:lnTo>
                  <a:pt x="1240408" y="239688"/>
                </a:lnTo>
                <a:lnTo>
                  <a:pt x="1411858" y="239688"/>
                </a:lnTo>
              </a:path>
            </a:pathLst>
          </a:custGeom>
          <a:noFill/>
          <a:ln w="1714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101">
            <a:extLst>
              <a:ext uri="{FF2B5EF4-FFF2-40B4-BE49-F238E27FC236}">
                <a16:creationId xmlns:a16="http://schemas.microsoft.com/office/drawing/2014/main" id="{F55CD895-DDD0-4ADF-9E9C-9F336F885899}"/>
              </a:ext>
            </a:extLst>
          </p:cNvPr>
          <p:cNvSpPr>
            <a:spLocks noGrp="1"/>
          </p:cNvSpPr>
          <p:nvPr/>
        </p:nvSpPr>
        <p:spPr>
          <a:xfrm>
            <a:off x="9763125" y="90106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P2.0  (21)</a:t>
            </a:r>
          </a:p>
        </p:txBody>
      </p:sp>
      <p:sp>
        <p:nvSpPr>
          <p:cNvPr id="108" name="shape-102">
            <a:extLst>
              <a:ext uri="{FF2B5EF4-FFF2-40B4-BE49-F238E27FC236}">
                <a16:creationId xmlns:a16="http://schemas.microsoft.com/office/drawing/2014/main" id="{3655CC06-DC2B-4BA4-8413-6B4C16273B48}"/>
              </a:ext>
            </a:extLst>
          </p:cNvPr>
          <p:cNvSpPr>
            <a:spLocks noGrp="1"/>
          </p:cNvSpPr>
          <p:nvPr/>
        </p:nvSpPr>
        <p:spPr>
          <a:xfrm>
            <a:off x="11144250" y="7677150"/>
            <a:ext cx="12858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Port 2</a:t>
            </a:r>
          </a:p>
        </p:txBody>
      </p:sp>
      <p:sp>
        <p:nvSpPr>
          <p:cNvPr id="109" name="orthogonal-103">
            <a:extLst>
              <a:ext uri="{FF2B5EF4-FFF2-40B4-BE49-F238E27FC236}">
                <a16:creationId xmlns:a16="http://schemas.microsoft.com/office/drawing/2014/main" id="{ED9F3D1A-620D-4C7B-903E-2DAE9277AE48}"/>
              </a:ext>
            </a:extLst>
          </p:cNvPr>
          <p:cNvSpPr>
            <a:spLocks noGrp="1"/>
          </p:cNvSpPr>
          <p:nvPr/>
        </p:nvSpPr>
        <p:spPr>
          <a:xfrm>
            <a:off x="8313167" y="6655371"/>
            <a:ext cx="1078483" cy="9525"/>
          </a:xfrm>
          <a:custGeom>
            <a:avLst/>
            <a:gdLst/>
            <a:ahLst/>
            <a:cxnLst/>
            <a:rect l="0" t="0" r="0" b="0"/>
            <a:pathLst>
              <a:path w="1078483" h="9525">
                <a:moveTo>
                  <a:pt x="0" y="0"/>
                </a:moveTo>
                <a:lnTo>
                  <a:pt x="1078483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0" name="orthogonal-104">
            <a:extLst>
              <a:ext uri="{FF2B5EF4-FFF2-40B4-BE49-F238E27FC236}">
                <a16:creationId xmlns:a16="http://schemas.microsoft.com/office/drawing/2014/main" id="{89DB4EFD-60C6-4412-85A1-BF716950FC04}"/>
              </a:ext>
            </a:extLst>
          </p:cNvPr>
          <p:cNvSpPr>
            <a:spLocks noGrp="1"/>
          </p:cNvSpPr>
          <p:nvPr/>
        </p:nvSpPr>
        <p:spPr>
          <a:xfrm flipV="1">
            <a:off x="8313167" y="6609651"/>
            <a:ext cx="640333" cy="45719"/>
          </a:xfrm>
          <a:custGeom>
            <a:avLst/>
            <a:gdLst/>
            <a:ahLst/>
            <a:cxnLst/>
            <a:rect l="0" t="0" r="0" b="0"/>
            <a:pathLst>
              <a:path w="1078483" h="9525">
                <a:moveTo>
                  <a:pt x="0" y="0"/>
                </a:moveTo>
                <a:lnTo>
                  <a:pt x="1078483" y="0"/>
                </a:lnTo>
              </a:path>
            </a:pathLst>
          </a:custGeom>
          <a:noFill/>
          <a:ln w="2476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1" name="shape-105">
            <a:extLst>
              <a:ext uri="{FF2B5EF4-FFF2-40B4-BE49-F238E27FC236}">
                <a16:creationId xmlns:a16="http://schemas.microsoft.com/office/drawing/2014/main" id="{A8D39F47-449F-415D-B589-630981B08B8F}"/>
              </a:ext>
            </a:extLst>
          </p:cNvPr>
          <p:cNvSpPr>
            <a:spLocks noGrp="1"/>
          </p:cNvSpPr>
          <p:nvPr/>
        </p:nvSpPr>
        <p:spPr>
          <a:xfrm>
            <a:off x="8934450" y="6507734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40  +5 V</a:t>
            </a:r>
          </a:p>
        </p:txBody>
      </p:sp>
      <p:sp>
        <p:nvSpPr>
          <p:cNvPr id="112" name="orthogonal-106">
            <a:extLst>
              <a:ext uri="{FF2B5EF4-FFF2-40B4-BE49-F238E27FC236}">
                <a16:creationId xmlns:a16="http://schemas.microsoft.com/office/drawing/2014/main" id="{6669B282-0B65-42D8-A5C5-BE32CCCC8E94}"/>
              </a:ext>
            </a:extLst>
          </p:cNvPr>
          <p:cNvSpPr>
            <a:spLocks noGrp="1"/>
          </p:cNvSpPr>
          <p:nvPr/>
        </p:nvSpPr>
        <p:spPr>
          <a:xfrm>
            <a:off x="7105650" y="8913837"/>
            <a:ext cx="390823" cy="9525"/>
          </a:xfrm>
          <a:custGeom>
            <a:avLst/>
            <a:gdLst/>
            <a:ahLst/>
            <a:cxnLst/>
            <a:rect l="0" t="0" r="0" b="0"/>
            <a:pathLst>
              <a:path w="390823" h="9525">
                <a:moveTo>
                  <a:pt x="390823" y="0"/>
                </a:moveTo>
                <a:lnTo>
                  <a:pt x="0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3" name="orthogonal-107">
            <a:extLst>
              <a:ext uri="{FF2B5EF4-FFF2-40B4-BE49-F238E27FC236}">
                <a16:creationId xmlns:a16="http://schemas.microsoft.com/office/drawing/2014/main" id="{96F1B5B5-A00E-40DA-AA0B-309918D0D39B}"/>
              </a:ext>
            </a:extLst>
          </p:cNvPr>
          <p:cNvSpPr>
            <a:spLocks noGrp="1"/>
          </p:cNvSpPr>
          <p:nvPr/>
        </p:nvSpPr>
        <p:spPr>
          <a:xfrm>
            <a:off x="7105650" y="8913837"/>
            <a:ext cx="390823" cy="9525"/>
          </a:xfrm>
          <a:custGeom>
            <a:avLst/>
            <a:gdLst/>
            <a:ahLst/>
            <a:cxnLst/>
            <a:rect l="0" t="0" r="0" b="0"/>
            <a:pathLst>
              <a:path w="390823" h="9525">
                <a:moveTo>
                  <a:pt x="390823" y="0"/>
                </a:moveTo>
                <a:lnTo>
                  <a:pt x="0" y="0"/>
                </a:lnTo>
              </a:path>
            </a:pathLst>
          </a:custGeom>
          <a:noFill/>
          <a:ln w="24765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4" name="shape-108">
            <a:extLst>
              <a:ext uri="{FF2B5EF4-FFF2-40B4-BE49-F238E27FC236}">
                <a16:creationId xmlns:a16="http://schemas.microsoft.com/office/drawing/2014/main" id="{7C26B990-D437-48CE-9EE5-1BB4F4034929}"/>
              </a:ext>
            </a:extLst>
          </p:cNvPr>
          <p:cNvSpPr>
            <a:spLocks noGrp="1"/>
          </p:cNvSpPr>
          <p:nvPr/>
        </p:nvSpPr>
        <p:spPr>
          <a:xfrm>
            <a:off x="6200775" y="8770962"/>
            <a:ext cx="895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GND</a:t>
            </a:r>
          </a:p>
        </p:txBody>
      </p:sp>
      <p:sp>
        <p:nvSpPr>
          <p:cNvPr id="115" name="orthogonal-109">
            <a:extLst>
              <a:ext uri="{FF2B5EF4-FFF2-40B4-BE49-F238E27FC236}">
                <a16:creationId xmlns:a16="http://schemas.microsoft.com/office/drawing/2014/main" id="{2A499975-39A0-46C6-AF08-A6C98618E140}"/>
              </a:ext>
            </a:extLst>
          </p:cNvPr>
          <p:cNvSpPr>
            <a:spLocks noGrp="1"/>
          </p:cNvSpPr>
          <p:nvPr/>
        </p:nvSpPr>
        <p:spPr>
          <a:xfrm>
            <a:off x="10898125" y="5662166"/>
            <a:ext cx="722375" cy="9525"/>
          </a:xfrm>
          <a:custGeom>
            <a:avLst/>
            <a:gdLst/>
            <a:ahLst/>
            <a:cxnLst/>
            <a:rect l="0" t="0" r="0" b="0"/>
            <a:pathLst>
              <a:path w="722375" h="9525">
                <a:moveTo>
                  <a:pt x="0" y="0"/>
                </a:moveTo>
                <a:lnTo>
                  <a:pt x="722375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6" name="orthogonal-110">
            <a:extLst>
              <a:ext uri="{FF2B5EF4-FFF2-40B4-BE49-F238E27FC236}">
                <a16:creationId xmlns:a16="http://schemas.microsoft.com/office/drawing/2014/main" id="{F3748B10-A132-49E9-95A0-CDBE089CFF53}"/>
              </a:ext>
            </a:extLst>
          </p:cNvPr>
          <p:cNvSpPr>
            <a:spLocks noGrp="1"/>
          </p:cNvSpPr>
          <p:nvPr/>
        </p:nvSpPr>
        <p:spPr>
          <a:xfrm>
            <a:off x="10898125" y="5662166"/>
            <a:ext cx="722375" cy="9525"/>
          </a:xfrm>
          <a:custGeom>
            <a:avLst/>
            <a:gdLst/>
            <a:ahLst/>
            <a:cxnLst/>
            <a:rect l="0" t="0" r="0" b="0"/>
            <a:pathLst>
              <a:path w="722375" h="9525">
                <a:moveTo>
                  <a:pt x="0" y="0"/>
                </a:moveTo>
                <a:lnTo>
                  <a:pt x="722375" y="0"/>
                </a:lnTo>
              </a:path>
            </a:pathLst>
          </a:custGeom>
          <a:noFill/>
          <a:ln w="2476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7" name="shape-111">
            <a:extLst>
              <a:ext uri="{FF2B5EF4-FFF2-40B4-BE49-F238E27FC236}">
                <a16:creationId xmlns:a16="http://schemas.microsoft.com/office/drawing/2014/main" id="{603F65A1-D58B-4C5E-8948-7AAE188A0F96}"/>
              </a:ext>
            </a:extLst>
          </p:cNvPr>
          <p:cNvSpPr>
            <a:spLocks noGrp="1"/>
          </p:cNvSpPr>
          <p:nvPr/>
        </p:nvSpPr>
        <p:spPr>
          <a:xfrm>
            <a:off x="11020425" y="5338316"/>
            <a:ext cx="1114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14  +5 V</a:t>
            </a:r>
          </a:p>
        </p:txBody>
      </p:sp>
      <p:sp>
        <p:nvSpPr>
          <p:cNvPr id="118" name="orthogonal-112">
            <a:extLst>
              <a:ext uri="{FF2B5EF4-FFF2-40B4-BE49-F238E27FC236}">
                <a16:creationId xmlns:a16="http://schemas.microsoft.com/office/drawing/2014/main" id="{221DA782-4312-494C-BD00-8A7DE45A9A5D}"/>
              </a:ext>
            </a:extLst>
          </p:cNvPr>
          <p:cNvSpPr>
            <a:spLocks noGrp="1"/>
          </p:cNvSpPr>
          <p:nvPr/>
        </p:nvSpPr>
        <p:spPr>
          <a:xfrm>
            <a:off x="9744075" y="6951390"/>
            <a:ext cx="312800" cy="9525"/>
          </a:xfrm>
          <a:custGeom>
            <a:avLst/>
            <a:gdLst/>
            <a:ahLst/>
            <a:cxnLst/>
            <a:rect l="0" t="0" r="0" b="0"/>
            <a:pathLst>
              <a:path w="312800" h="9525">
                <a:moveTo>
                  <a:pt x="312800" y="0"/>
                </a:moveTo>
                <a:lnTo>
                  <a:pt x="0" y="0"/>
                </a:lnTo>
              </a:path>
            </a:pathLst>
          </a:custGeom>
          <a:noFill/>
          <a:ln w="7239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9" name="orthogonal-113">
            <a:extLst>
              <a:ext uri="{FF2B5EF4-FFF2-40B4-BE49-F238E27FC236}">
                <a16:creationId xmlns:a16="http://schemas.microsoft.com/office/drawing/2014/main" id="{D010C5DE-7834-4146-A727-6FCE362EC13C}"/>
              </a:ext>
            </a:extLst>
          </p:cNvPr>
          <p:cNvSpPr>
            <a:spLocks noGrp="1"/>
          </p:cNvSpPr>
          <p:nvPr/>
        </p:nvSpPr>
        <p:spPr>
          <a:xfrm>
            <a:off x="9744075" y="6951390"/>
            <a:ext cx="312800" cy="9525"/>
          </a:xfrm>
          <a:custGeom>
            <a:avLst/>
            <a:gdLst/>
            <a:ahLst/>
            <a:cxnLst/>
            <a:rect l="0" t="0" r="0" b="0"/>
            <a:pathLst>
              <a:path w="312800" h="9525">
                <a:moveTo>
                  <a:pt x="312800" y="0"/>
                </a:moveTo>
                <a:lnTo>
                  <a:pt x="0" y="0"/>
                </a:lnTo>
              </a:path>
            </a:pathLst>
          </a:custGeom>
          <a:noFill/>
          <a:ln w="24765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0" name="shape-114">
            <a:extLst>
              <a:ext uri="{FF2B5EF4-FFF2-40B4-BE49-F238E27FC236}">
                <a16:creationId xmlns:a16="http://schemas.microsoft.com/office/drawing/2014/main" id="{E3B840D0-97F0-4C8F-9088-CEC9E18D1D6F}"/>
              </a:ext>
            </a:extLst>
          </p:cNvPr>
          <p:cNvSpPr>
            <a:spLocks noGrp="1"/>
          </p:cNvSpPr>
          <p:nvPr/>
        </p:nvSpPr>
        <p:spPr>
          <a:xfrm>
            <a:off x="8848725" y="6808515"/>
            <a:ext cx="8858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 GND</a:t>
            </a:r>
          </a:p>
        </p:txBody>
      </p:sp>
      <p:sp>
        <p:nvSpPr>
          <p:cNvPr id="121" name="shape-115">
            <a:extLst>
              <a:ext uri="{FF2B5EF4-FFF2-40B4-BE49-F238E27FC236}">
                <a16:creationId xmlns:a16="http://schemas.microsoft.com/office/drawing/2014/main" id="{964DFD7D-0C84-4498-8BD0-1F1A8B840B2F}"/>
              </a:ext>
            </a:extLst>
          </p:cNvPr>
          <p:cNvSpPr>
            <a:spLocks noGrp="1"/>
          </p:cNvSpPr>
          <p:nvPr/>
        </p:nvSpPr>
        <p:spPr>
          <a:xfrm>
            <a:off x="12573000" y="2381250"/>
            <a:ext cx="95" cy="6781800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2" name="shape-116">
            <a:extLst>
              <a:ext uri="{FF2B5EF4-FFF2-40B4-BE49-F238E27FC236}">
                <a16:creationId xmlns:a16="http://schemas.microsoft.com/office/drawing/2014/main" id="{1CEF2F5D-36C6-4606-98C1-48553E9BD4DB}"/>
              </a:ext>
            </a:extLst>
          </p:cNvPr>
          <p:cNvSpPr>
            <a:spLocks noGrp="1"/>
          </p:cNvSpPr>
          <p:nvPr/>
        </p:nvSpPr>
        <p:spPr>
          <a:xfrm>
            <a:off x="12954000" y="2257425"/>
            <a:ext cx="43434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อุปกรณ์รับสัญญาณ</a:t>
            </a:r>
          </a:p>
        </p:txBody>
      </p:sp>
      <p:sp>
        <p:nvSpPr>
          <p:cNvPr id="123" name="shape-117">
            <a:extLst>
              <a:ext uri="{FF2B5EF4-FFF2-40B4-BE49-F238E27FC236}">
                <a16:creationId xmlns:a16="http://schemas.microsoft.com/office/drawing/2014/main" id="{A0F76D35-7AC0-45BB-AAE6-2D11FB07A420}"/>
              </a:ext>
            </a:extLst>
          </p:cNvPr>
          <p:cNvSpPr>
            <a:spLocks noGrp="1"/>
          </p:cNvSpPr>
          <p:nvPr/>
        </p:nvSpPr>
        <p:spPr>
          <a:xfrm>
            <a:off x="12954000" y="2647950"/>
            <a:ext cx="43148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ชื่อ P2 ตรงกับจุดต่อที่ไอซีด้านซ้าย</a:t>
            </a:r>
          </a:p>
        </p:txBody>
      </p:sp>
      <p:pic>
        <p:nvPicPr>
          <p:cNvPr id="278" name="รูปภาพ 27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144500" y="3009900"/>
            <a:ext cx="1238250" cy="1064895"/>
          </a:xfrm>
          <a:prstGeom prst="rect">
            <a:avLst/>
          </a:prstGeom>
        </p:spPr>
      </p:pic>
      <p:sp>
        <p:nvSpPr>
          <p:cNvPr id="125" name="shape-118">
            <a:extLst>
              <a:ext uri="{FF2B5EF4-FFF2-40B4-BE49-F238E27FC236}">
                <a16:creationId xmlns:a16="http://schemas.microsoft.com/office/drawing/2014/main" id="{5B9B2618-9660-4E86-B2B7-9B8CF0B6337A}"/>
              </a:ext>
            </a:extLst>
          </p:cNvPr>
          <p:cNvSpPr>
            <a:spLocks noGrp="1"/>
          </p:cNvSpPr>
          <p:nvPr/>
        </p:nvSpPr>
        <p:spPr>
          <a:xfrm>
            <a:off x="14573250" y="286702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ลิมิตสวิตช์ 2 ตัว</a:t>
            </a:r>
          </a:p>
        </p:txBody>
      </p:sp>
      <p:sp>
        <p:nvSpPr>
          <p:cNvPr id="126" name="shape-119">
            <a:extLst>
              <a:ext uri="{FF2B5EF4-FFF2-40B4-BE49-F238E27FC236}">
                <a16:creationId xmlns:a16="http://schemas.microsoft.com/office/drawing/2014/main" id="{13585301-D322-4980-BBB1-67B957A62CE2}"/>
              </a:ext>
            </a:extLst>
          </p:cNvPr>
          <p:cNvSpPr>
            <a:spLocks noGrp="1"/>
          </p:cNvSpPr>
          <p:nvPr/>
        </p:nvSpPr>
        <p:spPr>
          <a:xfrm>
            <a:off x="14573250" y="3248025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เปิดสุด  P2.3 (24)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ปิดสุด  P2.4 (25)</a:t>
            </a:r>
          </a:p>
        </p:txBody>
      </p:sp>
      <p:sp>
        <p:nvSpPr>
          <p:cNvPr id="127" name="orthogonal-120">
            <a:extLst>
              <a:ext uri="{FF2B5EF4-FFF2-40B4-BE49-F238E27FC236}">
                <a16:creationId xmlns:a16="http://schemas.microsoft.com/office/drawing/2014/main" id="{840B3F19-2C0B-4AA5-98F8-05F2C5A65795}"/>
              </a:ext>
            </a:extLst>
          </p:cNvPr>
          <p:cNvSpPr>
            <a:spLocks noGrp="1"/>
          </p:cNvSpPr>
          <p:nvPr/>
        </p:nvSpPr>
        <p:spPr>
          <a:xfrm>
            <a:off x="13431774" y="3955923"/>
            <a:ext cx="646176" cy="273177"/>
          </a:xfrm>
          <a:custGeom>
            <a:avLst/>
            <a:gdLst/>
            <a:ahLst/>
            <a:cxnLst/>
            <a:rect l="0" t="0" r="0" b="0"/>
            <a:pathLst>
              <a:path w="646176" h="273177">
                <a:moveTo>
                  <a:pt x="0" y="0"/>
                </a:moveTo>
                <a:lnTo>
                  <a:pt x="0" y="273177"/>
                </a:lnTo>
                <a:lnTo>
                  <a:pt x="646176" y="273177"/>
                </a:lnTo>
              </a:path>
            </a:pathLst>
          </a:custGeom>
          <a:noFill/>
          <a:ln w="6858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8" name="orthogonal-121">
            <a:extLst>
              <a:ext uri="{FF2B5EF4-FFF2-40B4-BE49-F238E27FC236}">
                <a16:creationId xmlns:a16="http://schemas.microsoft.com/office/drawing/2014/main" id="{E39E45FB-305C-4728-9F82-8681087D2E41}"/>
              </a:ext>
            </a:extLst>
          </p:cNvPr>
          <p:cNvSpPr>
            <a:spLocks noGrp="1"/>
          </p:cNvSpPr>
          <p:nvPr/>
        </p:nvSpPr>
        <p:spPr>
          <a:xfrm>
            <a:off x="13431774" y="3955923"/>
            <a:ext cx="646176" cy="273177"/>
          </a:xfrm>
          <a:custGeom>
            <a:avLst/>
            <a:gdLst/>
            <a:ahLst/>
            <a:cxnLst/>
            <a:rect l="0" t="0" r="0" b="0"/>
            <a:pathLst>
              <a:path w="646176" h="273177">
                <a:moveTo>
                  <a:pt x="0" y="0"/>
                </a:moveTo>
                <a:lnTo>
                  <a:pt x="0" y="273177"/>
                </a:lnTo>
                <a:lnTo>
                  <a:pt x="646176" y="273177"/>
                </a:lnTo>
              </a:path>
            </a:pathLst>
          </a:custGeom>
          <a:noFill/>
          <a:ln w="20955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9" name="shape-122">
            <a:extLst>
              <a:ext uri="{FF2B5EF4-FFF2-40B4-BE49-F238E27FC236}">
                <a16:creationId xmlns:a16="http://schemas.microsoft.com/office/drawing/2014/main" id="{BB9AEA0D-DB28-42CD-A632-C4E3E22F0580}"/>
              </a:ext>
            </a:extLst>
          </p:cNvPr>
          <p:cNvSpPr>
            <a:spLocks noGrp="1"/>
          </p:cNvSpPr>
          <p:nvPr/>
        </p:nvSpPr>
        <p:spPr>
          <a:xfrm>
            <a:off x="12973050" y="4248150"/>
            <a:ext cx="16954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COM ต่อ GND</a:t>
            </a:r>
          </a:p>
        </p:txBody>
      </p:sp>
      <p:sp>
        <p:nvSpPr>
          <p:cNvPr id="130" name="orthogonal-123">
            <a:extLst>
              <a:ext uri="{FF2B5EF4-FFF2-40B4-BE49-F238E27FC236}">
                <a16:creationId xmlns:a16="http://schemas.microsoft.com/office/drawing/2014/main" id="{6A8E2982-C15D-4667-9CFE-2DA8ADBAF902}"/>
              </a:ext>
            </a:extLst>
          </p:cNvPr>
          <p:cNvSpPr>
            <a:spLocks noGrp="1"/>
          </p:cNvSpPr>
          <p:nvPr/>
        </p:nvSpPr>
        <p:spPr>
          <a:xfrm>
            <a:off x="13813155" y="3955923"/>
            <a:ext cx="950595" cy="54102"/>
          </a:xfrm>
          <a:custGeom>
            <a:avLst/>
            <a:gdLst/>
            <a:ahLst/>
            <a:cxnLst/>
            <a:rect l="0" t="0" r="0" b="0"/>
            <a:pathLst>
              <a:path w="950595" h="54102">
                <a:moveTo>
                  <a:pt x="0" y="0"/>
                </a:moveTo>
                <a:lnTo>
                  <a:pt x="0" y="54102"/>
                </a:lnTo>
                <a:lnTo>
                  <a:pt x="950595" y="54102"/>
                </a:lnTo>
              </a:path>
            </a:pathLst>
          </a:custGeom>
          <a:noFill/>
          <a:ln w="6858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1" name="orthogonal-124">
            <a:extLst>
              <a:ext uri="{FF2B5EF4-FFF2-40B4-BE49-F238E27FC236}">
                <a16:creationId xmlns:a16="http://schemas.microsoft.com/office/drawing/2014/main" id="{2CBB90EB-A8D8-455D-A339-569D4292EA50}"/>
              </a:ext>
            </a:extLst>
          </p:cNvPr>
          <p:cNvSpPr>
            <a:spLocks noGrp="1"/>
          </p:cNvSpPr>
          <p:nvPr/>
        </p:nvSpPr>
        <p:spPr>
          <a:xfrm>
            <a:off x="13813155" y="3955923"/>
            <a:ext cx="950595" cy="54102"/>
          </a:xfrm>
          <a:custGeom>
            <a:avLst/>
            <a:gdLst/>
            <a:ahLst/>
            <a:cxnLst/>
            <a:rect l="0" t="0" r="0" b="0"/>
            <a:pathLst>
              <a:path w="950595" h="54102">
                <a:moveTo>
                  <a:pt x="0" y="0"/>
                </a:moveTo>
                <a:lnTo>
                  <a:pt x="0" y="54102"/>
                </a:lnTo>
                <a:lnTo>
                  <a:pt x="950595" y="54102"/>
                </a:lnTo>
              </a:path>
            </a:pathLst>
          </a:custGeom>
          <a:noFill/>
          <a:ln w="2095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2" name="shape-125">
            <a:extLst>
              <a:ext uri="{FF2B5EF4-FFF2-40B4-BE49-F238E27FC236}">
                <a16:creationId xmlns:a16="http://schemas.microsoft.com/office/drawing/2014/main" id="{A33F6504-65E9-4EB5-AFAA-A0829FCC934C}"/>
              </a:ext>
            </a:extLst>
          </p:cNvPr>
          <p:cNvSpPr>
            <a:spLocks noGrp="1"/>
          </p:cNvSpPr>
          <p:nvPr/>
        </p:nvSpPr>
        <p:spPr>
          <a:xfrm>
            <a:off x="14782800" y="38576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NO ต่อขา P2</a:t>
            </a:r>
          </a:p>
        </p:txBody>
      </p:sp>
      <p:pic>
        <p:nvPicPr>
          <p:cNvPr id="287" name="รูปภาพ 286"/>
          <p:cNvPicPr>
            <a:picLocks noChangeAspect="1"/>
          </p:cNvPicPr>
          <p:nvPr/>
        </p:nvPicPr>
        <p:blipFill>
          <a:blip r:embed="rId10"/>
          <a:srcRect l="37037" t="32870" r="38889" b="14815"/>
          <a:stretch/>
        </p:blipFill>
        <p:spPr>
          <a:xfrm>
            <a:off x="13335000" y="4495800"/>
            <a:ext cx="514350" cy="1117759"/>
          </a:xfrm>
          <a:prstGeom prst="rect">
            <a:avLst/>
          </a:prstGeom>
        </p:spPr>
      </p:pic>
      <p:sp>
        <p:nvSpPr>
          <p:cNvPr id="134" name="shape-126">
            <a:extLst>
              <a:ext uri="{FF2B5EF4-FFF2-40B4-BE49-F238E27FC236}">
                <a16:creationId xmlns:a16="http://schemas.microsoft.com/office/drawing/2014/main" id="{CE141BAA-6FD3-4AB5-87E5-EA2C61F8160B}"/>
              </a:ext>
            </a:extLst>
          </p:cNvPr>
          <p:cNvSpPr>
            <a:spLocks noGrp="1"/>
          </p:cNvSpPr>
          <p:nvPr/>
        </p:nvSpPr>
        <p:spPr>
          <a:xfrm>
            <a:off x="14573250" y="4543425"/>
            <a:ext cx="26765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ปุ่มเปิด 2 ตัว แบบ NO</a:t>
            </a:r>
          </a:p>
        </p:txBody>
      </p:sp>
      <p:sp>
        <p:nvSpPr>
          <p:cNvPr id="135" name="shape-127">
            <a:extLst>
              <a:ext uri="{FF2B5EF4-FFF2-40B4-BE49-F238E27FC236}">
                <a16:creationId xmlns:a16="http://schemas.microsoft.com/office/drawing/2014/main" id="{F0DD4FD3-8553-4CFA-9F72-C38D91DFCC2D}"/>
              </a:ext>
            </a:extLst>
          </p:cNvPr>
          <p:cNvSpPr>
            <a:spLocks noGrp="1"/>
          </p:cNvSpPr>
          <p:nvPr/>
        </p:nvSpPr>
        <p:spPr>
          <a:xfrm>
            <a:off x="14573250" y="4895850"/>
            <a:ext cx="266700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ด้านใน P2.0 (21)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ด้านนอก P2.1 (22)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อีกขั้วต่อ GND</a:t>
            </a:r>
          </a:p>
        </p:txBody>
      </p:sp>
      <p:sp>
        <p:nvSpPr>
          <p:cNvPr id="136" name="shape-128">
            <a:extLst>
              <a:ext uri="{FF2B5EF4-FFF2-40B4-BE49-F238E27FC236}">
                <a16:creationId xmlns:a16="http://schemas.microsoft.com/office/drawing/2014/main" id="{4613668C-CEFB-4197-B42B-A830D5C1A5E0}"/>
              </a:ext>
            </a:extLst>
          </p:cNvPr>
          <p:cNvSpPr>
            <a:spLocks noGrp="1"/>
          </p:cNvSpPr>
          <p:nvPr/>
        </p:nvSpPr>
        <p:spPr>
          <a:xfrm>
            <a:off x="12954000" y="5724525"/>
            <a:ext cx="4324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 Reset แบบเดียวกัน ต่อ P2.6 (27)</a:t>
            </a:r>
          </a:p>
        </p:txBody>
      </p:sp>
      <p:sp>
        <p:nvSpPr>
          <p:cNvPr id="137" name="orthogonal-129">
            <a:extLst>
              <a:ext uri="{FF2B5EF4-FFF2-40B4-BE49-F238E27FC236}">
                <a16:creationId xmlns:a16="http://schemas.microsoft.com/office/drawing/2014/main" id="{9DCF52EE-BD28-4CAF-98E9-4EC4A2CEB165}"/>
              </a:ext>
            </a:extLst>
          </p:cNvPr>
          <p:cNvSpPr>
            <a:spLocks noGrp="1"/>
          </p:cNvSpPr>
          <p:nvPr/>
        </p:nvSpPr>
        <p:spPr>
          <a:xfrm>
            <a:off x="13230225" y="5518785"/>
            <a:ext cx="320040" cy="9525"/>
          </a:xfrm>
          <a:custGeom>
            <a:avLst/>
            <a:gdLst/>
            <a:ahLst/>
            <a:cxnLst/>
            <a:rect l="0" t="0" r="0" b="0"/>
            <a:pathLst>
              <a:path w="320040" h="9525">
                <a:moveTo>
                  <a:pt x="320040" y="0"/>
                </a:moveTo>
                <a:lnTo>
                  <a:pt x="0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8" name="orthogonal-130">
            <a:extLst>
              <a:ext uri="{FF2B5EF4-FFF2-40B4-BE49-F238E27FC236}">
                <a16:creationId xmlns:a16="http://schemas.microsoft.com/office/drawing/2014/main" id="{FB870CD0-EC84-4280-81CF-F8179749E255}"/>
              </a:ext>
            </a:extLst>
          </p:cNvPr>
          <p:cNvSpPr>
            <a:spLocks noGrp="1"/>
          </p:cNvSpPr>
          <p:nvPr/>
        </p:nvSpPr>
        <p:spPr>
          <a:xfrm>
            <a:off x="13230225" y="5518785"/>
            <a:ext cx="320040" cy="9525"/>
          </a:xfrm>
          <a:custGeom>
            <a:avLst/>
            <a:gdLst/>
            <a:ahLst/>
            <a:cxnLst/>
            <a:rect l="0" t="0" r="0" b="0"/>
            <a:pathLst>
              <a:path w="320040" h="9525">
                <a:moveTo>
                  <a:pt x="32004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9" name="shape-131">
            <a:extLst>
              <a:ext uri="{FF2B5EF4-FFF2-40B4-BE49-F238E27FC236}">
                <a16:creationId xmlns:a16="http://schemas.microsoft.com/office/drawing/2014/main" id="{BBADC055-F47F-4DCC-BD01-B5B608312F3B}"/>
              </a:ext>
            </a:extLst>
          </p:cNvPr>
          <p:cNvSpPr>
            <a:spLocks noGrp="1"/>
          </p:cNvSpPr>
          <p:nvPr/>
        </p:nvSpPr>
        <p:spPr>
          <a:xfrm>
            <a:off x="12811125" y="5429250"/>
            <a:ext cx="6286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140" name="orthogonal-132">
            <a:extLst>
              <a:ext uri="{FF2B5EF4-FFF2-40B4-BE49-F238E27FC236}">
                <a16:creationId xmlns:a16="http://schemas.microsoft.com/office/drawing/2014/main" id="{59AEC1F5-6FB9-47AC-AAA6-135BBC6B5CAC}"/>
              </a:ext>
            </a:extLst>
          </p:cNvPr>
          <p:cNvSpPr>
            <a:spLocks noGrp="1"/>
          </p:cNvSpPr>
          <p:nvPr/>
        </p:nvSpPr>
        <p:spPr>
          <a:xfrm>
            <a:off x="13661708" y="5219700"/>
            <a:ext cx="806768" cy="330518"/>
          </a:xfrm>
          <a:custGeom>
            <a:avLst/>
            <a:gdLst/>
            <a:ahLst/>
            <a:cxnLst/>
            <a:rect l="0" t="0" r="0" b="0"/>
            <a:pathLst>
              <a:path w="806768" h="330518">
                <a:moveTo>
                  <a:pt x="0" y="330518"/>
                </a:moveTo>
                <a:lnTo>
                  <a:pt x="482918" y="330518"/>
                </a:lnTo>
                <a:lnTo>
                  <a:pt x="482918" y="0"/>
                </a:lnTo>
                <a:lnTo>
                  <a:pt x="806768" y="0"/>
                </a:lnTo>
              </a:path>
            </a:pathLst>
          </a:custGeom>
          <a:noFill/>
          <a:ln w="66675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1" name="orthogonal-133">
            <a:extLst>
              <a:ext uri="{FF2B5EF4-FFF2-40B4-BE49-F238E27FC236}">
                <a16:creationId xmlns:a16="http://schemas.microsoft.com/office/drawing/2014/main" id="{CF9A7CCB-5960-4056-A89C-E57D4710776C}"/>
              </a:ext>
            </a:extLst>
          </p:cNvPr>
          <p:cNvSpPr>
            <a:spLocks noGrp="1"/>
          </p:cNvSpPr>
          <p:nvPr/>
        </p:nvSpPr>
        <p:spPr>
          <a:xfrm>
            <a:off x="13661708" y="5219700"/>
            <a:ext cx="806768" cy="330518"/>
          </a:xfrm>
          <a:custGeom>
            <a:avLst/>
            <a:gdLst/>
            <a:ahLst/>
            <a:cxnLst/>
            <a:rect l="0" t="0" r="0" b="0"/>
            <a:pathLst>
              <a:path w="806768" h="330518">
                <a:moveTo>
                  <a:pt x="0" y="330518"/>
                </a:moveTo>
                <a:lnTo>
                  <a:pt x="482918" y="330518"/>
                </a:lnTo>
                <a:lnTo>
                  <a:pt x="482918" y="0"/>
                </a:lnTo>
                <a:lnTo>
                  <a:pt x="806768" y="0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2" name="shape-134">
            <a:extLst>
              <a:ext uri="{FF2B5EF4-FFF2-40B4-BE49-F238E27FC236}">
                <a16:creationId xmlns:a16="http://schemas.microsoft.com/office/drawing/2014/main" id="{2965E451-4C96-4BC0-9A59-DD540AF221A5}"/>
              </a:ext>
            </a:extLst>
          </p:cNvPr>
          <p:cNvSpPr>
            <a:spLocks noGrp="1"/>
          </p:cNvSpPr>
          <p:nvPr/>
        </p:nvSpPr>
        <p:spPr>
          <a:xfrm>
            <a:off x="13030200" y="6010275"/>
            <a:ext cx="4267200" cy="95"/>
          </a:xfrm>
          <a:prstGeom prst="line">
            <a:avLst/>
          </a:pr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297" name="รูปภาพ 29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3049269" y="6343650"/>
            <a:ext cx="1409662" cy="1174718"/>
          </a:xfrm>
          <a:prstGeom prst="rect">
            <a:avLst/>
          </a:prstGeom>
        </p:spPr>
      </p:pic>
      <p:pic>
        <p:nvPicPr>
          <p:cNvPr id="298" name="รูปภาพ 297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5563850" y="6257925"/>
            <a:ext cx="1257300" cy="1257300"/>
          </a:xfrm>
          <a:prstGeom prst="rect">
            <a:avLst/>
          </a:prstGeom>
        </p:spPr>
      </p:pic>
      <p:sp>
        <p:nvSpPr>
          <p:cNvPr id="145" name="shape-135">
            <a:extLst>
              <a:ext uri="{FF2B5EF4-FFF2-40B4-BE49-F238E27FC236}">
                <a16:creationId xmlns:a16="http://schemas.microsoft.com/office/drawing/2014/main" id="{C5AB3D5F-D441-4D1E-89EF-C2E52796749A}"/>
              </a:ext>
            </a:extLst>
          </p:cNvPr>
          <p:cNvSpPr>
            <a:spLocks noGrp="1"/>
          </p:cNvSpPr>
          <p:nvPr/>
        </p:nvSpPr>
        <p:spPr>
          <a:xfrm>
            <a:off x="12982575" y="7458075"/>
            <a:ext cx="16287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E3Z-T61</a:t>
            </a:r>
          </a:p>
        </p:txBody>
      </p:sp>
      <p:sp>
        <p:nvSpPr>
          <p:cNvPr id="146" name="shape-136">
            <a:extLst>
              <a:ext uri="{FF2B5EF4-FFF2-40B4-BE49-F238E27FC236}">
                <a16:creationId xmlns:a16="http://schemas.microsoft.com/office/drawing/2014/main" id="{0C95FC11-E80D-4C7D-8E36-FC043C48F93C}"/>
              </a:ext>
            </a:extLst>
          </p:cNvPr>
          <p:cNvSpPr>
            <a:spLocks noGrp="1"/>
          </p:cNvSpPr>
          <p:nvPr/>
        </p:nvSpPr>
        <p:spPr>
          <a:xfrm>
            <a:off x="15173325" y="7458075"/>
            <a:ext cx="20669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VO617A × 2</a:t>
            </a:r>
          </a:p>
        </p:txBody>
      </p:sp>
      <p:sp>
        <p:nvSpPr>
          <p:cNvPr id="147" name="shape-137">
            <a:extLst>
              <a:ext uri="{FF2B5EF4-FFF2-40B4-BE49-F238E27FC236}">
                <a16:creationId xmlns:a16="http://schemas.microsoft.com/office/drawing/2014/main" id="{9AD94EB5-819E-4D8A-9F52-6A5916729C6A}"/>
              </a:ext>
            </a:extLst>
          </p:cNvPr>
          <p:cNvSpPr>
            <a:spLocks noGrp="1"/>
          </p:cNvSpPr>
          <p:nvPr/>
        </p:nvSpPr>
        <p:spPr>
          <a:xfrm>
            <a:off x="14573250" y="671512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ผ่าน</a:t>
            </a:r>
          </a:p>
        </p:txBody>
      </p:sp>
      <p:sp>
        <p:nvSpPr>
          <p:cNvPr id="148" name="shape-138">
            <a:extLst>
              <a:ext uri="{FF2B5EF4-FFF2-40B4-BE49-F238E27FC236}">
                <a16:creationId xmlns:a16="http://schemas.microsoft.com/office/drawing/2014/main" id="{846231EF-2DF8-4D5C-8E4D-5AB02F77D4CF}"/>
              </a:ext>
            </a:extLst>
          </p:cNvPr>
          <p:cNvSpPr>
            <a:spLocks noGrp="1"/>
          </p:cNvSpPr>
          <p:nvPr/>
        </p:nvSpPr>
        <p:spPr>
          <a:xfrm>
            <a:off x="12954000" y="7839075"/>
            <a:ext cx="43243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วงจรรับสัญญาณแต่ละระดับ</a:t>
            </a:r>
          </a:p>
        </p:txBody>
      </p:sp>
      <p:sp>
        <p:nvSpPr>
          <p:cNvPr id="149" name="shape-139">
            <a:extLst>
              <a:ext uri="{FF2B5EF4-FFF2-40B4-BE49-F238E27FC236}">
                <a16:creationId xmlns:a16="http://schemas.microsoft.com/office/drawing/2014/main" id="{81E4558B-6B67-4C46-843E-BFB70C733840}"/>
              </a:ext>
            </a:extLst>
          </p:cNvPr>
          <p:cNvSpPr>
            <a:spLocks noGrp="1"/>
          </p:cNvSpPr>
          <p:nvPr/>
        </p:nvSpPr>
        <p:spPr>
          <a:xfrm>
            <a:off x="12954000" y="8162925"/>
            <a:ext cx="436245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12 V ผ่าน R 1.5 kΩ เข้าขา 1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ขา 2 ต่อสายดำของตัวรับ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ขา 3 ต่อ GND   ขา 4 ต่อ P2</a:t>
            </a:r>
          </a:p>
        </p:txBody>
      </p:sp>
      <p:sp>
        <p:nvSpPr>
          <p:cNvPr id="150" name="shape-140">
            <a:extLst>
              <a:ext uri="{FF2B5EF4-FFF2-40B4-BE49-F238E27FC236}">
                <a16:creationId xmlns:a16="http://schemas.microsoft.com/office/drawing/2014/main" id="{55EE077A-BF11-44FE-B40E-B6A168752A4C}"/>
              </a:ext>
            </a:extLst>
          </p:cNvPr>
          <p:cNvSpPr>
            <a:spLocks noGrp="1"/>
          </p:cNvSpPr>
          <p:nvPr/>
        </p:nvSpPr>
        <p:spPr>
          <a:xfrm>
            <a:off x="12954000" y="8934450"/>
            <a:ext cx="43624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ล่าง P2.2 (23)   บน P2.5 (26)</a:t>
            </a:r>
          </a:p>
        </p:txBody>
      </p:sp>
      <p:sp>
        <p:nvSpPr>
          <p:cNvPr id="151" name="shape-141">
            <a:extLst>
              <a:ext uri="{FF2B5EF4-FFF2-40B4-BE49-F238E27FC236}">
                <a16:creationId xmlns:a16="http://schemas.microsoft.com/office/drawing/2014/main" id="{8CF403BF-4BB7-424E-AB96-85474FFD507D}"/>
              </a:ext>
            </a:extLst>
          </p:cNvPr>
          <p:cNvSpPr>
            <a:spLocks noGrp="1"/>
          </p:cNvSpPr>
          <p:nvPr/>
        </p:nvSpPr>
        <p:spPr>
          <a:xfrm>
            <a:off x="990600" y="7486650"/>
            <a:ext cx="3838575" cy="95"/>
          </a:xfrm>
          <a:prstGeom prst="line">
            <a:avLst/>
          </a:pr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2" name="shape-142">
            <a:extLst>
              <a:ext uri="{FF2B5EF4-FFF2-40B4-BE49-F238E27FC236}">
                <a16:creationId xmlns:a16="http://schemas.microsoft.com/office/drawing/2014/main" id="{0596985A-6F3A-42A5-BB99-3FF312274A59}"/>
              </a:ext>
            </a:extLst>
          </p:cNvPr>
          <p:cNvSpPr>
            <a:spLocks noGrp="1"/>
          </p:cNvSpPr>
          <p:nvPr/>
        </p:nvSpPr>
        <p:spPr>
          <a:xfrm>
            <a:off x="990600" y="7610475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อุปกรณ์ประกอบภาคขับ</a:t>
            </a:r>
          </a:p>
        </p:txBody>
      </p:sp>
      <p:sp>
        <p:nvSpPr>
          <p:cNvPr id="153" name="shape-143">
            <a:extLst>
              <a:ext uri="{FF2B5EF4-FFF2-40B4-BE49-F238E27FC236}">
                <a16:creationId xmlns:a16="http://schemas.microsoft.com/office/drawing/2014/main" id="{329B8D76-1BEA-43AA-8812-CA273DA18BD8}"/>
              </a:ext>
            </a:extLst>
          </p:cNvPr>
          <p:cNvSpPr>
            <a:spLocks noGrp="1"/>
          </p:cNvSpPr>
          <p:nvPr/>
        </p:nvSpPr>
        <p:spPr>
          <a:xfrm>
            <a:off x="990600" y="7972425"/>
            <a:ext cx="4162425" cy="1171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C 100 nF ใกล้ขาไฟไอซีและคร่อมมอเตอร์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C 470 µF 25 V ใกล้ไฟมอเตอร์ 12 V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กราวด์ลอจิกกับภาคขับรวมที่จุดเดียว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ฐาน 8051 ต่อ EA (31) กับ 5 V</a:t>
            </a:r>
          </a:p>
          <a:p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ใช้คริสตัล 12 MHz และวงจรรีเซ็ต</a:t>
            </a:r>
          </a:p>
        </p:txBody>
      </p:sp>
      <p:sp>
        <p:nvSpPr>
          <p:cNvPr id="154" name="shape-144">
            <a:extLst>
              <a:ext uri="{FF2B5EF4-FFF2-40B4-BE49-F238E27FC236}">
                <a16:creationId xmlns:a16="http://schemas.microsoft.com/office/drawing/2014/main" id="{E0567EF6-0571-4C36-AF2B-3F0072BA3A27}"/>
              </a:ext>
            </a:extLst>
          </p:cNvPr>
          <p:cNvSpPr>
            <a:spLocks noGrp="1"/>
          </p:cNvSpPr>
          <p:nvPr/>
        </p:nvSpPr>
        <p:spPr>
          <a:xfrm>
            <a:off x="990600" y="9239250"/>
            <a:ext cx="14001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ภาพแสดงวงจรหลัก ขา P2 และ IN1, IN2, RUN_N ใช้ R ดึงขึ้น 10 kΩ ไปยัง 5 V</a:t>
            </a:r>
          </a:p>
        </p:txBody>
      </p:sp>
    </p:spTree>
    <p:extLst>
      <p:ext uri="{BB962C8B-B14F-4D97-AF65-F5344CB8AC3E}">
        <p14:creationId xmlns:p14="http://schemas.microsoft.com/office/powerpoint/2010/main" val="690686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-28">
            <a:extLst>
              <a:ext uri="{FF2B5EF4-FFF2-40B4-BE49-F238E27FC236}">
                <a16:creationId xmlns:a16="http://schemas.microsoft.com/office/drawing/2014/main" id="{9C518C6A-DC62-4F2D-B911-1A7066E0B01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แรงดันไฟฟ้าและระดับสัญญาณ</a:t>
            </a:r>
          </a:p>
        </p:txBody>
      </p:sp>
      <p:sp>
        <p:nvSpPr>
          <p:cNvPr id="2" name="shape-29">
            <a:extLst>
              <a:ext uri="{FF2B5EF4-FFF2-40B4-BE49-F238E27FC236}">
                <a16:creationId xmlns:a16="http://schemas.microsoft.com/office/drawing/2014/main" id="{10ACD0B1-9D74-4552-8A4F-48C72CD4A493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แรงดันที่กำหนดสำหรับชุดสาธิต แยกไฟลอจิก 5 V ออกจากไฟมอเตอร์และเซนเซอร์ 12 V</a:t>
            </a:r>
          </a:p>
        </p:txBody>
      </p:sp>
      <p:sp>
        <p:nvSpPr>
          <p:cNvPr id="3" name="shape-30">
            <a:extLst>
              <a:ext uri="{FF2B5EF4-FFF2-40B4-BE49-F238E27FC236}">
                <a16:creationId xmlns:a16="http://schemas.microsoft.com/office/drawing/2014/main" id="{88FE44E9-DE61-42A4-AD30-7BE94A63A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1">
            <a:extLst>
              <a:ext uri="{FF2B5EF4-FFF2-40B4-BE49-F238E27FC236}">
                <a16:creationId xmlns:a16="http://schemas.microsoft.com/office/drawing/2014/main" id="{C89211A7-AF5B-45AE-A81F-E7629C46304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shape-32">
            <a:extLst>
              <a:ext uri="{FF2B5EF4-FFF2-40B4-BE49-F238E27FC236}">
                <a16:creationId xmlns:a16="http://schemas.microsoft.com/office/drawing/2014/main" id="{97446D04-9215-45D3-8ECE-4C4FDD93A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3">
            <a:extLst>
              <a:ext uri="{FF2B5EF4-FFF2-40B4-BE49-F238E27FC236}">
                <a16:creationId xmlns:a16="http://schemas.microsoft.com/office/drawing/2014/main" id="{BC3F1DFE-B601-41AE-B308-989D2A34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4">
            <a:extLst>
              <a:ext uri="{FF2B5EF4-FFF2-40B4-BE49-F238E27FC236}">
                <a16:creationId xmlns:a16="http://schemas.microsoft.com/office/drawing/2014/main" id="{E0EA24C9-AC6F-4F41-BD9C-ABE98ABE0CDD}"/>
              </a:ext>
            </a:extLst>
          </p:cNvPr>
          <p:cNvSpPr>
            <a:spLocks noGrp="1"/>
          </p:cNvSpPr>
          <p:nvPr/>
        </p:nvSpPr>
        <p:spPr>
          <a:xfrm>
            <a:off x="12954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5 V</a:t>
            </a:r>
          </a:p>
        </p:txBody>
      </p:sp>
      <p:sp>
        <p:nvSpPr>
          <p:cNvPr id="8" name="shape-35">
            <a:extLst>
              <a:ext uri="{FF2B5EF4-FFF2-40B4-BE49-F238E27FC236}">
                <a16:creationId xmlns:a16="http://schemas.microsoft.com/office/drawing/2014/main" id="{37E301EA-53E4-4F74-80EF-670E9D740F13}"/>
              </a:ext>
            </a:extLst>
          </p:cNvPr>
          <p:cNvSpPr>
            <a:spLocks noGrp="1"/>
          </p:cNvSpPr>
          <p:nvPr/>
        </p:nvSpPr>
        <p:spPr>
          <a:xfrm>
            <a:off x="12954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วงจรลอจิกและการควบคุม</a:t>
            </a:r>
          </a:p>
        </p:txBody>
      </p:sp>
      <p:sp>
        <p:nvSpPr>
          <p:cNvPr id="9" name="shape-36">
            <a:extLst>
              <a:ext uri="{FF2B5EF4-FFF2-40B4-BE49-F238E27FC236}">
                <a16:creationId xmlns:a16="http://schemas.microsoft.com/office/drawing/2014/main" id="{55D6DFCE-102A-4151-A68D-9216ED844DB2}"/>
              </a:ext>
            </a:extLst>
          </p:cNvPr>
          <p:cNvSpPr>
            <a:spLocks noGrp="1"/>
          </p:cNvSpPr>
          <p:nvPr/>
        </p:nvSpPr>
        <p:spPr>
          <a:xfrm>
            <a:off x="99822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12 V</a:t>
            </a:r>
          </a:p>
        </p:txBody>
      </p:sp>
      <p:sp>
        <p:nvSpPr>
          <p:cNvPr id="10" name="shape-37">
            <a:extLst>
              <a:ext uri="{FF2B5EF4-FFF2-40B4-BE49-F238E27FC236}">
                <a16:creationId xmlns:a16="http://schemas.microsoft.com/office/drawing/2014/main" id="{CBE8194B-B625-4827-9A57-6C17364922F4}"/>
              </a:ext>
            </a:extLst>
          </p:cNvPr>
          <p:cNvSpPr>
            <a:spLocks noGrp="1"/>
          </p:cNvSpPr>
          <p:nvPr/>
        </p:nvSpPr>
        <p:spPr>
          <a:xfrm>
            <a:off x="99822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ภาคมอเตอร์และเซนเซอร์</a:t>
            </a:r>
          </a:p>
        </p:txBody>
      </p:sp>
      <p:pic>
        <p:nvPicPr>
          <p:cNvPr id="46" name="รูปภาพ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6550" y="4238625"/>
            <a:ext cx="387350" cy="581025"/>
          </a:xfrm>
          <a:prstGeom prst="rect">
            <a:avLst/>
          </a:prstGeom>
        </p:spPr>
      </p:pic>
      <p:sp>
        <p:nvSpPr>
          <p:cNvPr id="12" name="shape-38">
            <a:extLst>
              <a:ext uri="{FF2B5EF4-FFF2-40B4-BE49-F238E27FC236}">
                <a16:creationId xmlns:a16="http://schemas.microsoft.com/office/drawing/2014/main" id="{F3B0614E-7DB6-4B5B-A9C1-A068D94B573E}"/>
              </a:ext>
            </a:extLst>
          </p:cNvPr>
          <p:cNvSpPr>
            <a:spLocks noGrp="1"/>
          </p:cNvSpPr>
          <p:nvPr/>
        </p:nvSpPr>
        <p:spPr>
          <a:xfrm>
            <a:off x="2552700" y="42957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8051 และ SN74HCT14</a:t>
            </a:r>
          </a:p>
        </p:txBody>
      </p:sp>
      <p:pic>
        <p:nvPicPr>
          <p:cNvPr id="48" name="รูปภาพ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6550" y="4895850"/>
            <a:ext cx="387350" cy="581025"/>
          </a:xfrm>
          <a:prstGeom prst="rect">
            <a:avLst/>
          </a:prstGeom>
        </p:spPr>
      </p:pic>
      <p:sp>
        <p:nvSpPr>
          <p:cNvPr id="14" name="shape-39">
            <a:extLst>
              <a:ext uri="{FF2B5EF4-FFF2-40B4-BE49-F238E27FC236}">
                <a16:creationId xmlns:a16="http://schemas.microsoft.com/office/drawing/2014/main" id="{91C0FC91-0670-4333-AB85-D5A1AF17EBA7}"/>
              </a:ext>
            </a:extLst>
          </p:cNvPr>
          <p:cNvSpPr>
            <a:spLocks noGrp="1"/>
          </p:cNvSpPr>
          <p:nvPr/>
        </p:nvSpPr>
        <p:spPr>
          <a:xfrm>
            <a:off x="2552700" y="495300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VCC1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37214" y="5553075"/>
            <a:ext cx="726022" cy="581025"/>
          </a:xfrm>
          <a:prstGeom prst="rect">
            <a:avLst/>
          </a:prstGeom>
        </p:spPr>
      </p:pic>
      <p:sp>
        <p:nvSpPr>
          <p:cNvPr id="16" name="shape-40">
            <a:extLst>
              <a:ext uri="{FF2B5EF4-FFF2-40B4-BE49-F238E27FC236}">
                <a16:creationId xmlns:a16="http://schemas.microsoft.com/office/drawing/2014/main" id="{1E855C39-B413-4D49-BC8B-EEA56814BD58}"/>
              </a:ext>
            </a:extLst>
          </p:cNvPr>
          <p:cNvSpPr>
            <a:spLocks noGrp="1"/>
          </p:cNvSpPr>
          <p:nvPr/>
        </p:nvSpPr>
        <p:spPr>
          <a:xfrm>
            <a:off x="2552700" y="56102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เอาต์พุต Optocoupler และอินพุต P2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84020" y="6210300"/>
            <a:ext cx="232410" cy="581025"/>
          </a:xfrm>
          <a:prstGeom prst="rect">
            <a:avLst/>
          </a:prstGeom>
        </p:spPr>
      </p:pic>
      <p:sp>
        <p:nvSpPr>
          <p:cNvPr id="18" name="shape-41">
            <a:extLst>
              <a:ext uri="{FF2B5EF4-FFF2-40B4-BE49-F238E27FC236}">
                <a16:creationId xmlns:a16="http://schemas.microsoft.com/office/drawing/2014/main" id="{4D096257-E875-4A59-AE7A-A2EDE793DFFA}"/>
              </a:ext>
            </a:extLst>
          </p:cNvPr>
          <p:cNvSpPr>
            <a:spLocks noGrp="1"/>
          </p:cNvSpPr>
          <p:nvPr/>
        </p:nvSpPr>
        <p:spPr>
          <a:xfrm>
            <a:off x="2552700" y="626745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LED และวงจรขับ Buzzer</a:t>
            </a:r>
          </a:p>
        </p:txBody>
      </p:sp>
      <p:pic>
        <p:nvPicPr>
          <p:cNvPr id="54" name="รูปภาพ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48900" y="4238625"/>
            <a:ext cx="457200" cy="685800"/>
          </a:xfrm>
          <a:prstGeom prst="rect">
            <a:avLst/>
          </a:prstGeom>
        </p:spPr>
      </p:pic>
      <p:sp>
        <p:nvSpPr>
          <p:cNvPr id="20" name="shape-42">
            <a:extLst>
              <a:ext uri="{FF2B5EF4-FFF2-40B4-BE49-F238E27FC236}">
                <a16:creationId xmlns:a16="http://schemas.microsoft.com/office/drawing/2014/main" id="{7FEA2897-1CAB-4EEA-A939-5016369F047A}"/>
              </a:ext>
            </a:extLst>
          </p:cNvPr>
          <p:cNvSpPr>
            <a:spLocks noGrp="1"/>
          </p:cNvSpPr>
          <p:nvPr/>
        </p:nvSpPr>
        <p:spPr>
          <a:xfrm>
            <a:off x="11258550" y="43529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VCC2</a:t>
            </a:r>
          </a:p>
        </p:txBody>
      </p:sp>
      <p:pic>
        <p:nvPicPr>
          <p:cNvPr id="56" name="รูปภาพ 5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057448" y="5019675"/>
            <a:ext cx="840105" cy="685800"/>
          </a:xfrm>
          <a:prstGeom prst="rect">
            <a:avLst/>
          </a:prstGeom>
        </p:spPr>
      </p:pic>
      <p:sp>
        <p:nvSpPr>
          <p:cNvPr id="22" name="shape-43">
            <a:extLst>
              <a:ext uri="{FF2B5EF4-FFF2-40B4-BE49-F238E27FC236}">
                <a16:creationId xmlns:a16="http://schemas.microsoft.com/office/drawing/2014/main" id="{714A74BF-1904-49F3-BD1C-E6308333079D}"/>
              </a:ext>
            </a:extLst>
          </p:cNvPr>
          <p:cNvSpPr>
            <a:spLocks noGrp="1"/>
          </p:cNvSpPr>
          <p:nvPr/>
        </p:nvSpPr>
        <p:spPr>
          <a:xfrm>
            <a:off x="11258550" y="51339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มอเตอร์ผ่านไดรเวอร์และตัวต้านทาน</a:t>
            </a:r>
          </a:p>
        </p:txBody>
      </p:sp>
      <p:pic>
        <p:nvPicPr>
          <p:cNvPr id="58" name="รูปภาพ 5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066020" y="5800725"/>
            <a:ext cx="822960" cy="685800"/>
          </a:xfrm>
          <a:prstGeom prst="rect">
            <a:avLst/>
          </a:prstGeom>
        </p:spPr>
      </p:pic>
      <p:sp>
        <p:nvSpPr>
          <p:cNvPr id="24" name="shape-44">
            <a:extLst>
              <a:ext uri="{FF2B5EF4-FFF2-40B4-BE49-F238E27FC236}">
                <a16:creationId xmlns:a16="http://schemas.microsoft.com/office/drawing/2014/main" id="{1FA67548-A032-4243-BE05-9BBAC019DB00}"/>
              </a:ext>
            </a:extLst>
          </p:cNvPr>
          <p:cNvSpPr>
            <a:spLocks noGrp="1"/>
          </p:cNvSpPr>
          <p:nvPr/>
        </p:nvSpPr>
        <p:spPr>
          <a:xfrm>
            <a:off x="11258550" y="59150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เซนเซอร์ E3Z-T61 จำนวนสองคู่</a:t>
            </a:r>
          </a:p>
        </p:txBody>
      </p:sp>
      <p:sp>
        <p:nvSpPr>
          <p:cNvPr id="25" name="shape-45">
            <a:extLst>
              <a:ext uri="{FF2B5EF4-FFF2-40B4-BE49-F238E27FC236}">
                <a16:creationId xmlns:a16="http://schemas.microsoft.com/office/drawing/2014/main" id="{FC599B51-CB12-4D97-972C-EEC57EEA6A2D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5619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แหล่งจ่ายมอเตอร์จำกัดกระแส 0.50 A</a:t>
            </a:r>
          </a:p>
        </p:txBody>
      </p:sp>
      <p:sp>
        <p:nvSpPr>
          <p:cNvPr id="26" name="shape-46">
            <a:extLst>
              <a:ext uri="{FF2B5EF4-FFF2-40B4-BE49-F238E27FC236}">
                <a16:creationId xmlns:a16="http://schemas.microsoft.com/office/drawing/2014/main" id="{B58F33A2-2CD8-4C7A-B010-E591916D1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7">
            <a:extLst>
              <a:ext uri="{FF2B5EF4-FFF2-40B4-BE49-F238E27FC236}">
                <a16:creationId xmlns:a16="http://schemas.microsoft.com/office/drawing/2014/main" id="{35DE2F95-276F-4328-8918-5B9AC5647C7D}"/>
              </a:ext>
            </a:extLst>
          </p:cNvPr>
          <p:cNvSpPr>
            <a:spLocks noGrp="1"/>
          </p:cNvSpPr>
          <p:nvPr/>
        </p:nvSpPr>
        <p:spPr>
          <a:xfrm>
            <a:off x="160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RX 12 V</a:t>
            </a:r>
          </a:p>
        </p:txBody>
      </p:sp>
      <p:sp>
        <p:nvSpPr>
          <p:cNvPr id="28" name="shape-48">
            <a:extLst>
              <a:ext uri="{FF2B5EF4-FFF2-40B4-BE49-F238E27FC236}">
                <a16:creationId xmlns:a16="http://schemas.microsoft.com/office/drawing/2014/main" id="{E31E09B9-ECD1-4231-A577-92E1842E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9">
            <a:extLst>
              <a:ext uri="{FF2B5EF4-FFF2-40B4-BE49-F238E27FC236}">
                <a16:creationId xmlns:a16="http://schemas.microsoft.com/office/drawing/2014/main" id="{CFD217E9-129B-46BF-9B1F-27CCAF91998F}"/>
              </a:ext>
            </a:extLst>
          </p:cNvPr>
          <p:cNvSpPr>
            <a:spLocks noGrp="1"/>
          </p:cNvSpPr>
          <p:nvPr/>
        </p:nvSpPr>
        <p:spPr>
          <a:xfrm>
            <a:off x="7315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VO617A</a:t>
            </a:r>
          </a:p>
        </p:txBody>
      </p:sp>
      <p:sp>
        <p:nvSpPr>
          <p:cNvPr id="30" name="shape-50">
            <a:extLst>
              <a:ext uri="{FF2B5EF4-FFF2-40B4-BE49-F238E27FC236}">
                <a16:creationId xmlns:a16="http://schemas.microsoft.com/office/drawing/2014/main" id="{A44A4869-7199-4028-9D5A-300B2DA9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95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">
            <a:extLst>
              <a:ext uri="{FF2B5EF4-FFF2-40B4-BE49-F238E27FC236}">
                <a16:creationId xmlns:a16="http://schemas.microsoft.com/office/drawing/2014/main" id="{611525AF-4FD1-423C-9816-83802898A547}"/>
              </a:ext>
            </a:extLst>
          </p:cNvPr>
          <p:cNvSpPr>
            <a:spLocks noGrp="1"/>
          </p:cNvSpPr>
          <p:nvPr/>
        </p:nvSpPr>
        <p:spPr>
          <a:xfrm>
            <a:off x="1303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P2  ระดับ 0–5 V</a:t>
            </a:r>
          </a:p>
        </p:txBody>
      </p:sp>
      <p:sp>
        <p:nvSpPr>
          <p:cNvPr id="32" name="orthogonal-52">
            <a:extLst>
              <a:ext uri="{FF2B5EF4-FFF2-40B4-BE49-F238E27FC236}">
                <a16:creationId xmlns:a16="http://schemas.microsoft.com/office/drawing/2014/main" id="{78616DA1-86F7-4907-959F-A4DA81FDF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orthogonal-53">
            <a:extLst>
              <a:ext uri="{FF2B5EF4-FFF2-40B4-BE49-F238E27FC236}">
                <a16:creationId xmlns:a16="http://schemas.microsoft.com/office/drawing/2014/main" id="{378ED524-F585-47BE-ABBE-944368F2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49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54">
            <a:extLst>
              <a:ext uri="{FF2B5EF4-FFF2-40B4-BE49-F238E27FC236}">
                <a16:creationId xmlns:a16="http://schemas.microsoft.com/office/drawing/2014/main" id="{ADF63E30-1041-46F0-9E72-96E6F4518386}"/>
              </a:ext>
            </a:extLst>
          </p:cNvPr>
          <p:cNvSpPr>
            <a:spLocks noGrp="1"/>
          </p:cNvSpPr>
          <p:nvPr/>
        </p:nvSpPr>
        <p:spPr>
          <a:xfrm>
            <a:off x="990600" y="8639175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อินเวอร์เตอร์ SN74HCT14 กลับเฟสสัญญาณ RUN_N ที่ 5 V เท่านั้น</a:t>
            </a:r>
          </a:p>
        </p:txBody>
      </p:sp>
      <p:sp>
        <p:nvSpPr>
          <p:cNvPr id="35" name="shape-55">
            <a:extLst>
              <a:ext uri="{FF2B5EF4-FFF2-40B4-BE49-F238E27FC236}">
                <a16:creationId xmlns:a16="http://schemas.microsoft.com/office/drawing/2014/main" id="{02B2E7AE-A728-4C6F-BA9E-C7BA622DA51A}"/>
              </a:ext>
            </a:extLst>
          </p:cNvPr>
          <p:cNvSpPr>
            <a:spLocks noGrp="1"/>
          </p:cNvSpPr>
          <p:nvPr/>
        </p:nvSpPr>
        <p:spPr>
          <a:xfrm>
            <a:off x="990600" y="8991600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Optocoupler แยกทางสัญญาณเซนเซอร์ ส่วนลอจิกและภาคขับมอเตอร์ใช้กราวด์ร่วมตามแบบ</a:t>
            </a:r>
          </a:p>
        </p:txBody>
      </p:sp>
    </p:spTree>
    <p:extLst>
      <p:ext uri="{BB962C8B-B14F-4D97-AF65-F5344CB8AC3E}">
        <p14:creationId xmlns:p14="http://schemas.microsoft.com/office/powerpoint/2010/main" val="192134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-192">
            <a:extLst>
              <a:ext uri="{FF2B5EF4-FFF2-40B4-BE49-F238E27FC236}">
                <a16:creationId xmlns:a16="http://schemas.microsoft.com/office/drawing/2014/main" id="{22B01B66-DD0E-498C-B5D3-CB47E0402E1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ช่วงเวลาที่ใช้ควบคุมประตู</a:t>
            </a:r>
          </a:p>
        </p:txBody>
      </p:sp>
      <p:sp>
        <p:nvSpPr>
          <p:cNvPr id="2" name="shape-193">
            <a:extLst>
              <a:ext uri="{FF2B5EF4-FFF2-40B4-BE49-F238E27FC236}">
                <a16:creationId xmlns:a16="http://schemas.microsoft.com/office/drawing/2014/main" id="{021D67F1-401B-47D6-9D8E-DE49D50FEEA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กรองการกดปุ่ม พักก่อนกลับทิศ รอทางผ่านว่าง และจำกัดเวลาที่มอเตอร์ทำงาน</a:t>
            </a:r>
          </a:p>
        </p:txBody>
      </p:sp>
      <p:sp>
        <p:nvSpPr>
          <p:cNvPr id="3" name="shape-194">
            <a:extLst>
              <a:ext uri="{FF2B5EF4-FFF2-40B4-BE49-F238E27FC236}">
                <a16:creationId xmlns:a16="http://schemas.microsoft.com/office/drawing/2014/main" id="{135C1783-1327-45E6-8A73-B6D534C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95">
            <a:extLst>
              <a:ext uri="{FF2B5EF4-FFF2-40B4-BE49-F238E27FC236}">
                <a16:creationId xmlns:a16="http://schemas.microsoft.com/office/drawing/2014/main" id="{CF7BDB3A-2EE1-4FF8-A10F-407A3BBCCEE0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shape-196">
            <a:extLst>
              <a:ext uri="{FF2B5EF4-FFF2-40B4-BE49-F238E27FC236}">
                <a16:creationId xmlns:a16="http://schemas.microsoft.com/office/drawing/2014/main" id="{F419B166-BED3-4BD1-9199-4BDF30D618DC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กรองปุ่มกด</a:t>
            </a:r>
          </a:p>
        </p:txBody>
      </p:sp>
      <p:sp>
        <p:nvSpPr>
          <p:cNvPr id="6" name="shape-197">
            <a:extLst>
              <a:ext uri="{FF2B5EF4-FFF2-40B4-BE49-F238E27FC236}">
                <a16:creationId xmlns:a16="http://schemas.microsoft.com/office/drawing/2014/main" id="{75E1CF80-6FF2-4EFA-A49C-8506395A8F2D}"/>
              </a:ext>
            </a:extLst>
          </p:cNvPr>
          <p:cNvSpPr>
            <a:spLocks noGrp="1"/>
          </p:cNvSpPr>
          <p:nvPr/>
        </p:nvSpPr>
        <p:spPr>
          <a:xfrm>
            <a:off x="990600" y="324802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ยืนยันการกดก่อนสั่งเปิด</a:t>
            </a:r>
          </a:p>
        </p:txBody>
      </p:sp>
      <p:sp>
        <p:nvSpPr>
          <p:cNvPr id="7" name="shape-198">
            <a:extLst>
              <a:ext uri="{FF2B5EF4-FFF2-40B4-BE49-F238E27FC236}">
                <a16:creationId xmlns:a16="http://schemas.microsoft.com/office/drawing/2014/main" id="{E8421BA2-73A3-414A-9BBB-8238CD22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4805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99">
            <a:extLst>
              <a:ext uri="{FF2B5EF4-FFF2-40B4-BE49-F238E27FC236}">
                <a16:creationId xmlns:a16="http://schemas.microsoft.com/office/drawing/2014/main" id="{46BB4FEE-A185-492D-8325-AF11D4827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00">
            <a:extLst>
              <a:ext uri="{FF2B5EF4-FFF2-40B4-BE49-F238E27FC236}">
                <a16:creationId xmlns:a16="http://schemas.microsoft.com/office/drawing/2014/main" id="{0BDD9415-1823-4618-A7F0-F17FA91C24B8}"/>
              </a:ext>
            </a:extLst>
          </p:cNvPr>
          <p:cNvSpPr>
            <a:spLocks noGrp="1"/>
          </p:cNvSpPr>
          <p:nvPr/>
        </p:nvSpPr>
        <p:spPr>
          <a:xfrm>
            <a:off x="4905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10" name="shape-201">
            <a:extLst>
              <a:ext uri="{FF2B5EF4-FFF2-40B4-BE49-F238E27FC236}">
                <a16:creationId xmlns:a16="http://schemas.microsoft.com/office/drawing/2014/main" id="{BA6B83D6-DEF3-4EDC-AE2D-FA2BAC63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202">
            <a:extLst>
              <a:ext uri="{FF2B5EF4-FFF2-40B4-BE49-F238E27FC236}">
                <a16:creationId xmlns:a16="http://schemas.microsoft.com/office/drawing/2014/main" id="{31EAF706-7DC1-43E0-B7A7-849BAF8B7C4A}"/>
              </a:ext>
            </a:extLst>
          </p:cNvPr>
          <p:cNvSpPr>
            <a:spLocks noGrp="1"/>
          </p:cNvSpPr>
          <p:nvPr/>
        </p:nvSpPr>
        <p:spPr>
          <a:xfrm>
            <a:off x="8461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 ms</a:t>
            </a:r>
          </a:p>
        </p:txBody>
      </p:sp>
      <p:sp>
        <p:nvSpPr>
          <p:cNvPr id="12" name="shape-203">
            <a:extLst>
              <a:ext uri="{FF2B5EF4-FFF2-40B4-BE49-F238E27FC236}">
                <a16:creationId xmlns:a16="http://schemas.microsoft.com/office/drawing/2014/main" id="{50CAE73D-B421-413D-9143-829E97A8F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04">
            <a:extLst>
              <a:ext uri="{FF2B5EF4-FFF2-40B4-BE49-F238E27FC236}">
                <a16:creationId xmlns:a16="http://schemas.microsoft.com/office/drawing/2014/main" id="{7E6A052E-4DED-4757-BBAB-B04EFF68655E}"/>
              </a:ext>
            </a:extLst>
          </p:cNvPr>
          <p:cNvSpPr>
            <a:spLocks noGrp="1"/>
          </p:cNvSpPr>
          <p:nvPr/>
        </p:nvSpPr>
        <p:spPr>
          <a:xfrm>
            <a:off x="12017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4" name="shape-205">
            <a:extLst>
              <a:ext uri="{FF2B5EF4-FFF2-40B4-BE49-F238E27FC236}">
                <a16:creationId xmlns:a16="http://schemas.microsoft.com/office/drawing/2014/main" id="{C4993C92-EA85-4560-AF4D-3A0A53B4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206">
            <a:extLst>
              <a:ext uri="{FF2B5EF4-FFF2-40B4-BE49-F238E27FC236}">
                <a16:creationId xmlns:a16="http://schemas.microsoft.com/office/drawing/2014/main" id="{5A82F3BC-0360-4E3C-B883-676E982FD8E1}"/>
              </a:ext>
            </a:extLst>
          </p:cNvPr>
          <p:cNvSpPr>
            <a:spLocks noGrp="1"/>
          </p:cNvSpPr>
          <p:nvPr/>
        </p:nvSpPr>
        <p:spPr>
          <a:xfrm>
            <a:off x="15573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 ms</a:t>
            </a:r>
          </a:p>
        </p:txBody>
      </p:sp>
      <p:sp>
        <p:nvSpPr>
          <p:cNvPr id="16" name="orthogonal-207">
            <a:extLst>
              <a:ext uri="{FF2B5EF4-FFF2-40B4-BE49-F238E27FC236}">
                <a16:creationId xmlns:a16="http://schemas.microsoft.com/office/drawing/2014/main" id="{D07BE006-4A6C-4B8D-818E-B03561938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293370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08">
            <a:extLst>
              <a:ext uri="{FF2B5EF4-FFF2-40B4-BE49-F238E27FC236}">
                <a16:creationId xmlns:a16="http://schemas.microsoft.com/office/drawing/2014/main" id="{E5DC9C20-DC8F-465B-AF23-BF472231C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09">
            <a:extLst>
              <a:ext uri="{FF2B5EF4-FFF2-40B4-BE49-F238E27FC236}">
                <a16:creationId xmlns:a16="http://schemas.microsoft.com/office/drawing/2014/main" id="{7C134878-ACDB-45FC-A00C-6FF380848BA6}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2563E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9" name="shape-210">
            <a:extLst>
              <a:ext uri="{FF2B5EF4-FFF2-40B4-BE49-F238E27FC236}">
                <a16:creationId xmlns:a16="http://schemas.microsoft.com/office/drawing/2014/main" id="{2F2B3C92-3E0E-4825-82F6-73B3B7F83B39}"/>
              </a:ext>
            </a:extLst>
          </p:cNvPr>
          <p:cNvSpPr>
            <a:spLocks noGrp="1"/>
          </p:cNvSpPr>
          <p:nvPr/>
        </p:nvSpPr>
        <p:spPr>
          <a:xfrm>
            <a:off x="990600" y="42195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พักก่อนเปิดกลับ</a:t>
            </a:r>
          </a:p>
        </p:txBody>
      </p:sp>
      <p:sp>
        <p:nvSpPr>
          <p:cNvPr id="20" name="shape-211">
            <a:extLst>
              <a:ext uri="{FF2B5EF4-FFF2-40B4-BE49-F238E27FC236}">
                <a16:creationId xmlns:a16="http://schemas.microsoft.com/office/drawing/2014/main" id="{24D30772-45A5-43B3-A505-02A3C23BFA40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ตัดแรงขับให้มอเตอร์ลดความเร็ว</a:t>
            </a:r>
          </a:p>
        </p:txBody>
      </p:sp>
      <p:sp>
        <p:nvSpPr>
          <p:cNvPr id="21" name="shape-212">
            <a:extLst>
              <a:ext uri="{FF2B5EF4-FFF2-40B4-BE49-F238E27FC236}">
                <a16:creationId xmlns:a16="http://schemas.microsoft.com/office/drawing/2014/main" id="{32453E3E-1C3A-43DD-9208-C8C2749C3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90537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13">
            <a:extLst>
              <a:ext uri="{FF2B5EF4-FFF2-40B4-BE49-F238E27FC236}">
                <a16:creationId xmlns:a16="http://schemas.microsoft.com/office/drawing/2014/main" id="{50668605-E8B7-4372-A093-320C1C714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14">
            <a:extLst>
              <a:ext uri="{FF2B5EF4-FFF2-40B4-BE49-F238E27FC236}">
                <a16:creationId xmlns:a16="http://schemas.microsoft.com/office/drawing/2014/main" id="{885DE78C-CEE1-4E49-A070-5B1311F16589}"/>
              </a:ext>
            </a:extLst>
          </p:cNvPr>
          <p:cNvSpPr>
            <a:spLocks noGrp="1"/>
          </p:cNvSpPr>
          <p:nvPr/>
        </p:nvSpPr>
        <p:spPr>
          <a:xfrm>
            <a:off x="4905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24" name="shape-215">
            <a:extLst>
              <a:ext uri="{FF2B5EF4-FFF2-40B4-BE49-F238E27FC236}">
                <a16:creationId xmlns:a16="http://schemas.microsoft.com/office/drawing/2014/main" id="{A499D3AB-0509-44D8-AE62-66C5C7B9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16">
            <a:extLst>
              <a:ext uri="{FF2B5EF4-FFF2-40B4-BE49-F238E27FC236}">
                <a16:creationId xmlns:a16="http://schemas.microsoft.com/office/drawing/2014/main" id="{B1748EF0-82B9-433B-B53D-57449EF651F8}"/>
              </a:ext>
            </a:extLst>
          </p:cNvPr>
          <p:cNvSpPr>
            <a:spLocks noGrp="1"/>
          </p:cNvSpPr>
          <p:nvPr/>
        </p:nvSpPr>
        <p:spPr>
          <a:xfrm>
            <a:off x="8461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100 ms</a:t>
            </a:r>
          </a:p>
        </p:txBody>
      </p:sp>
      <p:sp>
        <p:nvSpPr>
          <p:cNvPr id="26" name="shape-217">
            <a:extLst>
              <a:ext uri="{FF2B5EF4-FFF2-40B4-BE49-F238E27FC236}">
                <a16:creationId xmlns:a16="http://schemas.microsoft.com/office/drawing/2014/main" id="{5F85F658-2756-49F5-8872-4FF232014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218">
            <a:extLst>
              <a:ext uri="{FF2B5EF4-FFF2-40B4-BE49-F238E27FC236}">
                <a16:creationId xmlns:a16="http://schemas.microsoft.com/office/drawing/2014/main" id="{A67A418C-4E7D-4FCE-8C31-80A0AA79EC04}"/>
              </a:ext>
            </a:extLst>
          </p:cNvPr>
          <p:cNvSpPr>
            <a:spLocks noGrp="1"/>
          </p:cNvSpPr>
          <p:nvPr/>
        </p:nvSpPr>
        <p:spPr>
          <a:xfrm>
            <a:off x="12017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28" name="shape-219">
            <a:extLst>
              <a:ext uri="{FF2B5EF4-FFF2-40B4-BE49-F238E27FC236}">
                <a16:creationId xmlns:a16="http://schemas.microsoft.com/office/drawing/2014/main" id="{0146EBBB-CC24-42E3-AC66-90A5E8A78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20">
            <a:extLst>
              <a:ext uri="{FF2B5EF4-FFF2-40B4-BE49-F238E27FC236}">
                <a16:creationId xmlns:a16="http://schemas.microsoft.com/office/drawing/2014/main" id="{D04C965A-ACEC-453D-9A99-3E23A1B9216C}"/>
              </a:ext>
            </a:extLst>
          </p:cNvPr>
          <p:cNvSpPr>
            <a:spLocks noGrp="1"/>
          </p:cNvSpPr>
          <p:nvPr/>
        </p:nvSpPr>
        <p:spPr>
          <a:xfrm>
            <a:off x="15573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300 ms</a:t>
            </a:r>
          </a:p>
        </p:txBody>
      </p:sp>
      <p:sp>
        <p:nvSpPr>
          <p:cNvPr id="30" name="orthogonal-221">
            <a:extLst>
              <a:ext uri="{FF2B5EF4-FFF2-40B4-BE49-F238E27FC236}">
                <a16:creationId xmlns:a16="http://schemas.microsoft.com/office/drawing/2014/main" id="{02387FCF-5841-4E06-AC18-62DD4573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39102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222">
            <a:extLst>
              <a:ext uri="{FF2B5EF4-FFF2-40B4-BE49-F238E27FC236}">
                <a16:creationId xmlns:a16="http://schemas.microsoft.com/office/drawing/2014/main" id="{5DB6B838-8C18-453D-A7A7-94E43CBBA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223">
            <a:extLst>
              <a:ext uri="{FF2B5EF4-FFF2-40B4-BE49-F238E27FC236}">
                <a16:creationId xmlns:a16="http://schemas.microsoft.com/office/drawing/2014/main" id="{349965E4-9ABB-404C-A62A-D3E9AFF7FFA7}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33" name="shape-224">
            <a:extLst>
              <a:ext uri="{FF2B5EF4-FFF2-40B4-BE49-F238E27FC236}">
                <a16:creationId xmlns:a16="http://schemas.microsoft.com/office/drawing/2014/main" id="{B3F7A4ED-FAF8-43FF-BC14-76BACAC61516}"/>
              </a:ext>
            </a:extLst>
          </p:cNvPr>
          <p:cNvSpPr>
            <a:spLocks noGrp="1"/>
          </p:cNvSpPr>
          <p:nvPr/>
        </p:nvSpPr>
        <p:spPr>
          <a:xfrm>
            <a:off x="990600" y="56769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เปิดค้าง</a:t>
            </a:r>
          </a:p>
        </p:txBody>
      </p:sp>
      <p:sp>
        <p:nvSpPr>
          <p:cNvPr id="34" name="shape-225">
            <a:extLst>
              <a:ext uri="{FF2B5EF4-FFF2-40B4-BE49-F238E27FC236}">
                <a16:creationId xmlns:a16="http://schemas.microsoft.com/office/drawing/2014/main" id="{CB54E73E-6851-473D-8ADB-15727EE8E9F4}"/>
              </a:ext>
            </a:extLst>
          </p:cNvPr>
          <p:cNvSpPr>
            <a:spLocks noGrp="1"/>
          </p:cNvSpPr>
          <p:nvPr/>
        </p:nvSpPr>
        <p:spPr>
          <a:xfrm>
            <a:off x="990600" y="616267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ปล่อยปุ่มและลำแสงว่างต่อเนื่อง</a:t>
            </a:r>
          </a:p>
        </p:txBody>
      </p:sp>
      <p:sp>
        <p:nvSpPr>
          <p:cNvPr id="35" name="shape-226">
            <a:extLst>
              <a:ext uri="{FF2B5EF4-FFF2-40B4-BE49-F238E27FC236}">
                <a16:creationId xmlns:a16="http://schemas.microsoft.com/office/drawing/2014/main" id="{CE2B5C96-1FC1-4C52-AAE4-0EEB070D9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6270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227">
            <a:extLst>
              <a:ext uri="{FF2B5EF4-FFF2-40B4-BE49-F238E27FC236}">
                <a16:creationId xmlns:a16="http://schemas.microsoft.com/office/drawing/2014/main" id="{843C24E7-3BF2-4AFF-83A6-D309CAD9C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28">
            <a:extLst>
              <a:ext uri="{FF2B5EF4-FFF2-40B4-BE49-F238E27FC236}">
                <a16:creationId xmlns:a16="http://schemas.microsoft.com/office/drawing/2014/main" id="{A7ED0266-9C26-4437-88FA-9365CC4221D7}"/>
              </a:ext>
            </a:extLst>
          </p:cNvPr>
          <p:cNvSpPr>
            <a:spLocks noGrp="1"/>
          </p:cNvSpPr>
          <p:nvPr/>
        </p:nvSpPr>
        <p:spPr>
          <a:xfrm>
            <a:off x="4905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38" name="shape-229">
            <a:extLst>
              <a:ext uri="{FF2B5EF4-FFF2-40B4-BE49-F238E27FC236}">
                <a16:creationId xmlns:a16="http://schemas.microsoft.com/office/drawing/2014/main" id="{C5C57E76-4ACC-4469-9F75-1313B15BE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230">
            <a:extLst>
              <a:ext uri="{FF2B5EF4-FFF2-40B4-BE49-F238E27FC236}">
                <a16:creationId xmlns:a16="http://schemas.microsoft.com/office/drawing/2014/main" id="{2A94BD1B-B82E-4D68-BE99-562728FAAA26}"/>
              </a:ext>
            </a:extLst>
          </p:cNvPr>
          <p:cNvSpPr>
            <a:spLocks noGrp="1"/>
          </p:cNvSpPr>
          <p:nvPr/>
        </p:nvSpPr>
        <p:spPr>
          <a:xfrm>
            <a:off x="8461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1.5 s</a:t>
            </a:r>
          </a:p>
        </p:txBody>
      </p:sp>
      <p:sp>
        <p:nvSpPr>
          <p:cNvPr id="40" name="shape-231">
            <a:extLst>
              <a:ext uri="{FF2B5EF4-FFF2-40B4-BE49-F238E27FC236}">
                <a16:creationId xmlns:a16="http://schemas.microsoft.com/office/drawing/2014/main" id="{4ED0838A-6782-43B2-9D1B-6E58F01E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32">
            <a:extLst>
              <a:ext uri="{FF2B5EF4-FFF2-40B4-BE49-F238E27FC236}">
                <a16:creationId xmlns:a16="http://schemas.microsoft.com/office/drawing/2014/main" id="{7826F21B-9D19-40D1-BD14-CE72F6E95C82}"/>
              </a:ext>
            </a:extLst>
          </p:cNvPr>
          <p:cNvSpPr>
            <a:spLocks noGrp="1"/>
          </p:cNvSpPr>
          <p:nvPr/>
        </p:nvSpPr>
        <p:spPr>
          <a:xfrm>
            <a:off x="12017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2" name="shape-233">
            <a:extLst>
              <a:ext uri="{FF2B5EF4-FFF2-40B4-BE49-F238E27FC236}">
                <a16:creationId xmlns:a16="http://schemas.microsoft.com/office/drawing/2014/main" id="{5C7A2DEE-81C1-44C7-80BA-16D9FFFC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234">
            <a:extLst>
              <a:ext uri="{FF2B5EF4-FFF2-40B4-BE49-F238E27FC236}">
                <a16:creationId xmlns:a16="http://schemas.microsoft.com/office/drawing/2014/main" id="{DB70AA17-9A4A-49BA-B0A9-5E9402F4431B}"/>
              </a:ext>
            </a:extLst>
          </p:cNvPr>
          <p:cNvSpPr>
            <a:spLocks noGrp="1"/>
          </p:cNvSpPr>
          <p:nvPr/>
        </p:nvSpPr>
        <p:spPr>
          <a:xfrm>
            <a:off x="15573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4.5 s</a:t>
            </a:r>
          </a:p>
        </p:txBody>
      </p:sp>
      <p:sp>
        <p:nvSpPr>
          <p:cNvPr id="44" name="orthogonal-235">
            <a:extLst>
              <a:ext uri="{FF2B5EF4-FFF2-40B4-BE49-F238E27FC236}">
                <a16:creationId xmlns:a16="http://schemas.microsoft.com/office/drawing/2014/main" id="{1B94E0C9-20A1-42EA-8F6F-36D67EF49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584835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36">
            <a:extLst>
              <a:ext uri="{FF2B5EF4-FFF2-40B4-BE49-F238E27FC236}">
                <a16:creationId xmlns:a16="http://schemas.microsoft.com/office/drawing/2014/main" id="{45A6DA95-96B6-4369-B5EE-C594F99B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37">
            <a:extLst>
              <a:ext uri="{FF2B5EF4-FFF2-40B4-BE49-F238E27FC236}">
                <a16:creationId xmlns:a16="http://schemas.microsoft.com/office/drawing/2014/main" id="{4899DAE8-B7F1-47C0-951F-D44189DB915D}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7" name="shape-238">
            <a:extLst>
              <a:ext uri="{FF2B5EF4-FFF2-40B4-BE49-F238E27FC236}">
                <a16:creationId xmlns:a16="http://schemas.microsoft.com/office/drawing/2014/main" id="{FEB3FC32-A876-4A78-9F19-F939C47D1C73}"/>
              </a:ext>
            </a:extLst>
          </p:cNvPr>
          <p:cNvSpPr>
            <a:spLocks noGrp="1"/>
          </p:cNvSpPr>
          <p:nvPr/>
        </p:nvSpPr>
        <p:spPr>
          <a:xfrm>
            <a:off x="990600" y="713422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จำกัดเวลาการเดินทาง</a:t>
            </a:r>
          </a:p>
        </p:txBody>
      </p:sp>
      <p:sp>
        <p:nvSpPr>
          <p:cNvPr id="48" name="shape-239">
            <a:extLst>
              <a:ext uri="{FF2B5EF4-FFF2-40B4-BE49-F238E27FC236}">
                <a16:creationId xmlns:a16="http://schemas.microsoft.com/office/drawing/2014/main" id="{BCCE8007-B5FA-4429-B0E4-B2DE14E27449}"/>
              </a:ext>
            </a:extLst>
          </p:cNvPr>
          <p:cNvSpPr>
            <a:spLocks noGrp="1"/>
          </p:cNvSpPr>
          <p:nvPr/>
        </p:nvSpPr>
        <p:spPr>
          <a:xfrm>
            <a:off x="990600" y="762000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ไม่ถึงลิมิตให้เข้าสู่ FAULT</a:t>
            </a:r>
          </a:p>
        </p:txBody>
      </p:sp>
      <p:sp>
        <p:nvSpPr>
          <p:cNvPr id="49" name="shape-240">
            <a:extLst>
              <a:ext uri="{FF2B5EF4-FFF2-40B4-BE49-F238E27FC236}">
                <a16:creationId xmlns:a16="http://schemas.microsoft.com/office/drawing/2014/main" id="{7D152C20-0B8C-4D28-A3B1-9FF28845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82002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241">
            <a:extLst>
              <a:ext uri="{FF2B5EF4-FFF2-40B4-BE49-F238E27FC236}">
                <a16:creationId xmlns:a16="http://schemas.microsoft.com/office/drawing/2014/main" id="{A266E314-1B4D-4434-9C8C-44642BC5D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242">
            <a:extLst>
              <a:ext uri="{FF2B5EF4-FFF2-40B4-BE49-F238E27FC236}">
                <a16:creationId xmlns:a16="http://schemas.microsoft.com/office/drawing/2014/main" id="{821A4B23-A9F2-4F3D-92FB-78D7256CF94E}"/>
              </a:ext>
            </a:extLst>
          </p:cNvPr>
          <p:cNvSpPr>
            <a:spLocks noGrp="1"/>
          </p:cNvSpPr>
          <p:nvPr/>
        </p:nvSpPr>
        <p:spPr>
          <a:xfrm>
            <a:off x="4905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52" name="shape-243">
            <a:extLst>
              <a:ext uri="{FF2B5EF4-FFF2-40B4-BE49-F238E27FC236}">
                <a16:creationId xmlns:a16="http://schemas.microsoft.com/office/drawing/2014/main" id="{877F2C01-ACF0-4FF5-AE46-63AC108D6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244">
            <a:extLst>
              <a:ext uri="{FF2B5EF4-FFF2-40B4-BE49-F238E27FC236}">
                <a16:creationId xmlns:a16="http://schemas.microsoft.com/office/drawing/2014/main" id="{5F18A18C-C5F3-4399-8DE3-EB1D8362601E}"/>
              </a:ext>
            </a:extLst>
          </p:cNvPr>
          <p:cNvSpPr>
            <a:spLocks noGrp="1"/>
          </p:cNvSpPr>
          <p:nvPr/>
        </p:nvSpPr>
        <p:spPr>
          <a:xfrm>
            <a:off x="8461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2.5 s</a:t>
            </a:r>
          </a:p>
        </p:txBody>
      </p:sp>
      <p:sp>
        <p:nvSpPr>
          <p:cNvPr id="54" name="shape-245">
            <a:extLst>
              <a:ext uri="{FF2B5EF4-FFF2-40B4-BE49-F238E27FC236}">
                <a16:creationId xmlns:a16="http://schemas.microsoft.com/office/drawing/2014/main" id="{57C64F15-D10E-4783-AB8D-131C9CDB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246">
            <a:extLst>
              <a:ext uri="{FF2B5EF4-FFF2-40B4-BE49-F238E27FC236}">
                <a16:creationId xmlns:a16="http://schemas.microsoft.com/office/drawing/2014/main" id="{EDD2FBA1-C698-4190-A391-C53D0EFC670C}"/>
              </a:ext>
            </a:extLst>
          </p:cNvPr>
          <p:cNvSpPr>
            <a:spLocks noGrp="1"/>
          </p:cNvSpPr>
          <p:nvPr/>
        </p:nvSpPr>
        <p:spPr>
          <a:xfrm>
            <a:off x="12017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56" name="shape-247">
            <a:extLst>
              <a:ext uri="{FF2B5EF4-FFF2-40B4-BE49-F238E27FC236}">
                <a16:creationId xmlns:a16="http://schemas.microsoft.com/office/drawing/2014/main" id="{369C061E-0473-45BE-A55A-89CC4443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248">
            <a:extLst>
              <a:ext uri="{FF2B5EF4-FFF2-40B4-BE49-F238E27FC236}">
                <a16:creationId xmlns:a16="http://schemas.microsoft.com/office/drawing/2014/main" id="{0C47D729-D943-4C6B-8E4A-451FCF516562}"/>
              </a:ext>
            </a:extLst>
          </p:cNvPr>
          <p:cNvSpPr>
            <a:spLocks noGrp="1"/>
          </p:cNvSpPr>
          <p:nvPr/>
        </p:nvSpPr>
        <p:spPr>
          <a:xfrm>
            <a:off x="15573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7.5 s</a:t>
            </a:r>
          </a:p>
        </p:txBody>
      </p:sp>
      <p:sp>
        <p:nvSpPr>
          <p:cNvPr id="58" name="orthogonal-249">
            <a:extLst>
              <a:ext uri="{FF2B5EF4-FFF2-40B4-BE49-F238E27FC236}">
                <a16:creationId xmlns:a16="http://schemas.microsoft.com/office/drawing/2014/main" id="{4EF1B398-5DB3-4837-BEAE-325329FE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30567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250">
            <a:extLst>
              <a:ext uri="{FF2B5EF4-FFF2-40B4-BE49-F238E27FC236}">
                <a16:creationId xmlns:a16="http://schemas.microsoft.com/office/drawing/2014/main" id="{4D32E810-7EF4-4926-981F-C691371B6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251">
            <a:extLst>
              <a:ext uri="{FF2B5EF4-FFF2-40B4-BE49-F238E27FC236}">
                <a16:creationId xmlns:a16="http://schemas.microsoft.com/office/drawing/2014/main" id="{CAD0E5BD-5437-4745-9657-247D05FB104D}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61" name="shape-252">
            <a:extLst>
              <a:ext uri="{FF2B5EF4-FFF2-40B4-BE49-F238E27FC236}">
                <a16:creationId xmlns:a16="http://schemas.microsoft.com/office/drawing/2014/main" id="{1D4FCA67-1AF4-445A-B7E3-1965768E988C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 กรองสวิตช์    200 ms เป็นค่าพักที่ออกแบบ    3 s เปิดค้าง    5 s เวลาสูงสุดต่อเที่ยว</a:t>
            </a:r>
          </a:p>
        </p:txBody>
      </p:sp>
    </p:spTree>
    <p:extLst>
      <p:ext uri="{BB962C8B-B14F-4D97-AF65-F5344CB8AC3E}">
        <p14:creationId xmlns:p14="http://schemas.microsoft.com/office/powerpoint/2010/main" val="44797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-253">
            <a:extLst>
              <a:ext uri="{FF2B5EF4-FFF2-40B4-BE49-F238E27FC236}">
                <a16:creationId xmlns:a16="http://schemas.microsoft.com/office/drawing/2014/main" id="{9138939A-0D0A-4E32-8FBF-939B242DCD4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การจัดสรรขา Port 1 และ Port 2</a:t>
            </a:r>
          </a:p>
        </p:txBody>
      </p:sp>
      <p:sp>
        <p:nvSpPr>
          <p:cNvPr id="2" name="shape-254">
            <a:extLst>
              <a:ext uri="{FF2B5EF4-FFF2-40B4-BE49-F238E27FC236}">
                <a16:creationId xmlns:a16="http://schemas.microsoft.com/office/drawing/2014/main" id="{918E8EFA-CEA9-41C2-AD13-82AFC5C60BC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ขา DIP-40 แสดงตำแหน่งจริง โดยไฮไลต์เฉพาะพอร์ตที่ใช้ควบคุมระบบ</a:t>
            </a:r>
          </a:p>
        </p:txBody>
      </p:sp>
      <p:sp>
        <p:nvSpPr>
          <p:cNvPr id="3" name="shape-255">
            <a:extLst>
              <a:ext uri="{FF2B5EF4-FFF2-40B4-BE49-F238E27FC236}">
                <a16:creationId xmlns:a16="http://schemas.microsoft.com/office/drawing/2014/main" id="{C10B934C-5AD6-4FE9-88F9-5D1BA46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56">
            <a:extLst>
              <a:ext uri="{FF2B5EF4-FFF2-40B4-BE49-F238E27FC236}">
                <a16:creationId xmlns:a16="http://schemas.microsoft.com/office/drawing/2014/main" id="{4682F4D4-DA4D-48F0-ADF2-CDBAEF543058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shape-257">
            <a:extLst>
              <a:ext uri="{FF2B5EF4-FFF2-40B4-BE49-F238E27FC236}">
                <a16:creationId xmlns:a16="http://schemas.microsoft.com/office/drawing/2014/main" id="{D0926CF5-D8D7-4F87-84C9-4C4FF253C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91450" y="2686050"/>
            <a:ext cx="2667000" cy="581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8">
            <a:extLst>
              <a:ext uri="{FF2B5EF4-FFF2-40B4-BE49-F238E27FC236}">
                <a16:creationId xmlns:a16="http://schemas.microsoft.com/office/drawing/2014/main" id="{CDEA7DFF-CCC8-44C0-9449-F69239090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96350" y="2676525"/>
            <a:ext cx="457200" cy="228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259">
            <a:extLst>
              <a:ext uri="{FF2B5EF4-FFF2-40B4-BE49-F238E27FC236}">
                <a16:creationId xmlns:a16="http://schemas.microsoft.com/office/drawing/2014/main" id="{61435774-B0DB-4FED-996B-A869DFB8C9A8}"/>
              </a:ext>
            </a:extLst>
          </p:cNvPr>
          <p:cNvSpPr>
            <a:spLocks noGrp="1"/>
          </p:cNvSpPr>
          <p:nvPr/>
        </p:nvSpPr>
        <p:spPr>
          <a:xfrm>
            <a:off x="8077200" y="4838700"/>
            <a:ext cx="20955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AT89S52</a:t>
            </a:r>
          </a:p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DIP-40</a:t>
            </a:r>
          </a:p>
        </p:txBody>
      </p:sp>
      <p:sp>
        <p:nvSpPr>
          <p:cNvPr id="8" name="shape-260">
            <a:extLst>
              <a:ext uri="{FF2B5EF4-FFF2-40B4-BE49-F238E27FC236}">
                <a16:creationId xmlns:a16="http://schemas.microsoft.com/office/drawing/2014/main" id="{0CB20736-DF56-4518-952E-8B7103CD3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29908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61">
            <a:extLst>
              <a:ext uri="{FF2B5EF4-FFF2-40B4-BE49-F238E27FC236}">
                <a16:creationId xmlns:a16="http://schemas.microsoft.com/office/drawing/2014/main" id="{5AF35C6C-31C0-44EE-BB45-1EB0F463D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2990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262">
            <a:extLst>
              <a:ext uri="{FF2B5EF4-FFF2-40B4-BE49-F238E27FC236}">
                <a16:creationId xmlns:a16="http://schemas.microsoft.com/office/drawing/2014/main" id="{E9F38ECD-2FDD-4A44-BEDA-FE5F729976DD}"/>
              </a:ext>
            </a:extLst>
          </p:cNvPr>
          <p:cNvSpPr>
            <a:spLocks noGrp="1"/>
          </p:cNvSpPr>
          <p:nvPr/>
        </p:nvSpPr>
        <p:spPr>
          <a:xfrm>
            <a:off x="78676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1" name="shape-263">
            <a:extLst>
              <a:ext uri="{FF2B5EF4-FFF2-40B4-BE49-F238E27FC236}">
                <a16:creationId xmlns:a16="http://schemas.microsoft.com/office/drawing/2014/main" id="{977AA996-F57E-47B1-BD1A-5EF154001373}"/>
              </a:ext>
            </a:extLst>
          </p:cNvPr>
          <p:cNvSpPr>
            <a:spLocks noGrp="1"/>
          </p:cNvSpPr>
          <p:nvPr/>
        </p:nvSpPr>
        <p:spPr>
          <a:xfrm>
            <a:off x="99250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40</a:t>
            </a:r>
          </a:p>
        </p:txBody>
      </p:sp>
      <p:sp>
        <p:nvSpPr>
          <p:cNvPr id="12" name="shape-264">
            <a:extLst>
              <a:ext uri="{FF2B5EF4-FFF2-40B4-BE49-F238E27FC236}">
                <a16:creationId xmlns:a16="http://schemas.microsoft.com/office/drawing/2014/main" id="{472101C9-ACDD-4963-ABE4-B7AB8B32A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65">
            <a:extLst>
              <a:ext uri="{FF2B5EF4-FFF2-40B4-BE49-F238E27FC236}">
                <a16:creationId xmlns:a16="http://schemas.microsoft.com/office/drawing/2014/main" id="{9A4BB779-2B8A-4478-B245-8E3B35F73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257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266">
            <a:extLst>
              <a:ext uri="{FF2B5EF4-FFF2-40B4-BE49-F238E27FC236}">
                <a16:creationId xmlns:a16="http://schemas.microsoft.com/office/drawing/2014/main" id="{FA91C86C-3277-4176-9C88-102D89045B27}"/>
              </a:ext>
            </a:extLst>
          </p:cNvPr>
          <p:cNvSpPr>
            <a:spLocks noGrp="1"/>
          </p:cNvSpPr>
          <p:nvPr/>
        </p:nvSpPr>
        <p:spPr>
          <a:xfrm>
            <a:off x="78676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5" name="shape-267">
            <a:extLst>
              <a:ext uri="{FF2B5EF4-FFF2-40B4-BE49-F238E27FC236}">
                <a16:creationId xmlns:a16="http://schemas.microsoft.com/office/drawing/2014/main" id="{3E154C1A-8E87-465B-9B63-619DEF24DBB9}"/>
              </a:ext>
            </a:extLst>
          </p:cNvPr>
          <p:cNvSpPr>
            <a:spLocks noGrp="1"/>
          </p:cNvSpPr>
          <p:nvPr/>
        </p:nvSpPr>
        <p:spPr>
          <a:xfrm>
            <a:off x="99250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39</a:t>
            </a:r>
          </a:p>
        </p:txBody>
      </p:sp>
      <p:sp>
        <p:nvSpPr>
          <p:cNvPr id="16" name="shape-268">
            <a:extLst>
              <a:ext uri="{FF2B5EF4-FFF2-40B4-BE49-F238E27FC236}">
                <a16:creationId xmlns:a16="http://schemas.microsoft.com/office/drawing/2014/main" id="{C8F680B5-2197-4CB2-B044-413CF6A9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69">
            <a:extLst>
              <a:ext uri="{FF2B5EF4-FFF2-40B4-BE49-F238E27FC236}">
                <a16:creationId xmlns:a16="http://schemas.microsoft.com/office/drawing/2014/main" id="{EF4EAD96-2114-42A8-9DF4-D10A9FA32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524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70">
            <a:extLst>
              <a:ext uri="{FF2B5EF4-FFF2-40B4-BE49-F238E27FC236}">
                <a16:creationId xmlns:a16="http://schemas.microsoft.com/office/drawing/2014/main" id="{56579958-47AC-4099-972C-48DF63DBC269}"/>
              </a:ext>
            </a:extLst>
          </p:cNvPr>
          <p:cNvSpPr>
            <a:spLocks noGrp="1"/>
          </p:cNvSpPr>
          <p:nvPr/>
        </p:nvSpPr>
        <p:spPr>
          <a:xfrm>
            <a:off x="78676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shape-271">
            <a:extLst>
              <a:ext uri="{FF2B5EF4-FFF2-40B4-BE49-F238E27FC236}">
                <a16:creationId xmlns:a16="http://schemas.microsoft.com/office/drawing/2014/main" id="{10A5985D-2353-415A-9981-1FF2C5C71284}"/>
              </a:ext>
            </a:extLst>
          </p:cNvPr>
          <p:cNvSpPr>
            <a:spLocks noGrp="1"/>
          </p:cNvSpPr>
          <p:nvPr/>
        </p:nvSpPr>
        <p:spPr>
          <a:xfrm>
            <a:off x="99250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38</a:t>
            </a:r>
          </a:p>
        </p:txBody>
      </p:sp>
      <p:sp>
        <p:nvSpPr>
          <p:cNvPr id="20" name="shape-272">
            <a:extLst>
              <a:ext uri="{FF2B5EF4-FFF2-40B4-BE49-F238E27FC236}">
                <a16:creationId xmlns:a16="http://schemas.microsoft.com/office/drawing/2014/main" id="{C10033FA-3F34-4E96-A771-F816EC8B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273">
            <a:extLst>
              <a:ext uri="{FF2B5EF4-FFF2-40B4-BE49-F238E27FC236}">
                <a16:creationId xmlns:a16="http://schemas.microsoft.com/office/drawing/2014/main" id="{488E2B40-9D6C-4BB6-803E-85985B132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790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74">
            <a:extLst>
              <a:ext uri="{FF2B5EF4-FFF2-40B4-BE49-F238E27FC236}">
                <a16:creationId xmlns:a16="http://schemas.microsoft.com/office/drawing/2014/main" id="{9B6CDB75-1F99-4E38-9EC0-52ECBA529E19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3" name="shape-275">
            <a:extLst>
              <a:ext uri="{FF2B5EF4-FFF2-40B4-BE49-F238E27FC236}">
                <a16:creationId xmlns:a16="http://schemas.microsoft.com/office/drawing/2014/main" id="{98F72340-004F-419C-8393-A199DCAEF3A2}"/>
              </a:ext>
            </a:extLst>
          </p:cNvPr>
          <p:cNvSpPr>
            <a:spLocks noGrp="1"/>
          </p:cNvSpPr>
          <p:nvPr/>
        </p:nvSpPr>
        <p:spPr>
          <a:xfrm>
            <a:off x="99250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37</a:t>
            </a:r>
          </a:p>
        </p:txBody>
      </p:sp>
      <p:sp>
        <p:nvSpPr>
          <p:cNvPr id="24" name="shape-276">
            <a:extLst>
              <a:ext uri="{FF2B5EF4-FFF2-40B4-BE49-F238E27FC236}">
                <a16:creationId xmlns:a16="http://schemas.microsoft.com/office/drawing/2014/main" id="{A5073EF2-4216-43EC-9453-92EB7F122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0576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77">
            <a:extLst>
              <a:ext uri="{FF2B5EF4-FFF2-40B4-BE49-F238E27FC236}">
                <a16:creationId xmlns:a16="http://schemas.microsoft.com/office/drawing/2014/main" id="{18D9208C-51D4-4C3C-9128-C692690D7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057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78">
            <a:extLst>
              <a:ext uri="{FF2B5EF4-FFF2-40B4-BE49-F238E27FC236}">
                <a16:creationId xmlns:a16="http://schemas.microsoft.com/office/drawing/2014/main" id="{131D772D-9C4B-46C1-9A44-03102C913B1D}"/>
              </a:ext>
            </a:extLst>
          </p:cNvPr>
          <p:cNvSpPr>
            <a:spLocks noGrp="1"/>
          </p:cNvSpPr>
          <p:nvPr/>
        </p:nvSpPr>
        <p:spPr>
          <a:xfrm>
            <a:off x="78676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7" name="shape-279">
            <a:extLst>
              <a:ext uri="{FF2B5EF4-FFF2-40B4-BE49-F238E27FC236}">
                <a16:creationId xmlns:a16="http://schemas.microsoft.com/office/drawing/2014/main" id="{443956C7-4F85-452F-838D-559DCF0A57CE}"/>
              </a:ext>
            </a:extLst>
          </p:cNvPr>
          <p:cNvSpPr>
            <a:spLocks noGrp="1"/>
          </p:cNvSpPr>
          <p:nvPr/>
        </p:nvSpPr>
        <p:spPr>
          <a:xfrm>
            <a:off x="99250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36</a:t>
            </a:r>
          </a:p>
        </p:txBody>
      </p:sp>
      <p:sp>
        <p:nvSpPr>
          <p:cNvPr id="28" name="shape-280">
            <a:extLst>
              <a:ext uri="{FF2B5EF4-FFF2-40B4-BE49-F238E27FC236}">
                <a16:creationId xmlns:a16="http://schemas.microsoft.com/office/drawing/2014/main" id="{FAEEF73A-EEC2-4452-ACC5-D5DAB9FE0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81">
            <a:extLst>
              <a:ext uri="{FF2B5EF4-FFF2-40B4-BE49-F238E27FC236}">
                <a16:creationId xmlns:a16="http://schemas.microsoft.com/office/drawing/2014/main" id="{682C6AD9-CB8F-42B2-9509-1D12E1F28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324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282">
            <a:extLst>
              <a:ext uri="{FF2B5EF4-FFF2-40B4-BE49-F238E27FC236}">
                <a16:creationId xmlns:a16="http://schemas.microsoft.com/office/drawing/2014/main" id="{BEEEBBB5-D075-457F-9374-628AABDAA671}"/>
              </a:ext>
            </a:extLst>
          </p:cNvPr>
          <p:cNvSpPr>
            <a:spLocks noGrp="1"/>
          </p:cNvSpPr>
          <p:nvPr/>
        </p:nvSpPr>
        <p:spPr>
          <a:xfrm>
            <a:off x="78676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31" name="shape-283">
            <a:extLst>
              <a:ext uri="{FF2B5EF4-FFF2-40B4-BE49-F238E27FC236}">
                <a16:creationId xmlns:a16="http://schemas.microsoft.com/office/drawing/2014/main" id="{D479E1FA-B7FA-4882-A88E-07F408BCDBCA}"/>
              </a:ext>
            </a:extLst>
          </p:cNvPr>
          <p:cNvSpPr>
            <a:spLocks noGrp="1"/>
          </p:cNvSpPr>
          <p:nvPr/>
        </p:nvSpPr>
        <p:spPr>
          <a:xfrm>
            <a:off x="99250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35</a:t>
            </a:r>
          </a:p>
        </p:txBody>
      </p:sp>
      <p:sp>
        <p:nvSpPr>
          <p:cNvPr id="32" name="shape-284">
            <a:extLst>
              <a:ext uri="{FF2B5EF4-FFF2-40B4-BE49-F238E27FC236}">
                <a16:creationId xmlns:a16="http://schemas.microsoft.com/office/drawing/2014/main" id="{F789C523-2558-4D7D-9D08-122F41F84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5910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285">
            <a:extLst>
              <a:ext uri="{FF2B5EF4-FFF2-40B4-BE49-F238E27FC236}">
                <a16:creationId xmlns:a16="http://schemas.microsoft.com/office/drawing/2014/main" id="{00B3208E-B313-4CDD-BF96-8313AD4DF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591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286">
            <a:extLst>
              <a:ext uri="{FF2B5EF4-FFF2-40B4-BE49-F238E27FC236}">
                <a16:creationId xmlns:a16="http://schemas.microsoft.com/office/drawing/2014/main" id="{5387ED00-0AE7-49B2-9D27-CA69FEE740AD}"/>
              </a:ext>
            </a:extLst>
          </p:cNvPr>
          <p:cNvSpPr>
            <a:spLocks noGrp="1"/>
          </p:cNvSpPr>
          <p:nvPr/>
        </p:nvSpPr>
        <p:spPr>
          <a:xfrm>
            <a:off x="78676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35" name="shape-287">
            <a:extLst>
              <a:ext uri="{FF2B5EF4-FFF2-40B4-BE49-F238E27FC236}">
                <a16:creationId xmlns:a16="http://schemas.microsoft.com/office/drawing/2014/main" id="{8660FDBD-E57D-4389-97C7-CA57FF54BC5B}"/>
              </a:ext>
            </a:extLst>
          </p:cNvPr>
          <p:cNvSpPr>
            <a:spLocks noGrp="1"/>
          </p:cNvSpPr>
          <p:nvPr/>
        </p:nvSpPr>
        <p:spPr>
          <a:xfrm>
            <a:off x="99250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34</a:t>
            </a:r>
          </a:p>
        </p:txBody>
      </p:sp>
      <p:sp>
        <p:nvSpPr>
          <p:cNvPr id="36" name="shape-288">
            <a:extLst>
              <a:ext uri="{FF2B5EF4-FFF2-40B4-BE49-F238E27FC236}">
                <a16:creationId xmlns:a16="http://schemas.microsoft.com/office/drawing/2014/main" id="{DFC89D25-97B8-4F95-9999-FAC69500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89">
            <a:extLst>
              <a:ext uri="{FF2B5EF4-FFF2-40B4-BE49-F238E27FC236}">
                <a16:creationId xmlns:a16="http://schemas.microsoft.com/office/drawing/2014/main" id="{46273915-9C40-48BB-9157-6CB4B370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857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290">
            <a:extLst>
              <a:ext uri="{FF2B5EF4-FFF2-40B4-BE49-F238E27FC236}">
                <a16:creationId xmlns:a16="http://schemas.microsoft.com/office/drawing/2014/main" id="{545FE519-A5D9-466C-AC9C-F9FBFFE4564F}"/>
              </a:ext>
            </a:extLst>
          </p:cNvPr>
          <p:cNvSpPr>
            <a:spLocks noGrp="1"/>
          </p:cNvSpPr>
          <p:nvPr/>
        </p:nvSpPr>
        <p:spPr>
          <a:xfrm>
            <a:off x="78676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39" name="shape-291">
            <a:extLst>
              <a:ext uri="{FF2B5EF4-FFF2-40B4-BE49-F238E27FC236}">
                <a16:creationId xmlns:a16="http://schemas.microsoft.com/office/drawing/2014/main" id="{C8D2DB6A-644B-4131-98AE-5949C15F9A6E}"/>
              </a:ext>
            </a:extLst>
          </p:cNvPr>
          <p:cNvSpPr>
            <a:spLocks noGrp="1"/>
          </p:cNvSpPr>
          <p:nvPr/>
        </p:nvSpPr>
        <p:spPr>
          <a:xfrm>
            <a:off x="99250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33</a:t>
            </a:r>
          </a:p>
        </p:txBody>
      </p:sp>
      <p:sp>
        <p:nvSpPr>
          <p:cNvPr id="40" name="shape-292">
            <a:extLst>
              <a:ext uri="{FF2B5EF4-FFF2-40B4-BE49-F238E27FC236}">
                <a16:creationId xmlns:a16="http://schemas.microsoft.com/office/drawing/2014/main" id="{BEF889C7-9086-47B6-AD06-7EE03C9D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93">
            <a:extLst>
              <a:ext uri="{FF2B5EF4-FFF2-40B4-BE49-F238E27FC236}">
                <a16:creationId xmlns:a16="http://schemas.microsoft.com/office/drawing/2014/main" id="{40312F90-0755-4F6A-9D0B-4E4A79A91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294">
            <a:extLst>
              <a:ext uri="{FF2B5EF4-FFF2-40B4-BE49-F238E27FC236}">
                <a16:creationId xmlns:a16="http://schemas.microsoft.com/office/drawing/2014/main" id="{1FC8E14A-710F-4BA2-9474-DD64EF48B7C6}"/>
              </a:ext>
            </a:extLst>
          </p:cNvPr>
          <p:cNvSpPr>
            <a:spLocks noGrp="1"/>
          </p:cNvSpPr>
          <p:nvPr/>
        </p:nvSpPr>
        <p:spPr>
          <a:xfrm>
            <a:off x="78676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43" name="shape-295">
            <a:extLst>
              <a:ext uri="{FF2B5EF4-FFF2-40B4-BE49-F238E27FC236}">
                <a16:creationId xmlns:a16="http://schemas.microsoft.com/office/drawing/2014/main" id="{5D818F67-E491-4D97-8D2D-7F11C9EE2F5A}"/>
              </a:ext>
            </a:extLst>
          </p:cNvPr>
          <p:cNvSpPr>
            <a:spLocks noGrp="1"/>
          </p:cNvSpPr>
          <p:nvPr/>
        </p:nvSpPr>
        <p:spPr>
          <a:xfrm>
            <a:off x="99250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32</a:t>
            </a:r>
          </a:p>
        </p:txBody>
      </p:sp>
      <p:sp>
        <p:nvSpPr>
          <p:cNvPr id="44" name="shape-296">
            <a:extLst>
              <a:ext uri="{FF2B5EF4-FFF2-40B4-BE49-F238E27FC236}">
                <a16:creationId xmlns:a16="http://schemas.microsoft.com/office/drawing/2014/main" id="{60C8C52C-641E-4DA8-ACDB-D3190115C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97">
            <a:extLst>
              <a:ext uri="{FF2B5EF4-FFF2-40B4-BE49-F238E27FC236}">
                <a16:creationId xmlns:a16="http://schemas.microsoft.com/office/drawing/2014/main" id="{E6184F39-6ADD-40AD-A571-564B59FFD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98">
            <a:extLst>
              <a:ext uri="{FF2B5EF4-FFF2-40B4-BE49-F238E27FC236}">
                <a16:creationId xmlns:a16="http://schemas.microsoft.com/office/drawing/2014/main" id="{C26CA709-2CCE-439B-B442-5A8FEA100E1C}"/>
              </a:ext>
            </a:extLst>
          </p:cNvPr>
          <p:cNvSpPr>
            <a:spLocks noGrp="1"/>
          </p:cNvSpPr>
          <p:nvPr/>
        </p:nvSpPr>
        <p:spPr>
          <a:xfrm>
            <a:off x="78676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47" name="shape-299">
            <a:extLst>
              <a:ext uri="{FF2B5EF4-FFF2-40B4-BE49-F238E27FC236}">
                <a16:creationId xmlns:a16="http://schemas.microsoft.com/office/drawing/2014/main" id="{BDC61581-096C-4E08-830E-9BAA2629F24B}"/>
              </a:ext>
            </a:extLst>
          </p:cNvPr>
          <p:cNvSpPr>
            <a:spLocks noGrp="1"/>
          </p:cNvSpPr>
          <p:nvPr/>
        </p:nvSpPr>
        <p:spPr>
          <a:xfrm>
            <a:off x="99250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31</a:t>
            </a:r>
          </a:p>
        </p:txBody>
      </p:sp>
      <p:sp>
        <p:nvSpPr>
          <p:cNvPr id="48" name="shape-300">
            <a:extLst>
              <a:ext uri="{FF2B5EF4-FFF2-40B4-BE49-F238E27FC236}">
                <a16:creationId xmlns:a16="http://schemas.microsoft.com/office/drawing/2014/main" id="{57BAB36C-9E93-47A7-BC4B-18C2B4E8E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301">
            <a:extLst>
              <a:ext uri="{FF2B5EF4-FFF2-40B4-BE49-F238E27FC236}">
                <a16:creationId xmlns:a16="http://schemas.microsoft.com/office/drawing/2014/main" id="{05C97BA5-04F5-474B-9D87-03E116C0B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302">
            <a:extLst>
              <a:ext uri="{FF2B5EF4-FFF2-40B4-BE49-F238E27FC236}">
                <a16:creationId xmlns:a16="http://schemas.microsoft.com/office/drawing/2014/main" id="{81126EDD-D35F-45D0-9BC2-DEE609ACDD2B}"/>
              </a:ext>
            </a:extLst>
          </p:cNvPr>
          <p:cNvSpPr>
            <a:spLocks noGrp="1"/>
          </p:cNvSpPr>
          <p:nvPr/>
        </p:nvSpPr>
        <p:spPr>
          <a:xfrm>
            <a:off x="78676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51" name="shape-303">
            <a:extLst>
              <a:ext uri="{FF2B5EF4-FFF2-40B4-BE49-F238E27FC236}">
                <a16:creationId xmlns:a16="http://schemas.microsoft.com/office/drawing/2014/main" id="{AC6C0695-EE23-4911-95CA-FAD92DCD4434}"/>
              </a:ext>
            </a:extLst>
          </p:cNvPr>
          <p:cNvSpPr>
            <a:spLocks noGrp="1"/>
          </p:cNvSpPr>
          <p:nvPr/>
        </p:nvSpPr>
        <p:spPr>
          <a:xfrm>
            <a:off x="99250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30</a:t>
            </a:r>
          </a:p>
        </p:txBody>
      </p:sp>
      <p:sp>
        <p:nvSpPr>
          <p:cNvPr id="52" name="shape-304">
            <a:extLst>
              <a:ext uri="{FF2B5EF4-FFF2-40B4-BE49-F238E27FC236}">
                <a16:creationId xmlns:a16="http://schemas.microsoft.com/office/drawing/2014/main" id="{088A75AF-431B-421C-9033-6B87E4346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305">
            <a:extLst>
              <a:ext uri="{FF2B5EF4-FFF2-40B4-BE49-F238E27FC236}">
                <a16:creationId xmlns:a16="http://schemas.microsoft.com/office/drawing/2014/main" id="{9BB1BE30-C1DB-4DF0-84A4-E1FD2CA8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306">
            <a:extLst>
              <a:ext uri="{FF2B5EF4-FFF2-40B4-BE49-F238E27FC236}">
                <a16:creationId xmlns:a16="http://schemas.microsoft.com/office/drawing/2014/main" id="{79AA5403-A016-4170-8548-907D646523B6}"/>
              </a:ext>
            </a:extLst>
          </p:cNvPr>
          <p:cNvSpPr>
            <a:spLocks noGrp="1"/>
          </p:cNvSpPr>
          <p:nvPr/>
        </p:nvSpPr>
        <p:spPr>
          <a:xfrm>
            <a:off x="78676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55" name="shape-307">
            <a:extLst>
              <a:ext uri="{FF2B5EF4-FFF2-40B4-BE49-F238E27FC236}">
                <a16:creationId xmlns:a16="http://schemas.microsoft.com/office/drawing/2014/main" id="{0591168B-8F24-434A-9592-6100AA2CF724}"/>
              </a:ext>
            </a:extLst>
          </p:cNvPr>
          <p:cNvSpPr>
            <a:spLocks noGrp="1"/>
          </p:cNvSpPr>
          <p:nvPr/>
        </p:nvSpPr>
        <p:spPr>
          <a:xfrm>
            <a:off x="99250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29</a:t>
            </a:r>
          </a:p>
        </p:txBody>
      </p:sp>
      <p:sp>
        <p:nvSpPr>
          <p:cNvPr id="56" name="shape-308">
            <a:extLst>
              <a:ext uri="{FF2B5EF4-FFF2-40B4-BE49-F238E27FC236}">
                <a16:creationId xmlns:a16="http://schemas.microsoft.com/office/drawing/2014/main" id="{B152C635-F5E4-4B0F-9C59-DC55E234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191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309">
            <a:extLst>
              <a:ext uri="{FF2B5EF4-FFF2-40B4-BE49-F238E27FC236}">
                <a16:creationId xmlns:a16="http://schemas.microsoft.com/office/drawing/2014/main" id="{9CA7E59C-A388-4033-AB30-1576C8B40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1912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310">
            <a:extLst>
              <a:ext uri="{FF2B5EF4-FFF2-40B4-BE49-F238E27FC236}">
                <a16:creationId xmlns:a16="http://schemas.microsoft.com/office/drawing/2014/main" id="{4EC51A8E-D049-4E2D-ADF8-15FC2D3F4AEC}"/>
              </a:ext>
            </a:extLst>
          </p:cNvPr>
          <p:cNvSpPr>
            <a:spLocks noGrp="1"/>
          </p:cNvSpPr>
          <p:nvPr/>
        </p:nvSpPr>
        <p:spPr>
          <a:xfrm>
            <a:off x="78676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59" name="shape-311">
            <a:extLst>
              <a:ext uri="{FF2B5EF4-FFF2-40B4-BE49-F238E27FC236}">
                <a16:creationId xmlns:a16="http://schemas.microsoft.com/office/drawing/2014/main" id="{9FEA9991-7C15-4C54-BFBE-E37392DA10EA}"/>
              </a:ext>
            </a:extLst>
          </p:cNvPr>
          <p:cNvSpPr>
            <a:spLocks noGrp="1"/>
          </p:cNvSpPr>
          <p:nvPr/>
        </p:nvSpPr>
        <p:spPr>
          <a:xfrm>
            <a:off x="99250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28</a:t>
            </a:r>
          </a:p>
        </p:txBody>
      </p:sp>
      <p:sp>
        <p:nvSpPr>
          <p:cNvPr id="60" name="shape-312">
            <a:extLst>
              <a:ext uri="{FF2B5EF4-FFF2-40B4-BE49-F238E27FC236}">
                <a16:creationId xmlns:a16="http://schemas.microsoft.com/office/drawing/2014/main" id="{B001F5F6-3AB4-436F-8CC9-7A55CE6A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457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313">
            <a:extLst>
              <a:ext uri="{FF2B5EF4-FFF2-40B4-BE49-F238E27FC236}">
                <a16:creationId xmlns:a16="http://schemas.microsoft.com/office/drawing/2014/main" id="{7DC17241-B9FE-43C4-8AFE-01D7BF214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4579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314">
            <a:extLst>
              <a:ext uri="{FF2B5EF4-FFF2-40B4-BE49-F238E27FC236}">
                <a16:creationId xmlns:a16="http://schemas.microsoft.com/office/drawing/2014/main" id="{84637378-DCFE-49ED-B1D7-7FD02D4FBF4A}"/>
              </a:ext>
            </a:extLst>
          </p:cNvPr>
          <p:cNvSpPr>
            <a:spLocks noGrp="1"/>
          </p:cNvSpPr>
          <p:nvPr/>
        </p:nvSpPr>
        <p:spPr>
          <a:xfrm>
            <a:off x="78676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63" name="shape-315">
            <a:extLst>
              <a:ext uri="{FF2B5EF4-FFF2-40B4-BE49-F238E27FC236}">
                <a16:creationId xmlns:a16="http://schemas.microsoft.com/office/drawing/2014/main" id="{B66A7594-D93F-4913-A10D-D9A3A7B94077}"/>
              </a:ext>
            </a:extLst>
          </p:cNvPr>
          <p:cNvSpPr>
            <a:spLocks noGrp="1"/>
          </p:cNvSpPr>
          <p:nvPr/>
        </p:nvSpPr>
        <p:spPr>
          <a:xfrm>
            <a:off x="99250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27</a:t>
            </a:r>
          </a:p>
        </p:txBody>
      </p:sp>
      <p:sp>
        <p:nvSpPr>
          <p:cNvPr id="64" name="shape-316">
            <a:extLst>
              <a:ext uri="{FF2B5EF4-FFF2-40B4-BE49-F238E27FC236}">
                <a16:creationId xmlns:a16="http://schemas.microsoft.com/office/drawing/2014/main" id="{6EA8F514-72D0-4C20-BD49-3A53E7C4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724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317">
            <a:extLst>
              <a:ext uri="{FF2B5EF4-FFF2-40B4-BE49-F238E27FC236}">
                <a16:creationId xmlns:a16="http://schemas.microsoft.com/office/drawing/2014/main" id="{E6B01C9A-D57B-4101-95DA-DDFA38827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7246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318">
            <a:extLst>
              <a:ext uri="{FF2B5EF4-FFF2-40B4-BE49-F238E27FC236}">
                <a16:creationId xmlns:a16="http://schemas.microsoft.com/office/drawing/2014/main" id="{15716A56-F6CC-44B4-8C36-340082C2648D}"/>
              </a:ext>
            </a:extLst>
          </p:cNvPr>
          <p:cNvSpPr>
            <a:spLocks noGrp="1"/>
          </p:cNvSpPr>
          <p:nvPr/>
        </p:nvSpPr>
        <p:spPr>
          <a:xfrm>
            <a:off x="78676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67" name="shape-319">
            <a:extLst>
              <a:ext uri="{FF2B5EF4-FFF2-40B4-BE49-F238E27FC236}">
                <a16:creationId xmlns:a16="http://schemas.microsoft.com/office/drawing/2014/main" id="{2588DDC6-64C6-4248-BEEC-7C9BB90C9D35}"/>
              </a:ext>
            </a:extLst>
          </p:cNvPr>
          <p:cNvSpPr>
            <a:spLocks noGrp="1"/>
          </p:cNvSpPr>
          <p:nvPr/>
        </p:nvSpPr>
        <p:spPr>
          <a:xfrm>
            <a:off x="99250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26</a:t>
            </a:r>
          </a:p>
        </p:txBody>
      </p:sp>
      <p:sp>
        <p:nvSpPr>
          <p:cNvPr id="68" name="shape-320">
            <a:extLst>
              <a:ext uri="{FF2B5EF4-FFF2-40B4-BE49-F238E27FC236}">
                <a16:creationId xmlns:a16="http://schemas.microsoft.com/office/drawing/2014/main" id="{FB19EA9F-48F1-4E6D-AE7B-C0A009496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991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321">
            <a:extLst>
              <a:ext uri="{FF2B5EF4-FFF2-40B4-BE49-F238E27FC236}">
                <a16:creationId xmlns:a16="http://schemas.microsoft.com/office/drawing/2014/main" id="{21AF23F2-2A15-40CD-8A19-FA7C7341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9913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322">
            <a:extLst>
              <a:ext uri="{FF2B5EF4-FFF2-40B4-BE49-F238E27FC236}">
                <a16:creationId xmlns:a16="http://schemas.microsoft.com/office/drawing/2014/main" id="{91E258C5-23B3-401C-BB46-2F60B95DCC8C}"/>
              </a:ext>
            </a:extLst>
          </p:cNvPr>
          <p:cNvSpPr>
            <a:spLocks noGrp="1"/>
          </p:cNvSpPr>
          <p:nvPr/>
        </p:nvSpPr>
        <p:spPr>
          <a:xfrm>
            <a:off x="78676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71" name="shape-323">
            <a:extLst>
              <a:ext uri="{FF2B5EF4-FFF2-40B4-BE49-F238E27FC236}">
                <a16:creationId xmlns:a16="http://schemas.microsoft.com/office/drawing/2014/main" id="{75CE9CD6-1FB6-412E-A204-6F59537D66CA}"/>
              </a:ext>
            </a:extLst>
          </p:cNvPr>
          <p:cNvSpPr>
            <a:spLocks noGrp="1"/>
          </p:cNvSpPr>
          <p:nvPr/>
        </p:nvSpPr>
        <p:spPr>
          <a:xfrm>
            <a:off x="99250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25</a:t>
            </a:r>
          </a:p>
        </p:txBody>
      </p:sp>
      <p:sp>
        <p:nvSpPr>
          <p:cNvPr id="72" name="shape-324">
            <a:extLst>
              <a:ext uri="{FF2B5EF4-FFF2-40B4-BE49-F238E27FC236}">
                <a16:creationId xmlns:a16="http://schemas.microsoft.com/office/drawing/2014/main" id="{40414653-F77E-4800-887F-791A50808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258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325">
            <a:extLst>
              <a:ext uri="{FF2B5EF4-FFF2-40B4-BE49-F238E27FC236}">
                <a16:creationId xmlns:a16="http://schemas.microsoft.com/office/drawing/2014/main" id="{D1CD53E8-F1C9-4384-9903-3CA09791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2580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326">
            <a:extLst>
              <a:ext uri="{FF2B5EF4-FFF2-40B4-BE49-F238E27FC236}">
                <a16:creationId xmlns:a16="http://schemas.microsoft.com/office/drawing/2014/main" id="{0E3953D4-8B89-4031-BFD3-AFA0D3E92A7B}"/>
              </a:ext>
            </a:extLst>
          </p:cNvPr>
          <p:cNvSpPr>
            <a:spLocks noGrp="1"/>
          </p:cNvSpPr>
          <p:nvPr/>
        </p:nvSpPr>
        <p:spPr>
          <a:xfrm>
            <a:off x="78676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17</a:t>
            </a:r>
          </a:p>
        </p:txBody>
      </p:sp>
      <p:sp>
        <p:nvSpPr>
          <p:cNvPr id="75" name="shape-327">
            <a:extLst>
              <a:ext uri="{FF2B5EF4-FFF2-40B4-BE49-F238E27FC236}">
                <a16:creationId xmlns:a16="http://schemas.microsoft.com/office/drawing/2014/main" id="{4E193EC1-D04D-4305-9955-C5EEB2D65E53}"/>
              </a:ext>
            </a:extLst>
          </p:cNvPr>
          <p:cNvSpPr>
            <a:spLocks noGrp="1"/>
          </p:cNvSpPr>
          <p:nvPr/>
        </p:nvSpPr>
        <p:spPr>
          <a:xfrm>
            <a:off x="99250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24</a:t>
            </a:r>
          </a:p>
        </p:txBody>
      </p:sp>
      <p:sp>
        <p:nvSpPr>
          <p:cNvPr id="76" name="shape-328">
            <a:extLst>
              <a:ext uri="{FF2B5EF4-FFF2-40B4-BE49-F238E27FC236}">
                <a16:creationId xmlns:a16="http://schemas.microsoft.com/office/drawing/2014/main" id="{B2FE8693-0730-4E2C-A4BD-F10C50C4A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524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329">
            <a:extLst>
              <a:ext uri="{FF2B5EF4-FFF2-40B4-BE49-F238E27FC236}">
                <a16:creationId xmlns:a16="http://schemas.microsoft.com/office/drawing/2014/main" id="{42F9AD6A-0DE0-485C-B9C7-7B22F8F31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5247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330">
            <a:extLst>
              <a:ext uri="{FF2B5EF4-FFF2-40B4-BE49-F238E27FC236}">
                <a16:creationId xmlns:a16="http://schemas.microsoft.com/office/drawing/2014/main" id="{B693A8FB-080A-4898-AA82-318ECB6B754B}"/>
              </a:ext>
            </a:extLst>
          </p:cNvPr>
          <p:cNvSpPr>
            <a:spLocks noGrp="1"/>
          </p:cNvSpPr>
          <p:nvPr/>
        </p:nvSpPr>
        <p:spPr>
          <a:xfrm>
            <a:off x="78676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79" name="shape-331">
            <a:extLst>
              <a:ext uri="{FF2B5EF4-FFF2-40B4-BE49-F238E27FC236}">
                <a16:creationId xmlns:a16="http://schemas.microsoft.com/office/drawing/2014/main" id="{CDD22C8E-6B9F-45D5-89C9-1AC205237A16}"/>
              </a:ext>
            </a:extLst>
          </p:cNvPr>
          <p:cNvSpPr>
            <a:spLocks noGrp="1"/>
          </p:cNvSpPr>
          <p:nvPr/>
        </p:nvSpPr>
        <p:spPr>
          <a:xfrm>
            <a:off x="99250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23</a:t>
            </a:r>
          </a:p>
        </p:txBody>
      </p:sp>
      <p:sp>
        <p:nvSpPr>
          <p:cNvPr id="80" name="shape-332">
            <a:extLst>
              <a:ext uri="{FF2B5EF4-FFF2-40B4-BE49-F238E27FC236}">
                <a16:creationId xmlns:a16="http://schemas.microsoft.com/office/drawing/2014/main" id="{545C292E-52CE-4C09-9C50-6E93F1527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791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333">
            <a:extLst>
              <a:ext uri="{FF2B5EF4-FFF2-40B4-BE49-F238E27FC236}">
                <a16:creationId xmlns:a16="http://schemas.microsoft.com/office/drawing/2014/main" id="{2F68BDFF-E74D-4374-B687-D71F9FA2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7914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334">
            <a:extLst>
              <a:ext uri="{FF2B5EF4-FFF2-40B4-BE49-F238E27FC236}">
                <a16:creationId xmlns:a16="http://schemas.microsoft.com/office/drawing/2014/main" id="{5EF4130F-E2E7-4229-B8A8-4C17C143CA4C}"/>
              </a:ext>
            </a:extLst>
          </p:cNvPr>
          <p:cNvSpPr>
            <a:spLocks noGrp="1"/>
          </p:cNvSpPr>
          <p:nvPr/>
        </p:nvSpPr>
        <p:spPr>
          <a:xfrm>
            <a:off x="78676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19</a:t>
            </a:r>
          </a:p>
        </p:txBody>
      </p:sp>
      <p:sp>
        <p:nvSpPr>
          <p:cNvPr id="83" name="shape-335">
            <a:extLst>
              <a:ext uri="{FF2B5EF4-FFF2-40B4-BE49-F238E27FC236}">
                <a16:creationId xmlns:a16="http://schemas.microsoft.com/office/drawing/2014/main" id="{1AAC1F83-9F60-4DEF-884E-4B3ADEE5E995}"/>
              </a:ext>
            </a:extLst>
          </p:cNvPr>
          <p:cNvSpPr>
            <a:spLocks noGrp="1"/>
          </p:cNvSpPr>
          <p:nvPr/>
        </p:nvSpPr>
        <p:spPr>
          <a:xfrm>
            <a:off x="99250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22</a:t>
            </a:r>
          </a:p>
        </p:txBody>
      </p:sp>
      <p:sp>
        <p:nvSpPr>
          <p:cNvPr id="84" name="shape-336">
            <a:extLst>
              <a:ext uri="{FF2B5EF4-FFF2-40B4-BE49-F238E27FC236}">
                <a16:creationId xmlns:a16="http://schemas.microsoft.com/office/drawing/2014/main" id="{10AAE9FE-BF2B-4B1D-93C5-C354D301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8058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337">
            <a:extLst>
              <a:ext uri="{FF2B5EF4-FFF2-40B4-BE49-F238E27FC236}">
                <a16:creationId xmlns:a16="http://schemas.microsoft.com/office/drawing/2014/main" id="{FC440C49-A5FA-4915-A4AC-ABD2282D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80581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338">
            <a:extLst>
              <a:ext uri="{FF2B5EF4-FFF2-40B4-BE49-F238E27FC236}">
                <a16:creationId xmlns:a16="http://schemas.microsoft.com/office/drawing/2014/main" id="{0E0A8A0E-3B1B-4536-8F30-1BF6408F70D6}"/>
              </a:ext>
            </a:extLst>
          </p:cNvPr>
          <p:cNvSpPr>
            <a:spLocks noGrp="1"/>
          </p:cNvSpPr>
          <p:nvPr/>
        </p:nvSpPr>
        <p:spPr>
          <a:xfrm>
            <a:off x="78676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20</a:t>
            </a:r>
          </a:p>
        </p:txBody>
      </p:sp>
      <p:sp>
        <p:nvSpPr>
          <p:cNvPr id="87" name="shape-339">
            <a:extLst>
              <a:ext uri="{FF2B5EF4-FFF2-40B4-BE49-F238E27FC236}">
                <a16:creationId xmlns:a16="http://schemas.microsoft.com/office/drawing/2014/main" id="{A1C436E2-B0DF-4EB5-8147-2C00E5DE53FA}"/>
              </a:ext>
            </a:extLst>
          </p:cNvPr>
          <p:cNvSpPr>
            <a:spLocks noGrp="1"/>
          </p:cNvSpPr>
          <p:nvPr/>
        </p:nvSpPr>
        <p:spPr>
          <a:xfrm>
            <a:off x="99250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88" name="shape-340">
            <a:extLst>
              <a:ext uri="{FF2B5EF4-FFF2-40B4-BE49-F238E27FC236}">
                <a16:creationId xmlns:a16="http://schemas.microsoft.com/office/drawing/2014/main" id="{D2A631AB-D6CD-4673-951F-9804B44A80AE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เอาต์พุต Port 1</a:t>
            </a:r>
          </a:p>
        </p:txBody>
      </p:sp>
      <p:sp>
        <p:nvSpPr>
          <p:cNvPr id="89" name="shape-341">
            <a:extLst>
              <a:ext uri="{FF2B5EF4-FFF2-40B4-BE49-F238E27FC236}">
                <a16:creationId xmlns:a16="http://schemas.microsoft.com/office/drawing/2014/main" id="{A7C4622E-0D5C-4170-A475-34F79C7A1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29908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342">
            <a:extLst>
              <a:ext uri="{FF2B5EF4-FFF2-40B4-BE49-F238E27FC236}">
                <a16:creationId xmlns:a16="http://schemas.microsoft.com/office/drawing/2014/main" id="{CF222B8A-E5D4-493F-9ADE-533719F4005D}"/>
              </a:ext>
            </a:extLst>
          </p:cNvPr>
          <p:cNvSpPr>
            <a:spLocks noGrp="1"/>
          </p:cNvSpPr>
          <p:nvPr/>
        </p:nvSpPr>
        <p:spPr>
          <a:xfrm>
            <a:off x="2552700" y="28003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P1.0   IN1</a:t>
            </a:r>
          </a:p>
        </p:txBody>
      </p:sp>
      <p:sp>
        <p:nvSpPr>
          <p:cNvPr id="91" name="shape-343">
            <a:extLst>
              <a:ext uri="{FF2B5EF4-FFF2-40B4-BE49-F238E27FC236}">
                <a16:creationId xmlns:a16="http://schemas.microsoft.com/office/drawing/2014/main" id="{2F34A202-D771-4802-B82B-E926FEF4B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2575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344">
            <a:extLst>
              <a:ext uri="{FF2B5EF4-FFF2-40B4-BE49-F238E27FC236}">
                <a16:creationId xmlns:a16="http://schemas.microsoft.com/office/drawing/2014/main" id="{EB87B1F8-A329-4511-BDFD-68194F166AFA}"/>
              </a:ext>
            </a:extLst>
          </p:cNvPr>
          <p:cNvSpPr>
            <a:spLocks noGrp="1"/>
          </p:cNvSpPr>
          <p:nvPr/>
        </p:nvSpPr>
        <p:spPr>
          <a:xfrm>
            <a:off x="2552700" y="3067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P1.1   IN2</a:t>
            </a:r>
          </a:p>
        </p:txBody>
      </p:sp>
      <p:sp>
        <p:nvSpPr>
          <p:cNvPr id="93" name="shape-345">
            <a:extLst>
              <a:ext uri="{FF2B5EF4-FFF2-40B4-BE49-F238E27FC236}">
                <a16:creationId xmlns:a16="http://schemas.microsoft.com/office/drawing/2014/main" id="{FA838FD6-A37E-4968-87A8-1AE7C45FB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5242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346">
            <a:extLst>
              <a:ext uri="{FF2B5EF4-FFF2-40B4-BE49-F238E27FC236}">
                <a16:creationId xmlns:a16="http://schemas.microsoft.com/office/drawing/2014/main" id="{B58B1DCA-059A-4DA0-AB93-F78CDEF8CF8A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P1.2   RUN_N</a:t>
            </a:r>
          </a:p>
        </p:txBody>
      </p:sp>
      <p:sp>
        <p:nvSpPr>
          <p:cNvPr id="95" name="shape-347">
            <a:extLst>
              <a:ext uri="{FF2B5EF4-FFF2-40B4-BE49-F238E27FC236}">
                <a16:creationId xmlns:a16="http://schemas.microsoft.com/office/drawing/2014/main" id="{F14F6285-CD0C-4850-8063-B1F1601AC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7909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348">
            <a:extLst>
              <a:ext uri="{FF2B5EF4-FFF2-40B4-BE49-F238E27FC236}">
                <a16:creationId xmlns:a16="http://schemas.microsoft.com/office/drawing/2014/main" id="{4D7FC351-EC47-42E1-B108-581723BE1EBB}"/>
              </a:ext>
            </a:extLst>
          </p:cNvPr>
          <p:cNvSpPr>
            <a:spLocks noGrp="1"/>
          </p:cNvSpPr>
          <p:nvPr/>
        </p:nvSpPr>
        <p:spPr>
          <a:xfrm>
            <a:off x="2552700" y="36004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P1.3   สำรอง = 1</a:t>
            </a:r>
          </a:p>
        </p:txBody>
      </p:sp>
      <p:sp>
        <p:nvSpPr>
          <p:cNvPr id="97" name="shape-349">
            <a:extLst>
              <a:ext uri="{FF2B5EF4-FFF2-40B4-BE49-F238E27FC236}">
                <a16:creationId xmlns:a16="http://schemas.microsoft.com/office/drawing/2014/main" id="{04DAA040-E796-4101-876B-F6107DA99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0576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350">
            <a:extLst>
              <a:ext uri="{FF2B5EF4-FFF2-40B4-BE49-F238E27FC236}">
                <a16:creationId xmlns:a16="http://schemas.microsoft.com/office/drawing/2014/main" id="{F4B14775-7E55-44B9-8F9F-1E8218588E3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P1.4   RED_N</a:t>
            </a:r>
          </a:p>
        </p:txBody>
      </p:sp>
      <p:sp>
        <p:nvSpPr>
          <p:cNvPr id="99" name="shape-351">
            <a:extLst>
              <a:ext uri="{FF2B5EF4-FFF2-40B4-BE49-F238E27FC236}">
                <a16:creationId xmlns:a16="http://schemas.microsoft.com/office/drawing/2014/main" id="{56645AB6-A70F-4F54-8962-19B6B624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3243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352">
            <a:extLst>
              <a:ext uri="{FF2B5EF4-FFF2-40B4-BE49-F238E27FC236}">
                <a16:creationId xmlns:a16="http://schemas.microsoft.com/office/drawing/2014/main" id="{243DCE1F-AB03-445D-86FF-0A4D60871E2D}"/>
              </a:ext>
            </a:extLst>
          </p:cNvPr>
          <p:cNvSpPr>
            <a:spLocks noGrp="1"/>
          </p:cNvSpPr>
          <p:nvPr/>
        </p:nvSpPr>
        <p:spPr>
          <a:xfrm>
            <a:off x="2552700" y="41338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P1.5   GREEN_N</a:t>
            </a:r>
          </a:p>
        </p:txBody>
      </p:sp>
      <p:sp>
        <p:nvSpPr>
          <p:cNvPr id="101" name="shape-353">
            <a:extLst>
              <a:ext uri="{FF2B5EF4-FFF2-40B4-BE49-F238E27FC236}">
                <a16:creationId xmlns:a16="http://schemas.microsoft.com/office/drawing/2014/main" id="{6E459FBB-8502-4FE8-9EEF-67DF65E76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5910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354">
            <a:extLst>
              <a:ext uri="{FF2B5EF4-FFF2-40B4-BE49-F238E27FC236}">
                <a16:creationId xmlns:a16="http://schemas.microsoft.com/office/drawing/2014/main" id="{548A837C-0F72-4A55-AF53-8AD69EBFDAB5}"/>
              </a:ext>
            </a:extLst>
          </p:cNvPr>
          <p:cNvSpPr>
            <a:spLocks noGrp="1"/>
          </p:cNvSpPr>
          <p:nvPr/>
        </p:nvSpPr>
        <p:spPr>
          <a:xfrm>
            <a:off x="2552700" y="44005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P1.6   สำรอง = 1</a:t>
            </a:r>
          </a:p>
        </p:txBody>
      </p:sp>
      <p:sp>
        <p:nvSpPr>
          <p:cNvPr id="103" name="shape-355">
            <a:extLst>
              <a:ext uri="{FF2B5EF4-FFF2-40B4-BE49-F238E27FC236}">
                <a16:creationId xmlns:a16="http://schemas.microsoft.com/office/drawing/2014/main" id="{808068B5-5B66-4E72-A1A6-2A259ADFD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8577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356">
            <a:extLst>
              <a:ext uri="{FF2B5EF4-FFF2-40B4-BE49-F238E27FC236}">
                <a16:creationId xmlns:a16="http://schemas.microsoft.com/office/drawing/2014/main" id="{D10F08D9-A324-4C12-B7F2-66A452DDED8F}"/>
              </a:ext>
            </a:extLst>
          </p:cNvPr>
          <p:cNvSpPr>
            <a:spLocks noGrp="1"/>
          </p:cNvSpPr>
          <p:nvPr/>
        </p:nvSpPr>
        <p:spPr>
          <a:xfrm>
            <a:off x="2552700" y="46672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P1.7   BUZZ_N</a:t>
            </a:r>
          </a:p>
        </p:txBody>
      </p:sp>
      <p:sp>
        <p:nvSpPr>
          <p:cNvPr id="105" name="shape-357">
            <a:extLst>
              <a:ext uri="{FF2B5EF4-FFF2-40B4-BE49-F238E27FC236}">
                <a16:creationId xmlns:a16="http://schemas.microsoft.com/office/drawing/2014/main" id="{41920ED9-5219-46DB-AFB1-1EF32BA51367}"/>
              </a:ext>
            </a:extLst>
          </p:cNvPr>
          <p:cNvSpPr>
            <a:spLocks noGrp="1"/>
          </p:cNvSpPr>
          <p:nvPr/>
        </p:nvSpPr>
        <p:spPr>
          <a:xfrm>
            <a:off x="1066800" y="5905500"/>
            <a:ext cx="5562600" cy="12954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_N ทำงานเมื่อขาเป็น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P1.3 และ P1.6 คงระดับ 1</a:t>
            </a:r>
          </a:p>
        </p:txBody>
      </p:sp>
      <p:sp>
        <p:nvSpPr>
          <p:cNvPr id="106" name="shape-358">
            <a:extLst>
              <a:ext uri="{FF2B5EF4-FFF2-40B4-BE49-F238E27FC236}">
                <a16:creationId xmlns:a16="http://schemas.microsoft.com/office/drawing/2014/main" id="{049D2590-B3E3-4DFF-AC5F-64413B45C7F1}"/>
              </a:ext>
            </a:extLst>
          </p:cNvPr>
          <p:cNvSpPr>
            <a:spLocks noGrp="1"/>
          </p:cNvSpPr>
          <p:nvPr/>
        </p:nvSpPr>
        <p:spPr>
          <a:xfrm>
            <a:off x="11620500" y="2628900"/>
            <a:ext cx="56769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อินพุต Port 2</a:t>
            </a:r>
          </a:p>
        </p:txBody>
      </p:sp>
      <p:sp>
        <p:nvSpPr>
          <p:cNvPr id="107" name="shape-359">
            <a:extLst>
              <a:ext uri="{FF2B5EF4-FFF2-40B4-BE49-F238E27FC236}">
                <a16:creationId xmlns:a16="http://schemas.microsoft.com/office/drawing/2014/main" id="{6C718864-4D64-4216-A25E-5132914C0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2103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360">
            <a:extLst>
              <a:ext uri="{FF2B5EF4-FFF2-40B4-BE49-F238E27FC236}">
                <a16:creationId xmlns:a16="http://schemas.microsoft.com/office/drawing/2014/main" id="{72539FD7-4DB9-4F5C-8B34-70C38F94ED2C}"/>
              </a:ext>
            </a:extLst>
          </p:cNvPr>
          <p:cNvSpPr>
            <a:spLocks noGrp="1"/>
          </p:cNvSpPr>
          <p:nvPr/>
        </p:nvSpPr>
        <p:spPr>
          <a:xfrm>
            <a:off x="12001500" y="60198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P2.7   E-stop NC2</a:t>
            </a:r>
          </a:p>
        </p:txBody>
      </p:sp>
      <p:sp>
        <p:nvSpPr>
          <p:cNvPr id="109" name="shape-361">
            <a:extLst>
              <a:ext uri="{FF2B5EF4-FFF2-40B4-BE49-F238E27FC236}">
                <a16:creationId xmlns:a16="http://schemas.microsoft.com/office/drawing/2014/main" id="{85618ECE-CAA7-4EF5-8866-9EA6D143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4770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0" name="shape-362">
            <a:extLst>
              <a:ext uri="{FF2B5EF4-FFF2-40B4-BE49-F238E27FC236}">
                <a16:creationId xmlns:a16="http://schemas.microsoft.com/office/drawing/2014/main" id="{A93BD9E0-5E0E-4E85-B135-D0557E359BBB}"/>
              </a:ext>
            </a:extLst>
          </p:cNvPr>
          <p:cNvSpPr>
            <a:spLocks noGrp="1"/>
          </p:cNvSpPr>
          <p:nvPr/>
        </p:nvSpPr>
        <p:spPr>
          <a:xfrm>
            <a:off x="12001500" y="62865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P2.6   Reset</a:t>
            </a:r>
          </a:p>
        </p:txBody>
      </p:sp>
      <p:sp>
        <p:nvSpPr>
          <p:cNvPr id="111" name="shape-363">
            <a:extLst>
              <a:ext uri="{FF2B5EF4-FFF2-40B4-BE49-F238E27FC236}">
                <a16:creationId xmlns:a16="http://schemas.microsoft.com/office/drawing/2014/main" id="{8E807362-B44C-4F17-BAE7-DA1E8936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7437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2" name="shape-364">
            <a:extLst>
              <a:ext uri="{FF2B5EF4-FFF2-40B4-BE49-F238E27FC236}">
                <a16:creationId xmlns:a16="http://schemas.microsoft.com/office/drawing/2014/main" id="{A7154A00-BA0E-46F1-BA3D-030ECC21C4F1}"/>
              </a:ext>
            </a:extLst>
          </p:cNvPr>
          <p:cNvSpPr>
            <a:spLocks noGrp="1"/>
          </p:cNvSpPr>
          <p:nvPr/>
        </p:nvSpPr>
        <p:spPr>
          <a:xfrm>
            <a:off x="12001500" y="65532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P2.5   ลำแสงบน</a:t>
            </a:r>
          </a:p>
        </p:txBody>
      </p:sp>
      <p:sp>
        <p:nvSpPr>
          <p:cNvPr id="113" name="shape-365">
            <a:extLst>
              <a:ext uri="{FF2B5EF4-FFF2-40B4-BE49-F238E27FC236}">
                <a16:creationId xmlns:a16="http://schemas.microsoft.com/office/drawing/2014/main" id="{B1BF9D15-41BD-45E6-9FCB-54790C6F2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0104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4" name="shape-366">
            <a:extLst>
              <a:ext uri="{FF2B5EF4-FFF2-40B4-BE49-F238E27FC236}">
                <a16:creationId xmlns:a16="http://schemas.microsoft.com/office/drawing/2014/main" id="{CD509253-39A3-49E8-9ED4-1CDF0D9ED83F}"/>
              </a:ext>
            </a:extLst>
          </p:cNvPr>
          <p:cNvSpPr>
            <a:spLocks noGrp="1"/>
          </p:cNvSpPr>
          <p:nvPr/>
        </p:nvSpPr>
        <p:spPr>
          <a:xfrm>
            <a:off x="12001500" y="68199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P2.4   LC ลิมิตปิด</a:t>
            </a:r>
          </a:p>
        </p:txBody>
      </p:sp>
      <p:sp>
        <p:nvSpPr>
          <p:cNvPr id="115" name="shape-367">
            <a:extLst>
              <a:ext uri="{FF2B5EF4-FFF2-40B4-BE49-F238E27FC236}">
                <a16:creationId xmlns:a16="http://schemas.microsoft.com/office/drawing/2014/main" id="{174F4474-B732-4DAE-B0DB-288826C41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2771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6" name="shape-368">
            <a:extLst>
              <a:ext uri="{FF2B5EF4-FFF2-40B4-BE49-F238E27FC236}">
                <a16:creationId xmlns:a16="http://schemas.microsoft.com/office/drawing/2014/main" id="{96C2A399-5CB5-4F70-9AFA-BAFCE18C19CC}"/>
              </a:ext>
            </a:extLst>
          </p:cNvPr>
          <p:cNvSpPr>
            <a:spLocks noGrp="1"/>
          </p:cNvSpPr>
          <p:nvPr/>
        </p:nvSpPr>
        <p:spPr>
          <a:xfrm>
            <a:off x="12001500" y="70866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P2.3   LO ลิมิตเปิด</a:t>
            </a:r>
          </a:p>
        </p:txBody>
      </p:sp>
      <p:sp>
        <p:nvSpPr>
          <p:cNvPr id="117" name="shape-369">
            <a:extLst>
              <a:ext uri="{FF2B5EF4-FFF2-40B4-BE49-F238E27FC236}">
                <a16:creationId xmlns:a16="http://schemas.microsoft.com/office/drawing/2014/main" id="{00C4564F-C4D7-48F3-ABD5-1A25F3A40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5438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8" name="shape-370">
            <a:extLst>
              <a:ext uri="{FF2B5EF4-FFF2-40B4-BE49-F238E27FC236}">
                <a16:creationId xmlns:a16="http://schemas.microsoft.com/office/drawing/2014/main" id="{45F6359F-8B89-485B-BF97-6B261DA23A92}"/>
              </a:ext>
            </a:extLst>
          </p:cNvPr>
          <p:cNvSpPr>
            <a:spLocks noGrp="1"/>
          </p:cNvSpPr>
          <p:nvPr/>
        </p:nvSpPr>
        <p:spPr>
          <a:xfrm>
            <a:off x="12001500" y="73533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P2.2   ลำแสงล่าง</a:t>
            </a:r>
          </a:p>
        </p:txBody>
      </p:sp>
      <p:sp>
        <p:nvSpPr>
          <p:cNvPr id="119" name="shape-371">
            <a:extLst>
              <a:ext uri="{FF2B5EF4-FFF2-40B4-BE49-F238E27FC236}">
                <a16:creationId xmlns:a16="http://schemas.microsoft.com/office/drawing/2014/main" id="{58A8D1BC-F35E-496E-9F59-D9EEF08F9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8105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0" name="shape-372">
            <a:extLst>
              <a:ext uri="{FF2B5EF4-FFF2-40B4-BE49-F238E27FC236}">
                <a16:creationId xmlns:a16="http://schemas.microsoft.com/office/drawing/2014/main" id="{F005E09E-7C78-454A-9ECD-1E9E9529179D}"/>
              </a:ext>
            </a:extLst>
          </p:cNvPr>
          <p:cNvSpPr>
            <a:spLocks noGrp="1"/>
          </p:cNvSpPr>
          <p:nvPr/>
        </p:nvSpPr>
        <p:spPr>
          <a:xfrm>
            <a:off x="12001500" y="76200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P2.1   ปุ่มเปิดด้านนอก</a:t>
            </a:r>
          </a:p>
        </p:txBody>
      </p:sp>
      <p:sp>
        <p:nvSpPr>
          <p:cNvPr id="121" name="shape-373">
            <a:extLst>
              <a:ext uri="{FF2B5EF4-FFF2-40B4-BE49-F238E27FC236}">
                <a16:creationId xmlns:a16="http://schemas.microsoft.com/office/drawing/2014/main" id="{1CAE18E5-1FF2-4B7C-A66E-14FB69203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80772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2" name="shape-374">
            <a:extLst>
              <a:ext uri="{FF2B5EF4-FFF2-40B4-BE49-F238E27FC236}">
                <a16:creationId xmlns:a16="http://schemas.microsoft.com/office/drawing/2014/main" id="{115FB488-8964-466B-99DF-388AF7F25F90}"/>
              </a:ext>
            </a:extLst>
          </p:cNvPr>
          <p:cNvSpPr>
            <a:spLocks noGrp="1"/>
          </p:cNvSpPr>
          <p:nvPr/>
        </p:nvSpPr>
        <p:spPr>
          <a:xfrm>
            <a:off x="12001500" y="78867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P2.0   ปุ่มเปิดด้านใน</a:t>
            </a:r>
          </a:p>
        </p:txBody>
      </p:sp>
      <p:sp>
        <p:nvSpPr>
          <p:cNvPr id="123" name="shape-375">
            <a:extLst>
              <a:ext uri="{FF2B5EF4-FFF2-40B4-BE49-F238E27FC236}">
                <a16:creationId xmlns:a16="http://schemas.microsoft.com/office/drawing/2014/main" id="{465B090B-2DD0-4629-9B1A-8AB3DFF94C8C}"/>
              </a:ext>
            </a:extLst>
          </p:cNvPr>
          <p:cNvSpPr>
            <a:spLocks noGrp="1"/>
          </p:cNvSpPr>
          <p:nvPr/>
        </p:nvSpPr>
        <p:spPr>
          <a:xfrm>
            <a:off x="11620500" y="3381375"/>
            <a:ext cx="5676900" cy="1257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ปุ่มและลิมิตทำงานเมื่อเป็น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ลำแสงถูกบังหรือ E-stop เป็น 1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= FFH เพื่ออ่านอินพุต</a:t>
            </a:r>
          </a:p>
        </p:txBody>
      </p:sp>
      <p:sp>
        <p:nvSpPr>
          <p:cNvPr id="124" name="shape-376">
            <a:extLst>
              <a:ext uri="{FF2B5EF4-FFF2-40B4-BE49-F238E27FC236}">
                <a16:creationId xmlns:a16="http://schemas.microsoft.com/office/drawing/2014/main" id="{69BECAB9-A985-4D43-BBDC-229F4ECEBC4B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P0 แสดงรหัสสถานะและต้องมี pull-up ภายนอก    ขาอื่นในภาพแสดงเฉพาะหมายเลขเพื่อรักษาตำแหน่ง DIP-40</a:t>
            </a:r>
          </a:p>
        </p:txBody>
      </p:sp>
    </p:spTree>
    <p:extLst>
      <p:ext uri="{BB962C8B-B14F-4D97-AF65-F5344CB8AC3E}">
        <p14:creationId xmlns:p14="http://schemas.microsoft.com/office/powerpoint/2010/main" val="193186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377">
            <a:extLst>
              <a:ext uri="{FF2B5EF4-FFF2-40B4-BE49-F238E27FC236}">
                <a16:creationId xmlns:a16="http://schemas.microsoft.com/office/drawing/2014/main" id="{7C8C8404-E553-4A0A-AAD7-B01644600BE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เริ่มระบบและตรวจตำแหน่ง</a:t>
            </a:r>
          </a:p>
        </p:txBody>
      </p:sp>
      <p:sp>
        <p:nvSpPr>
          <p:cNvPr id="2" name="shape-378">
            <a:extLst>
              <a:ext uri="{FF2B5EF4-FFF2-40B4-BE49-F238E27FC236}">
                <a16:creationId xmlns:a16="http://schemas.microsoft.com/office/drawing/2014/main" id="{A0515E63-4719-44D2-AA81-5AA066FF7AB7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START ในเฟิร์มแวร์ฉบับสอน</a:t>
            </a:r>
          </a:p>
        </p:txBody>
      </p:sp>
      <p:sp>
        <p:nvSpPr>
          <p:cNvPr id="3" name="shape-379">
            <a:extLst>
              <a:ext uri="{FF2B5EF4-FFF2-40B4-BE49-F238E27FC236}">
                <a16:creationId xmlns:a16="http://schemas.microsoft.com/office/drawing/2014/main" id="{99362C4E-786E-4EA7-B059-3D3C41790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80">
            <a:extLst>
              <a:ext uri="{FF2B5EF4-FFF2-40B4-BE49-F238E27FC236}">
                <a16:creationId xmlns:a16="http://schemas.microsoft.com/office/drawing/2014/main" id="{3FDA4420-50B5-47B9-BC0B-3F588F50FEC9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shape-381">
            <a:extLst>
              <a:ext uri="{FF2B5EF4-FFF2-40B4-BE49-F238E27FC236}">
                <a16:creationId xmlns:a16="http://schemas.microsoft.com/office/drawing/2014/main" id="{26ECC6F3-1E5E-40E6-AA27-AF8FCFB7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82">
            <a:extLst>
              <a:ext uri="{FF2B5EF4-FFF2-40B4-BE49-F238E27FC236}">
                <a16:creationId xmlns:a16="http://schemas.microsoft.com/office/drawing/2014/main" id="{6A9D067C-A60A-49AE-A353-7F2971003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27813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83">
            <a:extLst>
              <a:ext uri="{FF2B5EF4-FFF2-40B4-BE49-F238E27FC236}">
                <a16:creationId xmlns:a16="http://schemas.microsoft.com/office/drawing/2014/main" id="{D6790F54-EAB7-4E6E-95B8-62040EC3B35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8" name="shape-384">
            <a:extLst>
              <a:ext uri="{FF2B5EF4-FFF2-40B4-BE49-F238E27FC236}">
                <a16:creationId xmlns:a16="http://schemas.microsoft.com/office/drawing/2014/main" id="{9870151E-8407-4797-9EE8-313B1C0D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385">
            <a:extLst>
              <a:ext uri="{FF2B5EF4-FFF2-40B4-BE49-F238E27FC236}">
                <a16:creationId xmlns:a16="http://schemas.microsoft.com/office/drawing/2014/main" id="{5676C69A-820B-4708-9F55-48864132E741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386">
            <a:extLst>
              <a:ext uri="{FF2B5EF4-FFF2-40B4-BE49-F238E27FC236}">
                <a16:creationId xmlns:a16="http://schemas.microsoft.com/office/drawing/2014/main" id="{6E67345F-2B1D-4FFC-A46C-25924FB72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87">
            <a:extLst>
              <a:ext uri="{FF2B5EF4-FFF2-40B4-BE49-F238E27FC236}">
                <a16:creationId xmlns:a16="http://schemas.microsoft.com/office/drawing/2014/main" id="{FBBDED11-428C-4748-94DF-4585A91594F4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388">
            <a:extLst>
              <a:ext uri="{FF2B5EF4-FFF2-40B4-BE49-F238E27FC236}">
                <a16:creationId xmlns:a16="http://schemas.microsoft.com/office/drawing/2014/main" id="{5AF43C51-D255-44E4-97AD-9DF0A4ED7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389">
            <a:extLst>
              <a:ext uri="{FF2B5EF4-FFF2-40B4-BE49-F238E27FC236}">
                <a16:creationId xmlns:a16="http://schemas.microsoft.com/office/drawing/2014/main" id="{B471BF89-66C2-4983-8F72-D33907B3AAA2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390">
            <a:extLst>
              <a:ext uri="{FF2B5EF4-FFF2-40B4-BE49-F238E27FC236}">
                <a16:creationId xmlns:a16="http://schemas.microsoft.com/office/drawing/2014/main" id="{F2B895EA-D724-4CF7-B651-C5A5261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91">
            <a:extLst>
              <a:ext uri="{FF2B5EF4-FFF2-40B4-BE49-F238E27FC236}">
                <a16:creationId xmlns:a16="http://schemas.microsoft.com/office/drawing/2014/main" id="{8C3CB324-D963-4AE3-BE09-469F8FB8F013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392">
            <a:extLst>
              <a:ext uri="{FF2B5EF4-FFF2-40B4-BE49-F238E27FC236}">
                <a16:creationId xmlns:a16="http://schemas.microsoft.com/office/drawing/2014/main" id="{48C67A2E-5DF0-4001-B227-325EBE16E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93">
            <a:extLst>
              <a:ext uri="{FF2B5EF4-FFF2-40B4-BE49-F238E27FC236}">
                <a16:creationId xmlns:a16="http://schemas.microsoft.com/office/drawing/2014/main" id="{F51698B0-7283-4C96-9B4D-7759C53ABA5D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394">
            <a:extLst>
              <a:ext uri="{FF2B5EF4-FFF2-40B4-BE49-F238E27FC236}">
                <a16:creationId xmlns:a16="http://schemas.microsoft.com/office/drawing/2014/main" id="{F8A73D11-E723-4369-9993-7CA067BE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395">
            <a:extLst>
              <a:ext uri="{FF2B5EF4-FFF2-40B4-BE49-F238E27FC236}">
                <a16:creationId xmlns:a16="http://schemas.microsoft.com/office/drawing/2014/main" id="{4756DFF0-E4E2-406C-A99B-F58E2174EEE0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396">
            <a:extLst>
              <a:ext uri="{FF2B5EF4-FFF2-40B4-BE49-F238E27FC236}">
                <a16:creationId xmlns:a16="http://schemas.microsoft.com/office/drawing/2014/main" id="{824BC908-F2BD-46CF-9357-96A3D8EB7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397">
            <a:extLst>
              <a:ext uri="{FF2B5EF4-FFF2-40B4-BE49-F238E27FC236}">
                <a16:creationId xmlns:a16="http://schemas.microsoft.com/office/drawing/2014/main" id="{BCD81D25-4CBB-4E4B-927B-0E0057F3D57E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398">
            <a:extLst>
              <a:ext uri="{FF2B5EF4-FFF2-40B4-BE49-F238E27FC236}">
                <a16:creationId xmlns:a16="http://schemas.microsoft.com/office/drawing/2014/main" id="{A6D04D3E-98FC-4F98-A377-3BDE12A1B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399">
            <a:extLst>
              <a:ext uri="{FF2B5EF4-FFF2-40B4-BE49-F238E27FC236}">
                <a16:creationId xmlns:a16="http://schemas.microsoft.com/office/drawing/2014/main" id="{F61F212E-45C2-4CC9-88C6-7513AEC8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400">
            <a:extLst>
              <a:ext uri="{FF2B5EF4-FFF2-40B4-BE49-F238E27FC236}">
                <a16:creationId xmlns:a16="http://schemas.microsoft.com/office/drawing/2014/main" id="{0C761C1C-CB2F-454D-A88D-4F0104CCD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401">
            <a:extLst>
              <a:ext uri="{FF2B5EF4-FFF2-40B4-BE49-F238E27FC236}">
                <a16:creationId xmlns:a16="http://schemas.microsoft.com/office/drawing/2014/main" id="{71DBEF4B-9700-4601-8BB7-A2BC3B99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402">
            <a:extLst>
              <a:ext uri="{FF2B5EF4-FFF2-40B4-BE49-F238E27FC236}">
                <a16:creationId xmlns:a16="http://schemas.microsoft.com/office/drawing/2014/main" id="{7F4CFDA2-794F-42D7-9195-37BDACD4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403">
            <a:extLst>
              <a:ext uri="{FF2B5EF4-FFF2-40B4-BE49-F238E27FC236}">
                <a16:creationId xmlns:a16="http://schemas.microsoft.com/office/drawing/2014/main" id="{860AF447-8755-4928-B68B-129A20E30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404">
            <a:extLst>
              <a:ext uri="{FF2B5EF4-FFF2-40B4-BE49-F238E27FC236}">
                <a16:creationId xmlns:a16="http://schemas.microsoft.com/office/drawing/2014/main" id="{F452B01D-4BF4-4E4E-8E29-AA5B739B0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405">
            <a:extLst>
              <a:ext uri="{FF2B5EF4-FFF2-40B4-BE49-F238E27FC236}">
                <a16:creationId xmlns:a16="http://schemas.microsoft.com/office/drawing/2014/main" id="{4B1D82B5-70D4-4457-9DC9-400D3E081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06">
            <a:extLst>
              <a:ext uri="{FF2B5EF4-FFF2-40B4-BE49-F238E27FC236}">
                <a16:creationId xmlns:a16="http://schemas.microsoft.com/office/drawing/2014/main" id="{BFE821BC-7E58-49E0-B101-67F961FA732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407">
            <a:extLst>
              <a:ext uri="{FF2B5EF4-FFF2-40B4-BE49-F238E27FC236}">
                <a16:creationId xmlns:a16="http://schemas.microsoft.com/office/drawing/2014/main" id="{2B4DB8B4-0B91-44EC-AB4D-29DC7B0BD52D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F8H    P1 = ECH</a:t>
            </a:r>
          </a:p>
        </p:txBody>
      </p:sp>
      <p:sp>
        <p:nvSpPr>
          <p:cNvPr id="32" name="shape-408">
            <a:extLst>
              <a:ext uri="{FF2B5EF4-FFF2-40B4-BE49-F238E27FC236}">
                <a16:creationId xmlns:a16="http://schemas.microsoft.com/office/drawing/2014/main" id="{08DF560E-3091-411A-A368-7BE6F03EF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409">
            <a:extLst>
              <a:ext uri="{FF2B5EF4-FFF2-40B4-BE49-F238E27FC236}">
                <a16:creationId xmlns:a16="http://schemas.microsoft.com/office/drawing/2014/main" id="{50BCE8D5-6746-4479-AF69-526E01499E6E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410">
            <a:extLst>
              <a:ext uri="{FF2B5EF4-FFF2-40B4-BE49-F238E27FC236}">
                <a16:creationId xmlns:a16="http://schemas.microsoft.com/office/drawing/2014/main" id="{9D49E40E-6A79-413B-8022-8D798A1A3ED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START:</a:t>
            </a:r>
          </a:p>
        </p:txBody>
      </p:sp>
      <p:sp>
        <p:nvSpPr>
          <p:cNvPr id="35" name="shape-411">
            <a:extLst>
              <a:ext uri="{FF2B5EF4-FFF2-40B4-BE49-F238E27FC236}">
                <a16:creationId xmlns:a16="http://schemas.microsoft.com/office/drawing/2014/main" id="{E147634E-E495-47A5-931C-67AEC290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412">
            <a:extLst>
              <a:ext uri="{FF2B5EF4-FFF2-40B4-BE49-F238E27FC236}">
                <a16:creationId xmlns:a16="http://schemas.microsoft.com/office/drawing/2014/main" id="{6E6F0CD7-0CC3-40BF-B979-9D0D59F5BB7F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P2,#0FFH</a:t>
            </a:r>
          </a:p>
        </p:txBody>
      </p:sp>
      <p:sp>
        <p:nvSpPr>
          <p:cNvPr id="37" name="shape-413">
            <a:extLst>
              <a:ext uri="{FF2B5EF4-FFF2-40B4-BE49-F238E27FC236}">
                <a16:creationId xmlns:a16="http://schemas.microsoft.com/office/drawing/2014/main" id="{30D64A3E-4132-4071-8540-34DCED5E062B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8" name="shape-414">
            <a:extLst>
              <a:ext uri="{FF2B5EF4-FFF2-40B4-BE49-F238E27FC236}">
                <a16:creationId xmlns:a16="http://schemas.microsoft.com/office/drawing/2014/main" id="{FEA89C67-C6F8-4F17-B19B-F88583DA283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P1,#0ECH</a:t>
            </a:r>
          </a:p>
        </p:txBody>
      </p:sp>
      <p:sp>
        <p:nvSpPr>
          <p:cNvPr id="39" name="shape-415">
            <a:extLst>
              <a:ext uri="{FF2B5EF4-FFF2-40B4-BE49-F238E27FC236}">
                <a16:creationId xmlns:a16="http://schemas.microsoft.com/office/drawing/2014/main" id="{C52F7DDF-8C18-4D8A-9214-22AA58D9E7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P0,#0F8H</a:t>
            </a:r>
          </a:p>
        </p:txBody>
      </p:sp>
      <p:sp>
        <p:nvSpPr>
          <p:cNvPr id="40" name="shape-416">
            <a:extLst>
              <a:ext uri="{FF2B5EF4-FFF2-40B4-BE49-F238E27FC236}">
                <a16:creationId xmlns:a16="http://schemas.microsoft.com/office/drawing/2014/main" id="{BB1223D6-F090-4895-8AD0-961756BCEBA8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TMOD,#01H</a:t>
            </a:r>
          </a:p>
        </p:txBody>
      </p:sp>
      <p:sp>
        <p:nvSpPr>
          <p:cNvPr id="41" name="shape-417">
            <a:extLst>
              <a:ext uri="{FF2B5EF4-FFF2-40B4-BE49-F238E27FC236}">
                <a16:creationId xmlns:a16="http://schemas.microsoft.com/office/drawing/2014/main" id="{52F1210F-024D-4BC0-8F0B-B2BD07C01AE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2" name="shape-418">
            <a:extLst>
              <a:ext uri="{FF2B5EF4-FFF2-40B4-BE49-F238E27FC236}">
                <a16:creationId xmlns:a16="http://schemas.microsoft.com/office/drawing/2014/main" id="{C4F60A27-4DE9-443F-8FDD-B756EAB6F96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P2.7,StartFault</a:t>
            </a:r>
          </a:p>
        </p:txBody>
      </p:sp>
      <p:sp>
        <p:nvSpPr>
          <p:cNvPr id="43" name="shape-419">
            <a:extLst>
              <a:ext uri="{FF2B5EF4-FFF2-40B4-BE49-F238E27FC236}">
                <a16:creationId xmlns:a16="http://schemas.microsoft.com/office/drawing/2014/main" id="{3A14ED8B-EB68-48D0-8003-30251DE687A9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P2.3,StartOpen</a:t>
            </a:r>
          </a:p>
        </p:txBody>
      </p:sp>
      <p:sp>
        <p:nvSpPr>
          <p:cNvPr id="44" name="shape-420">
            <a:extLst>
              <a:ext uri="{FF2B5EF4-FFF2-40B4-BE49-F238E27FC236}">
                <a16:creationId xmlns:a16="http://schemas.microsoft.com/office/drawing/2014/main" id="{81702E85-9D6E-4210-90A1-28B7EBBC4DB0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P2.4,StartClosed</a:t>
            </a:r>
          </a:p>
        </p:txBody>
      </p:sp>
      <p:sp>
        <p:nvSpPr>
          <p:cNvPr id="45" name="shape-421">
            <a:extLst>
              <a:ext uri="{FF2B5EF4-FFF2-40B4-BE49-F238E27FC236}">
                <a16:creationId xmlns:a16="http://schemas.microsoft.com/office/drawing/2014/main" id="{00BA7D37-6A2B-4BD9-99F2-503B75202D6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StartFault:</a:t>
            </a:r>
          </a:p>
        </p:txBody>
      </p:sp>
      <p:sp>
        <p:nvSpPr>
          <p:cNvPr id="46" name="shape-422">
            <a:extLst>
              <a:ext uri="{FF2B5EF4-FFF2-40B4-BE49-F238E27FC236}">
                <a16:creationId xmlns:a16="http://schemas.microsoft.com/office/drawing/2014/main" id="{961717AF-B4D0-41CF-82BA-3BFAE3F582F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7" name="shape-423">
            <a:extLst>
              <a:ext uri="{FF2B5EF4-FFF2-40B4-BE49-F238E27FC236}">
                <a16:creationId xmlns:a16="http://schemas.microsoft.com/office/drawing/2014/main" id="{00283999-D61E-4C9E-89F3-9F921F6532A8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StartOpen:</a:t>
            </a:r>
          </a:p>
        </p:txBody>
      </p:sp>
      <p:sp>
        <p:nvSpPr>
          <p:cNvPr id="48" name="shape-424">
            <a:extLst>
              <a:ext uri="{FF2B5EF4-FFF2-40B4-BE49-F238E27FC236}">
                <a16:creationId xmlns:a16="http://schemas.microsoft.com/office/drawing/2014/main" id="{0AAC2396-1E41-43A5-A780-1187D2AA8D2D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P2.4,StartFault</a:t>
            </a:r>
          </a:p>
        </p:txBody>
      </p:sp>
      <p:sp>
        <p:nvSpPr>
          <p:cNvPr id="49" name="shape-425">
            <a:extLst>
              <a:ext uri="{FF2B5EF4-FFF2-40B4-BE49-F238E27FC236}">
                <a16:creationId xmlns:a16="http://schemas.microsoft.com/office/drawing/2014/main" id="{46347F50-A9E4-471D-B44B-FC687E9E6EE5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0" name="shape-426">
            <a:extLst>
              <a:ext uri="{FF2B5EF4-FFF2-40B4-BE49-F238E27FC236}">
                <a16:creationId xmlns:a16="http://schemas.microsoft.com/office/drawing/2014/main" id="{B58A1FCA-80C7-484A-A18D-6302AD20DA37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StartClosed:</a:t>
            </a:r>
          </a:p>
        </p:txBody>
      </p:sp>
      <p:sp>
        <p:nvSpPr>
          <p:cNvPr id="51" name="shape-427">
            <a:extLst>
              <a:ext uri="{FF2B5EF4-FFF2-40B4-BE49-F238E27FC236}">
                <a16:creationId xmlns:a16="http://schemas.microsoft.com/office/drawing/2014/main" id="{FC5384FE-DE98-4C3F-A775-A0A33B6304BC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428">
            <a:extLst>
              <a:ext uri="{FF2B5EF4-FFF2-40B4-BE49-F238E27FC236}">
                <a16:creationId xmlns:a16="http://schemas.microsoft.com/office/drawing/2014/main" id="{1686A42C-354D-4345-BC89-6673BCC9E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429">
            <a:extLst>
              <a:ext uri="{FF2B5EF4-FFF2-40B4-BE49-F238E27FC236}">
                <a16:creationId xmlns:a16="http://schemas.microsoft.com/office/drawing/2014/main" id="{666FDE5D-6240-40BB-ABCF-0590B0DE670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430">
            <a:extLst>
              <a:ext uri="{FF2B5EF4-FFF2-40B4-BE49-F238E27FC236}">
                <a16:creationId xmlns:a16="http://schemas.microsoft.com/office/drawing/2014/main" id="{11AD357C-1AA7-4CF2-9C36-2E918C868EA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P2,#0FFH</a:t>
            </a:r>
          </a:p>
        </p:txBody>
      </p:sp>
      <p:sp>
        <p:nvSpPr>
          <p:cNvPr id="55" name="shape-431">
            <a:extLst>
              <a:ext uri="{FF2B5EF4-FFF2-40B4-BE49-F238E27FC236}">
                <a16:creationId xmlns:a16="http://schemas.microsoft.com/office/drawing/2014/main" id="{9CF91B4D-65FA-48D5-8973-4DFED484882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เขียน 1 ที่ P2 เพื่ออ่านอินพุต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ตัดแรงขับแล้วตรวจลิมิต</a:t>
            </a:r>
          </a:p>
        </p:txBody>
      </p:sp>
      <p:sp>
        <p:nvSpPr>
          <p:cNvPr id="56" name="shape-432">
            <a:extLst>
              <a:ext uri="{FF2B5EF4-FFF2-40B4-BE49-F238E27FC236}">
                <a16:creationId xmlns:a16="http://schemas.microsoft.com/office/drawing/2014/main" id="{1EA6992D-C67F-4398-AA50-44DB234573D4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ลิมิตไม่ชัดเจนให้เข้า FAULT</a:t>
            </a:r>
          </a:p>
        </p:txBody>
      </p:sp>
      <p:sp>
        <p:nvSpPr>
          <p:cNvPr id="57" name="shape-433">
            <a:extLst>
              <a:ext uri="{FF2B5EF4-FFF2-40B4-BE49-F238E27FC236}">
                <a16:creationId xmlns:a16="http://schemas.microsoft.com/office/drawing/2014/main" id="{92476EA3-3CCF-40B5-AB51-50297770D6A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ตรวจตำแหน่งหลังรอ 20 ms</a:t>
            </a:r>
          </a:p>
        </p:txBody>
      </p:sp>
      <p:sp>
        <p:nvSpPr>
          <p:cNvPr id="58" name="shape-434">
            <a:extLst>
              <a:ext uri="{FF2B5EF4-FFF2-40B4-BE49-F238E27FC236}">
                <a16:creationId xmlns:a16="http://schemas.microsoft.com/office/drawing/2014/main" id="{1ADAA5F3-3994-44EA-A263-59D19E37E8C1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11101100B</a:t>
            </a:r>
          </a:p>
        </p:txBody>
      </p:sp>
      <p:sp>
        <p:nvSpPr>
          <p:cNvPr id="59" name="shape-435">
            <a:extLst>
              <a:ext uri="{FF2B5EF4-FFF2-40B4-BE49-F238E27FC236}">
                <a16:creationId xmlns:a16="http://schemas.microsoft.com/office/drawing/2014/main" id="{1B90B1AB-9369-421D-83AB-5C18C7DDF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436">
            <a:extLst>
              <a:ext uri="{FF2B5EF4-FFF2-40B4-BE49-F238E27FC236}">
                <a16:creationId xmlns:a16="http://schemas.microsoft.com/office/drawing/2014/main" id="{B9338098-5769-4AC7-A797-AD356F645B85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1" name="shape-437">
            <a:extLst>
              <a:ext uri="{FF2B5EF4-FFF2-40B4-BE49-F238E27FC236}">
                <a16:creationId xmlns:a16="http://schemas.microsoft.com/office/drawing/2014/main" id="{0CAEF32F-49CE-4E79-9479-41E5628F1510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438">
            <a:extLst>
              <a:ext uri="{FF2B5EF4-FFF2-40B4-BE49-F238E27FC236}">
                <a16:creationId xmlns:a16="http://schemas.microsoft.com/office/drawing/2014/main" id="{1F7A98BC-75C3-4C5B-9EF5-BDC24A6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439">
            <a:extLst>
              <a:ext uri="{FF2B5EF4-FFF2-40B4-BE49-F238E27FC236}">
                <a16:creationId xmlns:a16="http://schemas.microsoft.com/office/drawing/2014/main" id="{F76247EA-9A98-4A6E-B151-307CB98E6D86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440">
            <a:extLst>
              <a:ext uri="{FF2B5EF4-FFF2-40B4-BE49-F238E27FC236}">
                <a16:creationId xmlns:a16="http://schemas.microsoft.com/office/drawing/2014/main" id="{C8633087-EEEC-4E64-8CAF-006580559E3E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441">
            <a:extLst>
              <a:ext uri="{FF2B5EF4-FFF2-40B4-BE49-F238E27FC236}">
                <a16:creationId xmlns:a16="http://schemas.microsoft.com/office/drawing/2014/main" id="{D3B361C1-8914-460C-9FBE-8D6AA860B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442">
            <a:extLst>
              <a:ext uri="{FF2B5EF4-FFF2-40B4-BE49-F238E27FC236}">
                <a16:creationId xmlns:a16="http://schemas.microsoft.com/office/drawing/2014/main" id="{24DFC9D8-8B63-4156-9E71-4B958207420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443">
            <a:extLst>
              <a:ext uri="{FF2B5EF4-FFF2-40B4-BE49-F238E27FC236}">
                <a16:creationId xmlns:a16="http://schemas.microsoft.com/office/drawing/2014/main" id="{78615C3D-4AA2-4466-A5F0-81850D166058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444">
            <a:extLst>
              <a:ext uri="{FF2B5EF4-FFF2-40B4-BE49-F238E27FC236}">
                <a16:creationId xmlns:a16="http://schemas.microsoft.com/office/drawing/2014/main" id="{DF842B51-D420-4B34-A63E-683FAE088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445">
            <a:extLst>
              <a:ext uri="{FF2B5EF4-FFF2-40B4-BE49-F238E27FC236}">
                <a16:creationId xmlns:a16="http://schemas.microsoft.com/office/drawing/2014/main" id="{64F071C9-CE51-450A-84C8-EB4A3CE629E7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446">
            <a:extLst>
              <a:ext uri="{FF2B5EF4-FFF2-40B4-BE49-F238E27FC236}">
                <a16:creationId xmlns:a16="http://schemas.microsoft.com/office/drawing/2014/main" id="{5247BC74-B944-4434-BA39-9E99DB71AE9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447">
            <a:extLst>
              <a:ext uri="{FF2B5EF4-FFF2-40B4-BE49-F238E27FC236}">
                <a16:creationId xmlns:a16="http://schemas.microsoft.com/office/drawing/2014/main" id="{98D24219-613E-469D-A385-329DAF0E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448">
            <a:extLst>
              <a:ext uri="{FF2B5EF4-FFF2-40B4-BE49-F238E27FC236}">
                <a16:creationId xmlns:a16="http://schemas.microsoft.com/office/drawing/2014/main" id="{2438C4B6-D476-4E83-93C1-A6465C5750A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449">
            <a:extLst>
              <a:ext uri="{FF2B5EF4-FFF2-40B4-BE49-F238E27FC236}">
                <a16:creationId xmlns:a16="http://schemas.microsoft.com/office/drawing/2014/main" id="{3E57469C-5EAE-43EC-A4E3-0F69020FDAF2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450">
            <a:extLst>
              <a:ext uri="{FF2B5EF4-FFF2-40B4-BE49-F238E27FC236}">
                <a16:creationId xmlns:a16="http://schemas.microsoft.com/office/drawing/2014/main" id="{73BA6A2E-14E8-428A-AB8B-409D5AEE0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451">
            <a:extLst>
              <a:ext uri="{FF2B5EF4-FFF2-40B4-BE49-F238E27FC236}">
                <a16:creationId xmlns:a16="http://schemas.microsoft.com/office/drawing/2014/main" id="{E12A9006-2D79-4EFE-871D-F3CC921166A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6" name="shape-452">
            <a:extLst>
              <a:ext uri="{FF2B5EF4-FFF2-40B4-BE49-F238E27FC236}">
                <a16:creationId xmlns:a16="http://schemas.microsoft.com/office/drawing/2014/main" id="{825A4FE8-FFB0-47B6-B441-44512C764F86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453">
            <a:extLst>
              <a:ext uri="{FF2B5EF4-FFF2-40B4-BE49-F238E27FC236}">
                <a16:creationId xmlns:a16="http://schemas.microsoft.com/office/drawing/2014/main" id="{0C28F582-F74B-4C7E-A6EB-5F618192A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454">
            <a:extLst>
              <a:ext uri="{FF2B5EF4-FFF2-40B4-BE49-F238E27FC236}">
                <a16:creationId xmlns:a16="http://schemas.microsoft.com/office/drawing/2014/main" id="{D03F6C03-9193-4A52-B03B-ED49C9CEFEC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9" name="shape-455">
            <a:extLst>
              <a:ext uri="{FF2B5EF4-FFF2-40B4-BE49-F238E27FC236}">
                <a16:creationId xmlns:a16="http://schemas.microsoft.com/office/drawing/2014/main" id="{24E6095E-D06A-4187-A695-A47B7A837F39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456">
            <a:extLst>
              <a:ext uri="{FF2B5EF4-FFF2-40B4-BE49-F238E27FC236}">
                <a16:creationId xmlns:a16="http://schemas.microsoft.com/office/drawing/2014/main" id="{12C1D7D2-A690-4664-8DF1-E6E815E2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457">
            <a:extLst>
              <a:ext uri="{FF2B5EF4-FFF2-40B4-BE49-F238E27FC236}">
                <a16:creationId xmlns:a16="http://schemas.microsoft.com/office/drawing/2014/main" id="{6440BED3-0DDD-4E1A-A5B4-D46EB384B70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458">
            <a:extLst>
              <a:ext uri="{FF2B5EF4-FFF2-40B4-BE49-F238E27FC236}">
                <a16:creationId xmlns:a16="http://schemas.microsoft.com/office/drawing/2014/main" id="{8930E655-5F6D-40D3-B8AD-5CF2127082FD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459">
            <a:extLst>
              <a:ext uri="{FF2B5EF4-FFF2-40B4-BE49-F238E27FC236}">
                <a16:creationId xmlns:a16="http://schemas.microsoft.com/office/drawing/2014/main" id="{D75E2A2C-E253-4213-AA79-F8B53ABFE255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460">
            <a:extLst>
              <a:ext uri="{FF2B5EF4-FFF2-40B4-BE49-F238E27FC236}">
                <a16:creationId xmlns:a16="http://schemas.microsoft.com/office/drawing/2014/main" id="{43563027-B01F-4275-B6C4-4B060EE5074D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461">
            <a:extLst>
              <a:ext uri="{FF2B5EF4-FFF2-40B4-BE49-F238E27FC236}">
                <a16:creationId xmlns:a16="http://schemas.microsoft.com/office/drawing/2014/main" id="{94A94B00-7689-4915-8DC3-77960136A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462">
            <a:extLst>
              <a:ext uri="{FF2B5EF4-FFF2-40B4-BE49-F238E27FC236}">
                <a16:creationId xmlns:a16="http://schemas.microsoft.com/office/drawing/2014/main" id="{97881539-B4A4-4654-B3CA-3CD01FB75AB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463">
            <a:extLst>
              <a:ext uri="{FF2B5EF4-FFF2-40B4-BE49-F238E27FC236}">
                <a16:creationId xmlns:a16="http://schemas.microsoft.com/office/drawing/2014/main" id="{7ECBC7CA-3306-45EB-9611-0B3CCA647CA6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464">
            <a:extLst>
              <a:ext uri="{FF2B5EF4-FFF2-40B4-BE49-F238E27FC236}">
                <a16:creationId xmlns:a16="http://schemas.microsoft.com/office/drawing/2014/main" id="{1BFB77B3-E1EF-453E-9C79-50A051EA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465">
            <a:extLst>
              <a:ext uri="{FF2B5EF4-FFF2-40B4-BE49-F238E27FC236}">
                <a16:creationId xmlns:a16="http://schemas.microsoft.com/office/drawing/2014/main" id="{BA5225B0-DBD9-48C3-B922-DB40C3FA9BE8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466">
            <a:extLst>
              <a:ext uri="{FF2B5EF4-FFF2-40B4-BE49-F238E27FC236}">
                <a16:creationId xmlns:a16="http://schemas.microsoft.com/office/drawing/2014/main" id="{D97B7F1D-2A45-4CFD-8559-C95BAC080A0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467">
            <a:extLst>
              <a:ext uri="{FF2B5EF4-FFF2-40B4-BE49-F238E27FC236}">
                <a16:creationId xmlns:a16="http://schemas.microsoft.com/office/drawing/2014/main" id="{07E5C9BF-1C8A-4C08-BB45-0FA96302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468">
            <a:extLst>
              <a:ext uri="{FF2B5EF4-FFF2-40B4-BE49-F238E27FC236}">
                <a16:creationId xmlns:a16="http://schemas.microsoft.com/office/drawing/2014/main" id="{53B7FF06-CDA1-4533-A603-83684878D1C4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469">
            <a:extLst>
              <a:ext uri="{FF2B5EF4-FFF2-40B4-BE49-F238E27FC236}">
                <a16:creationId xmlns:a16="http://schemas.microsoft.com/office/drawing/2014/main" id="{728F7EFA-0FAE-44C5-9E03-8CF2B8576D4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470">
            <a:extLst>
              <a:ext uri="{FF2B5EF4-FFF2-40B4-BE49-F238E27FC236}">
                <a16:creationId xmlns:a16="http://schemas.microsoft.com/office/drawing/2014/main" id="{F577B986-F58F-4CE8-95D7-86ADDDDB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471">
            <a:extLst>
              <a:ext uri="{FF2B5EF4-FFF2-40B4-BE49-F238E27FC236}">
                <a16:creationId xmlns:a16="http://schemas.microsoft.com/office/drawing/2014/main" id="{209C6CE2-9908-4697-AA15-E4DCFF09A90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472">
            <a:extLst>
              <a:ext uri="{FF2B5EF4-FFF2-40B4-BE49-F238E27FC236}">
                <a16:creationId xmlns:a16="http://schemas.microsoft.com/office/drawing/2014/main" id="{E4636634-4746-4BE0-B615-A7C206EA51EC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473">
            <a:extLst>
              <a:ext uri="{FF2B5EF4-FFF2-40B4-BE49-F238E27FC236}">
                <a16:creationId xmlns:a16="http://schemas.microsoft.com/office/drawing/2014/main" id="{42428A70-6851-43DE-8C28-5FF62094D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474">
            <a:extLst>
              <a:ext uri="{FF2B5EF4-FFF2-40B4-BE49-F238E27FC236}">
                <a16:creationId xmlns:a16="http://schemas.microsoft.com/office/drawing/2014/main" id="{B7F12C38-6651-46EE-865C-FDECD874510E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475">
            <a:extLst>
              <a:ext uri="{FF2B5EF4-FFF2-40B4-BE49-F238E27FC236}">
                <a16:creationId xmlns:a16="http://schemas.microsoft.com/office/drawing/2014/main" id="{77AC67A4-3D8B-428D-B549-1369956EA7E2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476">
            <a:extLst>
              <a:ext uri="{FF2B5EF4-FFF2-40B4-BE49-F238E27FC236}">
                <a16:creationId xmlns:a16="http://schemas.microsoft.com/office/drawing/2014/main" id="{7D03037C-905A-4FC9-9C8E-88C4FA24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477">
            <a:extLst>
              <a:ext uri="{FF2B5EF4-FFF2-40B4-BE49-F238E27FC236}">
                <a16:creationId xmlns:a16="http://schemas.microsoft.com/office/drawing/2014/main" id="{E46C59F0-AEAD-4594-A790-21A758DD8B9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478">
            <a:extLst>
              <a:ext uri="{FF2B5EF4-FFF2-40B4-BE49-F238E27FC236}">
                <a16:creationId xmlns:a16="http://schemas.microsoft.com/office/drawing/2014/main" id="{97C9B5D5-E8BF-44EE-B46D-0834054665C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479">
            <a:extLst>
              <a:ext uri="{FF2B5EF4-FFF2-40B4-BE49-F238E27FC236}">
                <a16:creationId xmlns:a16="http://schemas.microsoft.com/office/drawing/2014/main" id="{C0559A8C-B048-494A-9E97-27B39560C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480">
            <a:extLst>
              <a:ext uri="{FF2B5EF4-FFF2-40B4-BE49-F238E27FC236}">
                <a16:creationId xmlns:a16="http://schemas.microsoft.com/office/drawing/2014/main" id="{F000E220-2FDE-4F8A-AFA4-62A3E2577296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481">
            <a:extLst>
              <a:ext uri="{FF2B5EF4-FFF2-40B4-BE49-F238E27FC236}">
                <a16:creationId xmlns:a16="http://schemas.microsoft.com/office/drawing/2014/main" id="{EF02F8F5-E79A-4B4A-9F97-0902412FD20A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482">
            <a:extLst>
              <a:ext uri="{FF2B5EF4-FFF2-40B4-BE49-F238E27FC236}">
                <a16:creationId xmlns:a16="http://schemas.microsoft.com/office/drawing/2014/main" id="{D4213C21-E719-4086-A6A9-4D4FED78D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483">
            <a:extLst>
              <a:ext uri="{FF2B5EF4-FFF2-40B4-BE49-F238E27FC236}">
                <a16:creationId xmlns:a16="http://schemas.microsoft.com/office/drawing/2014/main" id="{1695FB04-1E75-4442-89AD-A6C87982378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484">
            <a:extLst>
              <a:ext uri="{FF2B5EF4-FFF2-40B4-BE49-F238E27FC236}">
                <a16:creationId xmlns:a16="http://schemas.microsoft.com/office/drawing/2014/main" id="{E7199E1C-BD63-4353-A01E-0A1A90E2B5CC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485">
            <a:extLst>
              <a:ext uri="{FF2B5EF4-FFF2-40B4-BE49-F238E27FC236}">
                <a16:creationId xmlns:a16="http://schemas.microsoft.com/office/drawing/2014/main" id="{93248EC6-C422-46AB-9752-4B8210FCDE52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8388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-486">
            <a:extLst>
              <a:ext uri="{FF2B5EF4-FFF2-40B4-BE49-F238E27FC236}">
                <a16:creationId xmlns:a16="http://schemas.microsoft.com/office/drawing/2014/main" id="{39C7D855-D1A3-433A-9194-0D83E7C84C69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ซับรูทีนหน่วงเวลา 20 ms</a:t>
            </a:r>
          </a:p>
        </p:txBody>
      </p:sp>
      <p:sp>
        <p:nvSpPr>
          <p:cNvPr id="2" name="shape-487">
            <a:extLst>
              <a:ext uri="{FF2B5EF4-FFF2-40B4-BE49-F238E27FC236}">
                <a16:creationId xmlns:a16="http://schemas.microsoft.com/office/drawing/2014/main" id="{45C59AE2-8613-46F9-850A-CD190955FB9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ซับรูทีนร่วมของเฟิร์มแวร์ฉบับสอน</a:t>
            </a:r>
          </a:p>
        </p:txBody>
      </p:sp>
      <p:sp>
        <p:nvSpPr>
          <p:cNvPr id="3" name="shape-488">
            <a:extLst>
              <a:ext uri="{FF2B5EF4-FFF2-40B4-BE49-F238E27FC236}">
                <a16:creationId xmlns:a16="http://schemas.microsoft.com/office/drawing/2014/main" id="{DB4C9D74-C2EB-4477-AE21-F20F2769B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89">
            <a:extLst>
              <a:ext uri="{FF2B5EF4-FFF2-40B4-BE49-F238E27FC236}">
                <a16:creationId xmlns:a16="http://schemas.microsoft.com/office/drawing/2014/main" id="{E9AF187D-D9A9-464A-9CEC-4B327F881D3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shape-490">
            <a:extLst>
              <a:ext uri="{FF2B5EF4-FFF2-40B4-BE49-F238E27FC236}">
                <a16:creationId xmlns:a16="http://schemas.microsoft.com/office/drawing/2014/main" id="{75036123-3306-4C43-A3A8-79558B67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25755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491">
            <a:extLst>
              <a:ext uri="{FF2B5EF4-FFF2-40B4-BE49-F238E27FC236}">
                <a16:creationId xmlns:a16="http://schemas.microsoft.com/office/drawing/2014/main" id="{8FE3F802-7ADB-4304-8BA1-ADA28EDD35F2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7" name="shape-492">
            <a:extLst>
              <a:ext uri="{FF2B5EF4-FFF2-40B4-BE49-F238E27FC236}">
                <a16:creationId xmlns:a16="http://schemas.microsoft.com/office/drawing/2014/main" id="{9B9DC047-A7ED-4DD1-8DA5-20907BFBA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4819650"/>
            <a:ext cx="4972050" cy="819150"/>
          </a:xfrm>
          <a:prstGeom prst="roundRect">
            <a:avLst>
              <a:gd name="adj" fmla="val 18605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493">
            <a:extLst>
              <a:ext uri="{FF2B5EF4-FFF2-40B4-BE49-F238E27FC236}">
                <a16:creationId xmlns:a16="http://schemas.microsoft.com/office/drawing/2014/main" id="{A14CA1A5-1A89-431E-A53B-980C0D1B7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4819650"/>
            <a:ext cx="47625" cy="8191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494">
            <a:extLst>
              <a:ext uri="{FF2B5EF4-FFF2-40B4-BE49-F238E27FC236}">
                <a16:creationId xmlns:a16="http://schemas.microsoft.com/office/drawing/2014/main" id="{DC6D41CE-398F-419B-91CB-9B67CA29940A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48196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Timer 0 นับครบ</a:t>
            </a:r>
          </a:p>
        </p:txBody>
      </p:sp>
      <p:sp>
        <p:nvSpPr>
          <p:cNvPr id="10" name="shape-495">
            <a:extLst>
              <a:ext uri="{FF2B5EF4-FFF2-40B4-BE49-F238E27FC236}">
                <a16:creationId xmlns:a16="http://schemas.microsoft.com/office/drawing/2014/main" id="{A4D05974-A960-4BFB-911A-594A50F8E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47700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496">
            <a:extLst>
              <a:ext uri="{FF2B5EF4-FFF2-40B4-BE49-F238E27FC236}">
                <a16:creationId xmlns:a16="http://schemas.microsoft.com/office/drawing/2014/main" id="{6DB11233-8967-434F-AA45-E93BBAC37806}"/>
              </a:ext>
            </a:extLst>
          </p:cNvPr>
          <p:cNvSpPr>
            <a:spLocks noGrp="1"/>
          </p:cNvSpPr>
          <p:nvPr/>
        </p:nvSpPr>
        <p:spPr>
          <a:xfrm>
            <a:off x="1295400" y="655320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RET</a:t>
            </a:r>
          </a:p>
        </p:txBody>
      </p:sp>
      <p:sp>
        <p:nvSpPr>
          <p:cNvPr id="12" name="orthogonal-497">
            <a:extLst>
              <a:ext uri="{FF2B5EF4-FFF2-40B4-BE49-F238E27FC236}">
                <a16:creationId xmlns:a16="http://schemas.microsoft.com/office/drawing/2014/main" id="{A32B6440-90F3-4F4F-9854-BB167C408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398145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orthogonal-498">
            <a:extLst>
              <a:ext uri="{FF2B5EF4-FFF2-40B4-BE49-F238E27FC236}">
                <a16:creationId xmlns:a16="http://schemas.microsoft.com/office/drawing/2014/main" id="{9059C0C7-60C5-47D7-85F2-AEECD33D9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563880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499">
            <a:extLst>
              <a:ext uri="{FF2B5EF4-FFF2-40B4-BE49-F238E27FC236}">
                <a16:creationId xmlns:a16="http://schemas.microsoft.com/office/drawing/2014/main" id="{A47ADBED-2F78-4549-A85B-749D7A6B6EA5}"/>
              </a:ext>
            </a:extLst>
          </p:cNvPr>
          <p:cNvSpPr>
            <a:spLocks noGrp="1"/>
          </p:cNvSpPr>
          <p:nvPr/>
        </p:nvSpPr>
        <p:spPr>
          <a:xfrm>
            <a:off x="1219200" y="7715250"/>
            <a:ext cx="4972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B1E0H = 65536 − 20000</a:t>
            </a:r>
          </a:p>
        </p:txBody>
      </p:sp>
      <p:sp>
        <p:nvSpPr>
          <p:cNvPr id="15" name="shape-500">
            <a:extLst>
              <a:ext uri="{FF2B5EF4-FFF2-40B4-BE49-F238E27FC236}">
                <a16:creationId xmlns:a16="http://schemas.microsoft.com/office/drawing/2014/main" id="{4DA4052E-A707-445B-A3C4-D6D3B3903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181350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501">
            <a:extLst>
              <a:ext uri="{FF2B5EF4-FFF2-40B4-BE49-F238E27FC236}">
                <a16:creationId xmlns:a16="http://schemas.microsoft.com/office/drawing/2014/main" id="{D895E908-374E-4731-AD30-254CB394791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17" name="shape-502">
            <a:extLst>
              <a:ext uri="{FF2B5EF4-FFF2-40B4-BE49-F238E27FC236}">
                <a16:creationId xmlns:a16="http://schemas.microsoft.com/office/drawing/2014/main" id="{7B0AD928-AA1B-45B0-A019-FDB3A3325630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Delay:</a:t>
            </a:r>
          </a:p>
        </p:txBody>
      </p:sp>
      <p:sp>
        <p:nvSpPr>
          <p:cNvPr id="18" name="shape-503">
            <a:extLst>
              <a:ext uri="{FF2B5EF4-FFF2-40B4-BE49-F238E27FC236}">
                <a16:creationId xmlns:a16="http://schemas.microsoft.com/office/drawing/2014/main" id="{A46F8F90-8711-4E10-90EA-A8D408037685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19" name="shape-504">
            <a:extLst>
              <a:ext uri="{FF2B5EF4-FFF2-40B4-BE49-F238E27FC236}">
                <a16:creationId xmlns:a16="http://schemas.microsoft.com/office/drawing/2014/main" id="{9C8C2310-4934-479C-9D8B-EE1461530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590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505">
            <a:extLst>
              <a:ext uri="{FF2B5EF4-FFF2-40B4-BE49-F238E27FC236}">
                <a16:creationId xmlns:a16="http://schemas.microsoft.com/office/drawing/2014/main" id="{A3682541-3EA6-4A71-A85A-93B7E436632C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TH0,#0B1H</a:t>
            </a:r>
          </a:p>
        </p:txBody>
      </p:sp>
      <p:sp>
        <p:nvSpPr>
          <p:cNvPr id="21" name="shape-506">
            <a:extLst>
              <a:ext uri="{FF2B5EF4-FFF2-40B4-BE49-F238E27FC236}">
                <a16:creationId xmlns:a16="http://schemas.microsoft.com/office/drawing/2014/main" id="{88C06740-A38A-4947-AECB-8FDBFF89A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507">
            <a:extLst>
              <a:ext uri="{FF2B5EF4-FFF2-40B4-BE49-F238E27FC236}">
                <a16:creationId xmlns:a16="http://schemas.microsoft.com/office/drawing/2014/main" id="{6FF89DBF-1B07-44A0-8796-0B03316CBFCF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TL0,#0E0H</a:t>
            </a:r>
          </a:p>
        </p:txBody>
      </p:sp>
      <p:sp>
        <p:nvSpPr>
          <p:cNvPr id="23" name="shape-508">
            <a:extLst>
              <a:ext uri="{FF2B5EF4-FFF2-40B4-BE49-F238E27FC236}">
                <a16:creationId xmlns:a16="http://schemas.microsoft.com/office/drawing/2014/main" id="{8A6CD100-DDC6-4305-BE9F-E8CFD1247EA1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4" name="shape-509">
            <a:extLst>
              <a:ext uri="{FF2B5EF4-FFF2-40B4-BE49-F238E27FC236}">
                <a16:creationId xmlns:a16="http://schemas.microsoft.com/office/drawing/2014/main" id="{D7109ABB-5C5E-474E-B23A-4A45EE8964A3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TR0</a:t>
            </a:r>
          </a:p>
        </p:txBody>
      </p:sp>
      <p:sp>
        <p:nvSpPr>
          <p:cNvPr id="25" name="shape-510">
            <a:extLst>
              <a:ext uri="{FF2B5EF4-FFF2-40B4-BE49-F238E27FC236}">
                <a16:creationId xmlns:a16="http://schemas.microsoft.com/office/drawing/2014/main" id="{C820F4AE-60F3-4C50-9644-9E4D18C048FA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DelayWait:</a:t>
            </a:r>
          </a:p>
        </p:txBody>
      </p:sp>
      <p:sp>
        <p:nvSpPr>
          <p:cNvPr id="26" name="shape-511">
            <a:extLst>
              <a:ext uri="{FF2B5EF4-FFF2-40B4-BE49-F238E27FC236}">
                <a16:creationId xmlns:a16="http://schemas.microsoft.com/office/drawing/2014/main" id="{BC15432F-7851-45CB-9859-912F1ED4EC7D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TF0,DelayWait</a:t>
            </a:r>
          </a:p>
        </p:txBody>
      </p:sp>
      <p:sp>
        <p:nvSpPr>
          <p:cNvPr id="27" name="shape-512">
            <a:extLst>
              <a:ext uri="{FF2B5EF4-FFF2-40B4-BE49-F238E27FC236}">
                <a16:creationId xmlns:a16="http://schemas.microsoft.com/office/drawing/2014/main" id="{A6DF0584-5EF0-4E9D-B838-B1F295D6365C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8" name="shape-513">
            <a:extLst>
              <a:ext uri="{FF2B5EF4-FFF2-40B4-BE49-F238E27FC236}">
                <a16:creationId xmlns:a16="http://schemas.microsoft.com/office/drawing/2014/main" id="{CA526CAD-7858-4842-A9E1-B77CBCA894B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9" name="shape-514">
            <a:extLst>
              <a:ext uri="{FF2B5EF4-FFF2-40B4-BE49-F238E27FC236}">
                <a16:creationId xmlns:a16="http://schemas.microsoft.com/office/drawing/2014/main" id="{9142BDD0-4944-446A-BD66-5F7789B601B3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RET</a:t>
            </a:r>
          </a:p>
        </p:txBody>
      </p:sp>
      <p:sp>
        <p:nvSpPr>
          <p:cNvPr id="30" name="shape-515">
            <a:extLst>
              <a:ext uri="{FF2B5EF4-FFF2-40B4-BE49-F238E27FC236}">
                <a16:creationId xmlns:a16="http://schemas.microsoft.com/office/drawing/2014/main" id="{A2AA11BF-A812-42CA-A342-E085B13B6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6">
            <a:extLst>
              <a:ext uri="{FF2B5EF4-FFF2-40B4-BE49-F238E27FC236}">
                <a16:creationId xmlns:a16="http://schemas.microsoft.com/office/drawing/2014/main" id="{21AE419D-55EF-49FC-9D9E-B3D77662221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32" name="shape-517">
            <a:extLst>
              <a:ext uri="{FF2B5EF4-FFF2-40B4-BE49-F238E27FC236}">
                <a16:creationId xmlns:a16="http://schemas.microsoft.com/office/drawing/2014/main" id="{BE6D83E7-A3E9-443D-9E19-6EB3FF7ECFC5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TH0,#0B1H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TL0,#0E0H</a:t>
            </a:r>
          </a:p>
        </p:txBody>
      </p:sp>
      <p:sp>
        <p:nvSpPr>
          <p:cNvPr id="33" name="shape-518">
            <a:extLst>
              <a:ext uri="{FF2B5EF4-FFF2-40B4-BE49-F238E27FC236}">
                <a16:creationId xmlns:a16="http://schemas.microsoft.com/office/drawing/2014/main" id="{A9078F4D-14E3-4226-9B1F-8FED6B000958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Timer 0 โหมด 1 นับ 20000 รอบ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ที่ 12 MHz แบบ 12 clocks</a:t>
            </a:r>
          </a:p>
        </p:txBody>
      </p:sp>
      <p:sp>
        <p:nvSpPr>
          <p:cNvPr id="34" name="shape-519">
            <a:extLst>
              <a:ext uri="{FF2B5EF4-FFF2-40B4-BE49-F238E27FC236}">
                <a16:creationId xmlns:a16="http://schemas.microsoft.com/office/drawing/2014/main" id="{B5524F64-80E7-487D-9A05-136501D2804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B1E0H = 65536 − 20000</a:t>
            </a:r>
          </a:p>
        </p:txBody>
      </p:sp>
      <p:sp>
        <p:nvSpPr>
          <p:cNvPr id="35" name="shape-520">
            <a:extLst>
              <a:ext uri="{FF2B5EF4-FFF2-40B4-BE49-F238E27FC236}">
                <a16:creationId xmlns:a16="http://schemas.microsoft.com/office/drawing/2014/main" id="{D36DC74B-2380-4F84-8379-A6D49D8AFC42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 machine cycle = 1 µs</a:t>
            </a:r>
          </a:p>
        </p:txBody>
      </p:sp>
      <p:sp>
        <p:nvSpPr>
          <p:cNvPr id="36" name="shape-521">
            <a:extLst>
              <a:ext uri="{FF2B5EF4-FFF2-40B4-BE49-F238E27FC236}">
                <a16:creationId xmlns:a16="http://schemas.microsoft.com/office/drawing/2014/main" id="{229BC883-D779-4489-BDB7-30EA1F53F58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คงค่าจากผู้เรียก</a:t>
            </a:r>
          </a:p>
        </p:txBody>
      </p:sp>
      <p:sp>
        <p:nvSpPr>
          <p:cNvPr id="37" name="shape-522">
            <a:extLst>
              <a:ext uri="{FF2B5EF4-FFF2-40B4-BE49-F238E27FC236}">
                <a16:creationId xmlns:a16="http://schemas.microsoft.com/office/drawing/2014/main" id="{CEC72139-E255-444B-B986-C3E2493AE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523">
            <a:extLst>
              <a:ext uri="{FF2B5EF4-FFF2-40B4-BE49-F238E27FC236}">
                <a16:creationId xmlns:a16="http://schemas.microsoft.com/office/drawing/2014/main" id="{537920B3-592A-439C-965B-56FB3B2F2D64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39" name="shape-524">
            <a:extLst>
              <a:ext uri="{FF2B5EF4-FFF2-40B4-BE49-F238E27FC236}">
                <a16:creationId xmlns:a16="http://schemas.microsoft.com/office/drawing/2014/main" id="{4A19B039-57FC-4EB9-9362-0436AE7AE123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40" name="shape-525">
            <a:extLst>
              <a:ext uri="{FF2B5EF4-FFF2-40B4-BE49-F238E27FC236}">
                <a16:creationId xmlns:a16="http://schemas.microsoft.com/office/drawing/2014/main" id="{3D0418CD-81C6-4840-B3A6-BF6746C3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526">
            <a:extLst>
              <a:ext uri="{FF2B5EF4-FFF2-40B4-BE49-F238E27FC236}">
                <a16:creationId xmlns:a16="http://schemas.microsoft.com/office/drawing/2014/main" id="{CC8DCD15-F73A-49E8-A1D7-A52CC543ED04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2" name="shape-527">
            <a:extLst>
              <a:ext uri="{FF2B5EF4-FFF2-40B4-BE49-F238E27FC236}">
                <a16:creationId xmlns:a16="http://schemas.microsoft.com/office/drawing/2014/main" id="{A7EA0DE8-B6E9-4EF2-8B83-A3939DC74225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43" name="shape-528">
            <a:extLst>
              <a:ext uri="{FF2B5EF4-FFF2-40B4-BE49-F238E27FC236}">
                <a16:creationId xmlns:a16="http://schemas.microsoft.com/office/drawing/2014/main" id="{7EE44B1D-8C4E-4DC7-9904-1A6B6FD32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-529">
            <a:extLst>
              <a:ext uri="{FF2B5EF4-FFF2-40B4-BE49-F238E27FC236}">
                <a16:creationId xmlns:a16="http://schemas.microsoft.com/office/drawing/2014/main" id="{0F35D6CA-1208-4E95-89B6-B8BA11E020F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5" name="shape-530">
            <a:extLst>
              <a:ext uri="{FF2B5EF4-FFF2-40B4-BE49-F238E27FC236}">
                <a16:creationId xmlns:a16="http://schemas.microsoft.com/office/drawing/2014/main" id="{6335E2E7-0ECE-4A64-A358-4DE7DB7E4703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46" name="shape-531">
            <a:extLst>
              <a:ext uri="{FF2B5EF4-FFF2-40B4-BE49-F238E27FC236}">
                <a16:creationId xmlns:a16="http://schemas.microsoft.com/office/drawing/2014/main" id="{E45F9C6A-BAB7-4FDE-8A85-3E99FB2EE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-532">
            <a:extLst>
              <a:ext uri="{FF2B5EF4-FFF2-40B4-BE49-F238E27FC236}">
                <a16:creationId xmlns:a16="http://schemas.microsoft.com/office/drawing/2014/main" id="{EB7115A7-7C19-44C4-84E9-1C511BC1FEDC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8" name="shape-533">
            <a:extLst>
              <a:ext uri="{FF2B5EF4-FFF2-40B4-BE49-F238E27FC236}">
                <a16:creationId xmlns:a16="http://schemas.microsoft.com/office/drawing/2014/main" id="{05228F9C-CBA2-47DC-A31E-7C90D59931B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9" name="shape-534">
            <a:extLst>
              <a:ext uri="{FF2B5EF4-FFF2-40B4-BE49-F238E27FC236}">
                <a16:creationId xmlns:a16="http://schemas.microsoft.com/office/drawing/2014/main" id="{4C7DFBE4-4225-442B-87EF-54D5992F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535">
            <a:extLst>
              <a:ext uri="{FF2B5EF4-FFF2-40B4-BE49-F238E27FC236}">
                <a16:creationId xmlns:a16="http://schemas.microsoft.com/office/drawing/2014/main" id="{F552B16C-52D7-4AAE-A46E-ED90BE28169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1" name="shape-536">
            <a:extLst>
              <a:ext uri="{FF2B5EF4-FFF2-40B4-BE49-F238E27FC236}">
                <a16:creationId xmlns:a16="http://schemas.microsoft.com/office/drawing/2014/main" id="{F0C30882-6549-4217-93BA-4FCB2E24BF4B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2" name="shape-537">
            <a:extLst>
              <a:ext uri="{FF2B5EF4-FFF2-40B4-BE49-F238E27FC236}">
                <a16:creationId xmlns:a16="http://schemas.microsoft.com/office/drawing/2014/main" id="{0EA72E55-3736-4BE8-96E7-D56D4E836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538">
            <a:extLst>
              <a:ext uri="{FF2B5EF4-FFF2-40B4-BE49-F238E27FC236}">
                <a16:creationId xmlns:a16="http://schemas.microsoft.com/office/drawing/2014/main" id="{CEA09D1F-7794-4AD9-A2A7-A6E76903E441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4" name="shape-539">
            <a:extLst>
              <a:ext uri="{FF2B5EF4-FFF2-40B4-BE49-F238E27FC236}">
                <a16:creationId xmlns:a16="http://schemas.microsoft.com/office/drawing/2014/main" id="{15C8908A-15FC-4C13-A8C4-AB9D0EE12C6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5" name="shape-540">
            <a:extLst>
              <a:ext uri="{FF2B5EF4-FFF2-40B4-BE49-F238E27FC236}">
                <a16:creationId xmlns:a16="http://schemas.microsoft.com/office/drawing/2014/main" id="{BED30959-B716-455C-90C9-088810B87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541">
            <a:extLst>
              <a:ext uri="{FF2B5EF4-FFF2-40B4-BE49-F238E27FC236}">
                <a16:creationId xmlns:a16="http://schemas.microsoft.com/office/drawing/2014/main" id="{23DDF872-F207-4AD4-A4AB-0910FA3C89AD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7" name="shape-542">
            <a:extLst>
              <a:ext uri="{FF2B5EF4-FFF2-40B4-BE49-F238E27FC236}">
                <a16:creationId xmlns:a16="http://schemas.microsoft.com/office/drawing/2014/main" id="{253783E5-C00A-4313-BDD6-027D188D7288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8" name="shape-543">
            <a:extLst>
              <a:ext uri="{FF2B5EF4-FFF2-40B4-BE49-F238E27FC236}">
                <a16:creationId xmlns:a16="http://schemas.microsoft.com/office/drawing/2014/main" id="{E730973B-9EDD-43A6-A469-D2EABB92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544">
            <a:extLst>
              <a:ext uri="{FF2B5EF4-FFF2-40B4-BE49-F238E27FC236}">
                <a16:creationId xmlns:a16="http://schemas.microsoft.com/office/drawing/2014/main" id="{5A006DB5-28E3-4D2D-8058-C9C40EBC5F4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60" name="shape-545">
            <a:extLst>
              <a:ext uri="{FF2B5EF4-FFF2-40B4-BE49-F238E27FC236}">
                <a16:creationId xmlns:a16="http://schemas.microsoft.com/office/drawing/2014/main" id="{2914DF11-5FB2-41D5-9D49-9581C24DF4A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61" name="shape-546">
            <a:extLst>
              <a:ext uri="{FF2B5EF4-FFF2-40B4-BE49-F238E27FC236}">
                <a16:creationId xmlns:a16="http://schemas.microsoft.com/office/drawing/2014/main" id="{8CA7F00C-240C-412A-8A2D-90A64D27EDA2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62" name="shape-547">
            <a:extLst>
              <a:ext uri="{FF2B5EF4-FFF2-40B4-BE49-F238E27FC236}">
                <a16:creationId xmlns:a16="http://schemas.microsoft.com/office/drawing/2014/main" id="{5FE9ED56-C099-4A27-9EC4-961B897E45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63" name="shape-548">
            <a:extLst>
              <a:ext uri="{FF2B5EF4-FFF2-40B4-BE49-F238E27FC236}">
                <a16:creationId xmlns:a16="http://schemas.microsoft.com/office/drawing/2014/main" id="{C642984B-3EA8-4C1A-9CD4-53A428CF3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549">
            <a:extLst>
              <a:ext uri="{FF2B5EF4-FFF2-40B4-BE49-F238E27FC236}">
                <a16:creationId xmlns:a16="http://schemas.microsoft.com/office/drawing/2014/main" id="{00BF9166-9CA9-41BC-8F80-87F91759E9E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550">
            <a:extLst>
              <a:ext uri="{FF2B5EF4-FFF2-40B4-BE49-F238E27FC236}">
                <a16:creationId xmlns:a16="http://schemas.microsoft.com/office/drawing/2014/main" id="{76CF59B8-7509-40FC-9212-539897AC5727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6" name="shape-551">
            <a:extLst>
              <a:ext uri="{FF2B5EF4-FFF2-40B4-BE49-F238E27FC236}">
                <a16:creationId xmlns:a16="http://schemas.microsoft.com/office/drawing/2014/main" id="{DB12F9AD-1512-4DB8-A739-31E59385A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552">
            <a:extLst>
              <a:ext uri="{FF2B5EF4-FFF2-40B4-BE49-F238E27FC236}">
                <a16:creationId xmlns:a16="http://schemas.microsoft.com/office/drawing/2014/main" id="{351C6195-1533-4619-9B3F-EA0144B9F87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553">
            <a:extLst>
              <a:ext uri="{FF2B5EF4-FFF2-40B4-BE49-F238E27FC236}">
                <a16:creationId xmlns:a16="http://schemas.microsoft.com/office/drawing/2014/main" id="{1167E470-226E-488F-8693-AB52E7D9D0E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9" name="shape-554">
            <a:extLst>
              <a:ext uri="{FF2B5EF4-FFF2-40B4-BE49-F238E27FC236}">
                <a16:creationId xmlns:a16="http://schemas.microsoft.com/office/drawing/2014/main" id="{F40D66C1-D507-4F86-B416-846BABA3F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555">
            <a:extLst>
              <a:ext uri="{FF2B5EF4-FFF2-40B4-BE49-F238E27FC236}">
                <a16:creationId xmlns:a16="http://schemas.microsoft.com/office/drawing/2014/main" id="{8FE81989-A82D-436D-975C-2FFE052BB005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556">
            <a:extLst>
              <a:ext uri="{FF2B5EF4-FFF2-40B4-BE49-F238E27FC236}">
                <a16:creationId xmlns:a16="http://schemas.microsoft.com/office/drawing/2014/main" id="{5EBE8633-A578-413E-9674-949FC57C96A4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72" name="shape-557">
            <a:extLst>
              <a:ext uri="{FF2B5EF4-FFF2-40B4-BE49-F238E27FC236}">
                <a16:creationId xmlns:a16="http://schemas.microsoft.com/office/drawing/2014/main" id="{12DFAF23-359D-4243-910C-C1A58EDCB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558">
            <a:extLst>
              <a:ext uri="{FF2B5EF4-FFF2-40B4-BE49-F238E27FC236}">
                <a16:creationId xmlns:a16="http://schemas.microsoft.com/office/drawing/2014/main" id="{5E6B3F47-A87D-4522-BC55-239CD4145EB1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559">
            <a:extLst>
              <a:ext uri="{FF2B5EF4-FFF2-40B4-BE49-F238E27FC236}">
                <a16:creationId xmlns:a16="http://schemas.microsoft.com/office/drawing/2014/main" id="{70CB3689-FBAE-4927-B0A0-26CDD2C8B112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5" name="shape-560">
            <a:extLst>
              <a:ext uri="{FF2B5EF4-FFF2-40B4-BE49-F238E27FC236}">
                <a16:creationId xmlns:a16="http://schemas.microsoft.com/office/drawing/2014/main" id="{AA8BE19C-3AE2-4A79-9B11-43979F1B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561">
            <a:extLst>
              <a:ext uri="{FF2B5EF4-FFF2-40B4-BE49-F238E27FC236}">
                <a16:creationId xmlns:a16="http://schemas.microsoft.com/office/drawing/2014/main" id="{B6D3F18C-0BBE-40A9-8019-77951888E788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562">
            <a:extLst>
              <a:ext uri="{FF2B5EF4-FFF2-40B4-BE49-F238E27FC236}">
                <a16:creationId xmlns:a16="http://schemas.microsoft.com/office/drawing/2014/main" id="{09BDF3ED-EB79-4343-9F58-1742276EED4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8" name="shape-563">
            <a:extLst>
              <a:ext uri="{FF2B5EF4-FFF2-40B4-BE49-F238E27FC236}">
                <a16:creationId xmlns:a16="http://schemas.microsoft.com/office/drawing/2014/main" id="{AC7C5D65-C1F5-477F-AA0A-B3CB37D2A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564">
            <a:extLst>
              <a:ext uri="{FF2B5EF4-FFF2-40B4-BE49-F238E27FC236}">
                <a16:creationId xmlns:a16="http://schemas.microsoft.com/office/drawing/2014/main" id="{02D58538-279D-47DB-8B85-C74C13170264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0" name="shape-565">
            <a:extLst>
              <a:ext uri="{FF2B5EF4-FFF2-40B4-BE49-F238E27FC236}">
                <a16:creationId xmlns:a16="http://schemas.microsoft.com/office/drawing/2014/main" id="{ECF33D8D-985C-495F-96CA-3308436A6D2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1" name="shape-566">
            <a:extLst>
              <a:ext uri="{FF2B5EF4-FFF2-40B4-BE49-F238E27FC236}">
                <a16:creationId xmlns:a16="http://schemas.microsoft.com/office/drawing/2014/main" id="{6796AC8D-2CFD-41F5-8B9C-2D51218A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567">
            <a:extLst>
              <a:ext uri="{FF2B5EF4-FFF2-40B4-BE49-F238E27FC236}">
                <a16:creationId xmlns:a16="http://schemas.microsoft.com/office/drawing/2014/main" id="{D96DB97C-A749-437A-9ED7-EAAA13CEF80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568">
            <a:extLst>
              <a:ext uri="{FF2B5EF4-FFF2-40B4-BE49-F238E27FC236}">
                <a16:creationId xmlns:a16="http://schemas.microsoft.com/office/drawing/2014/main" id="{7E4917DF-6E92-4A5F-9AF0-C8216D0DB10E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4" name="shape-569">
            <a:extLst>
              <a:ext uri="{FF2B5EF4-FFF2-40B4-BE49-F238E27FC236}">
                <a16:creationId xmlns:a16="http://schemas.microsoft.com/office/drawing/2014/main" id="{D570E31E-CF0E-4C33-A644-EB5C6B1F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570">
            <a:extLst>
              <a:ext uri="{FF2B5EF4-FFF2-40B4-BE49-F238E27FC236}">
                <a16:creationId xmlns:a16="http://schemas.microsoft.com/office/drawing/2014/main" id="{BFFBD07C-E7EE-464A-8C78-C4BA28C25A7C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571">
            <a:extLst>
              <a:ext uri="{FF2B5EF4-FFF2-40B4-BE49-F238E27FC236}">
                <a16:creationId xmlns:a16="http://schemas.microsoft.com/office/drawing/2014/main" id="{CA6DDE21-E9F1-402A-B2EC-382DD257D2F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7" name="shape-572">
            <a:extLst>
              <a:ext uri="{FF2B5EF4-FFF2-40B4-BE49-F238E27FC236}">
                <a16:creationId xmlns:a16="http://schemas.microsoft.com/office/drawing/2014/main" id="{ABC2C97A-9B34-44B0-AAC6-33662EA09E1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969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-573">
            <a:extLst>
              <a:ext uri="{FF2B5EF4-FFF2-40B4-BE49-F238E27FC236}">
                <a16:creationId xmlns:a16="http://schemas.microsoft.com/office/drawing/2014/main" id="{C12603B1-E77A-4DE2-9490-3CF6D1CD887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ประตูปิดสนิท</a:t>
            </a:r>
          </a:p>
        </p:txBody>
      </p:sp>
      <p:sp>
        <p:nvSpPr>
          <p:cNvPr id="2" name="shape-574">
            <a:extLst>
              <a:ext uri="{FF2B5EF4-FFF2-40B4-BE49-F238E27FC236}">
                <a16:creationId xmlns:a16="http://schemas.microsoft.com/office/drawing/2014/main" id="{7D70F89F-6759-436F-8AEF-23F1461627F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CLOSED ในเฟิร์มแวร์ฉบับสอน</a:t>
            </a:r>
          </a:p>
        </p:txBody>
      </p:sp>
      <p:sp>
        <p:nvSpPr>
          <p:cNvPr id="3" name="shape-575">
            <a:extLst>
              <a:ext uri="{FF2B5EF4-FFF2-40B4-BE49-F238E27FC236}">
                <a16:creationId xmlns:a16="http://schemas.microsoft.com/office/drawing/2014/main" id="{3AAD950E-9F47-4EC6-8217-464D0BF2C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576">
            <a:extLst>
              <a:ext uri="{FF2B5EF4-FFF2-40B4-BE49-F238E27FC236}">
                <a16:creationId xmlns:a16="http://schemas.microsoft.com/office/drawing/2014/main" id="{D91BD5AA-1A90-4833-99C3-8D93FAAEC1B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shape-577">
            <a:extLst>
              <a:ext uri="{FF2B5EF4-FFF2-40B4-BE49-F238E27FC236}">
                <a16:creationId xmlns:a16="http://schemas.microsoft.com/office/drawing/2014/main" id="{12F2DB13-458D-4E87-AFB9-8ECAE29B8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578">
            <a:extLst>
              <a:ext uri="{FF2B5EF4-FFF2-40B4-BE49-F238E27FC236}">
                <a16:creationId xmlns:a16="http://schemas.microsoft.com/office/drawing/2014/main" id="{8E34D591-CA1D-47D3-BB74-F188DF0EDCC2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579">
            <a:extLst>
              <a:ext uri="{FF2B5EF4-FFF2-40B4-BE49-F238E27FC236}">
                <a16:creationId xmlns:a16="http://schemas.microsoft.com/office/drawing/2014/main" id="{F6F563E0-A46A-4CC1-B227-47386F685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580">
            <a:extLst>
              <a:ext uri="{FF2B5EF4-FFF2-40B4-BE49-F238E27FC236}">
                <a16:creationId xmlns:a16="http://schemas.microsoft.com/office/drawing/2014/main" id="{5C340415-1B80-4C81-AED1-DA226200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581">
            <a:extLst>
              <a:ext uri="{FF2B5EF4-FFF2-40B4-BE49-F238E27FC236}">
                <a16:creationId xmlns:a16="http://schemas.microsoft.com/office/drawing/2014/main" id="{FF6C8B75-3967-4206-ABF7-0A63986F8F88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582">
            <a:extLst>
              <a:ext uri="{FF2B5EF4-FFF2-40B4-BE49-F238E27FC236}">
                <a16:creationId xmlns:a16="http://schemas.microsoft.com/office/drawing/2014/main" id="{98351A67-E3FD-43DE-861C-5550FB276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583">
            <a:extLst>
              <a:ext uri="{FF2B5EF4-FFF2-40B4-BE49-F238E27FC236}">
                <a16:creationId xmlns:a16="http://schemas.microsoft.com/office/drawing/2014/main" id="{EF4E35C5-F299-4B55-A31E-5DF4BA3E451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584">
            <a:extLst>
              <a:ext uri="{FF2B5EF4-FFF2-40B4-BE49-F238E27FC236}">
                <a16:creationId xmlns:a16="http://schemas.microsoft.com/office/drawing/2014/main" id="{DCB8BD85-4409-46CC-AD07-2F7A933BE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585">
            <a:extLst>
              <a:ext uri="{FF2B5EF4-FFF2-40B4-BE49-F238E27FC236}">
                <a16:creationId xmlns:a16="http://schemas.microsoft.com/office/drawing/2014/main" id="{B85C2E35-3528-4A58-9E4D-89E1F3A40A6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586">
            <a:extLst>
              <a:ext uri="{FF2B5EF4-FFF2-40B4-BE49-F238E27FC236}">
                <a16:creationId xmlns:a16="http://schemas.microsoft.com/office/drawing/2014/main" id="{9678BD38-5196-43B3-B5F6-495644A1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587">
            <a:extLst>
              <a:ext uri="{FF2B5EF4-FFF2-40B4-BE49-F238E27FC236}">
                <a16:creationId xmlns:a16="http://schemas.microsoft.com/office/drawing/2014/main" id="{27280010-6F5A-4F77-84E2-69B32481D817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588">
            <a:extLst>
              <a:ext uri="{FF2B5EF4-FFF2-40B4-BE49-F238E27FC236}">
                <a16:creationId xmlns:a16="http://schemas.microsoft.com/office/drawing/2014/main" id="{802559D3-2360-4315-9CB0-552B5C34A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589">
            <a:extLst>
              <a:ext uri="{FF2B5EF4-FFF2-40B4-BE49-F238E27FC236}">
                <a16:creationId xmlns:a16="http://schemas.microsoft.com/office/drawing/2014/main" id="{B84B0CD1-2173-4999-8DBB-E758CEF18FB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590">
            <a:extLst>
              <a:ext uri="{FF2B5EF4-FFF2-40B4-BE49-F238E27FC236}">
                <a16:creationId xmlns:a16="http://schemas.microsoft.com/office/drawing/2014/main" id="{FAEC3905-8BB9-4470-8378-A7386260F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591">
            <a:extLst>
              <a:ext uri="{FF2B5EF4-FFF2-40B4-BE49-F238E27FC236}">
                <a16:creationId xmlns:a16="http://schemas.microsoft.com/office/drawing/2014/main" id="{3CB23F31-9F38-4DAB-BBFB-696F92B0336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592">
            <a:extLst>
              <a:ext uri="{FF2B5EF4-FFF2-40B4-BE49-F238E27FC236}">
                <a16:creationId xmlns:a16="http://schemas.microsoft.com/office/drawing/2014/main" id="{7768CFB1-692E-45E8-A832-1923424E1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593">
            <a:extLst>
              <a:ext uri="{FF2B5EF4-FFF2-40B4-BE49-F238E27FC236}">
                <a16:creationId xmlns:a16="http://schemas.microsoft.com/office/drawing/2014/main" id="{2A13C387-47CB-411D-A2D1-18E0FA6E5AC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594">
            <a:extLst>
              <a:ext uri="{FF2B5EF4-FFF2-40B4-BE49-F238E27FC236}">
                <a16:creationId xmlns:a16="http://schemas.microsoft.com/office/drawing/2014/main" id="{103FD27F-6646-476F-9EA3-82D0734EF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595">
            <a:extLst>
              <a:ext uri="{FF2B5EF4-FFF2-40B4-BE49-F238E27FC236}">
                <a16:creationId xmlns:a16="http://schemas.microsoft.com/office/drawing/2014/main" id="{90656FA6-2122-4D5F-AB53-81957D6ED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596">
            <a:extLst>
              <a:ext uri="{FF2B5EF4-FFF2-40B4-BE49-F238E27FC236}">
                <a16:creationId xmlns:a16="http://schemas.microsoft.com/office/drawing/2014/main" id="{3D7AE259-AEA8-4D61-AD86-7528CFCF8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597">
            <a:extLst>
              <a:ext uri="{FF2B5EF4-FFF2-40B4-BE49-F238E27FC236}">
                <a16:creationId xmlns:a16="http://schemas.microsoft.com/office/drawing/2014/main" id="{CF3FA575-4CD6-4CD2-BCEB-709923C59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598">
            <a:extLst>
              <a:ext uri="{FF2B5EF4-FFF2-40B4-BE49-F238E27FC236}">
                <a16:creationId xmlns:a16="http://schemas.microsoft.com/office/drawing/2014/main" id="{FB9AA21E-3D4F-4CCD-AA58-56EED7BA6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599">
            <a:extLst>
              <a:ext uri="{FF2B5EF4-FFF2-40B4-BE49-F238E27FC236}">
                <a16:creationId xmlns:a16="http://schemas.microsoft.com/office/drawing/2014/main" id="{F944BE1A-61CE-47E7-951C-C6156E92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600">
            <a:extLst>
              <a:ext uri="{FF2B5EF4-FFF2-40B4-BE49-F238E27FC236}">
                <a16:creationId xmlns:a16="http://schemas.microsoft.com/office/drawing/2014/main" id="{1D62568E-2232-4CAD-BC1B-9D0F98B9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601">
            <a:extLst>
              <a:ext uri="{FF2B5EF4-FFF2-40B4-BE49-F238E27FC236}">
                <a16:creationId xmlns:a16="http://schemas.microsoft.com/office/drawing/2014/main" id="{E276CBEB-0FFB-485F-9884-E5E192042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602">
            <a:extLst>
              <a:ext uri="{FF2B5EF4-FFF2-40B4-BE49-F238E27FC236}">
                <a16:creationId xmlns:a16="http://schemas.microsoft.com/office/drawing/2014/main" id="{22E77298-1D84-4C64-B7C4-442B3E99A3F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603">
            <a:extLst>
              <a:ext uri="{FF2B5EF4-FFF2-40B4-BE49-F238E27FC236}">
                <a16:creationId xmlns:a16="http://schemas.microsoft.com/office/drawing/2014/main" id="{DE3A160A-FDE2-40C3-B120-454911691270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F9H    P1 = FCH</a:t>
            </a:r>
          </a:p>
        </p:txBody>
      </p:sp>
      <p:sp>
        <p:nvSpPr>
          <p:cNvPr id="32" name="shape-604">
            <a:extLst>
              <a:ext uri="{FF2B5EF4-FFF2-40B4-BE49-F238E27FC236}">
                <a16:creationId xmlns:a16="http://schemas.microsoft.com/office/drawing/2014/main" id="{43B5F827-F6A5-4F5D-845B-C95CC55C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605">
            <a:extLst>
              <a:ext uri="{FF2B5EF4-FFF2-40B4-BE49-F238E27FC236}">
                <a16:creationId xmlns:a16="http://schemas.microsoft.com/office/drawing/2014/main" id="{870F7783-6EF5-439E-978C-479111810393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606">
            <a:extLst>
              <a:ext uri="{FF2B5EF4-FFF2-40B4-BE49-F238E27FC236}">
                <a16:creationId xmlns:a16="http://schemas.microsoft.com/office/drawing/2014/main" id="{8F522539-A460-4283-89DD-7F554E1E03ED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ClosedLoop:</a:t>
            </a:r>
          </a:p>
        </p:txBody>
      </p:sp>
      <p:sp>
        <p:nvSpPr>
          <p:cNvPr id="35" name="shape-607">
            <a:extLst>
              <a:ext uri="{FF2B5EF4-FFF2-40B4-BE49-F238E27FC236}">
                <a16:creationId xmlns:a16="http://schemas.microsoft.com/office/drawing/2014/main" id="{3F956531-EBAB-4964-837E-CD505E1ABFE2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P2.7,ClosedFault</a:t>
            </a:r>
          </a:p>
        </p:txBody>
      </p:sp>
      <p:sp>
        <p:nvSpPr>
          <p:cNvPr id="36" name="shape-608">
            <a:extLst>
              <a:ext uri="{FF2B5EF4-FFF2-40B4-BE49-F238E27FC236}">
                <a16:creationId xmlns:a16="http://schemas.microsoft.com/office/drawing/2014/main" id="{B0E0AC08-846E-4771-BA66-43DD3F1413E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P2.4,ClosedFault</a:t>
            </a:r>
          </a:p>
        </p:txBody>
      </p:sp>
      <p:sp>
        <p:nvSpPr>
          <p:cNvPr id="37" name="shape-609">
            <a:extLst>
              <a:ext uri="{FF2B5EF4-FFF2-40B4-BE49-F238E27FC236}">
                <a16:creationId xmlns:a16="http://schemas.microsoft.com/office/drawing/2014/main" id="{9C51DDB8-3FB9-4840-A448-BDDBF62DDA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P2.0,ClosedPress</a:t>
            </a:r>
          </a:p>
        </p:txBody>
      </p:sp>
      <p:sp>
        <p:nvSpPr>
          <p:cNvPr id="38" name="shape-610">
            <a:extLst>
              <a:ext uri="{FF2B5EF4-FFF2-40B4-BE49-F238E27FC236}">
                <a16:creationId xmlns:a16="http://schemas.microsoft.com/office/drawing/2014/main" id="{829CA392-7C1B-4371-A814-8DF1C774904F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P2.1,ClosedPress</a:t>
            </a:r>
          </a:p>
        </p:txBody>
      </p:sp>
      <p:sp>
        <p:nvSpPr>
          <p:cNvPr id="39" name="shape-611">
            <a:extLst>
              <a:ext uri="{FF2B5EF4-FFF2-40B4-BE49-F238E27FC236}">
                <a16:creationId xmlns:a16="http://schemas.microsoft.com/office/drawing/2014/main" id="{E476A6E3-8E34-46A9-ACCC-CE52A29F3C3A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0" name="shape-612">
            <a:extLst>
              <a:ext uri="{FF2B5EF4-FFF2-40B4-BE49-F238E27FC236}">
                <a16:creationId xmlns:a16="http://schemas.microsoft.com/office/drawing/2014/main" id="{1636AE39-02AC-461A-9DFC-FFC4A2D4F2B5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ClosedPress:</a:t>
            </a:r>
          </a:p>
        </p:txBody>
      </p:sp>
      <p:sp>
        <p:nvSpPr>
          <p:cNvPr id="41" name="shape-613">
            <a:extLst>
              <a:ext uri="{FF2B5EF4-FFF2-40B4-BE49-F238E27FC236}">
                <a16:creationId xmlns:a16="http://schemas.microsoft.com/office/drawing/2014/main" id="{4F932E8C-2A60-4626-88CB-277BC7D8E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733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4">
            <a:extLst>
              <a:ext uri="{FF2B5EF4-FFF2-40B4-BE49-F238E27FC236}">
                <a16:creationId xmlns:a16="http://schemas.microsoft.com/office/drawing/2014/main" id="{0B247C97-978D-4C06-8623-84B064BC44B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615">
            <a:extLst>
              <a:ext uri="{FF2B5EF4-FFF2-40B4-BE49-F238E27FC236}">
                <a16:creationId xmlns:a16="http://schemas.microsoft.com/office/drawing/2014/main" id="{8E8BD3CB-49B6-48AD-AD82-E8C424562372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P2.0,ClosedGo</a:t>
            </a:r>
          </a:p>
        </p:txBody>
      </p:sp>
      <p:sp>
        <p:nvSpPr>
          <p:cNvPr id="44" name="shape-616">
            <a:extLst>
              <a:ext uri="{FF2B5EF4-FFF2-40B4-BE49-F238E27FC236}">
                <a16:creationId xmlns:a16="http://schemas.microsoft.com/office/drawing/2014/main" id="{CA703179-5F1F-42F5-9A49-98869F7191F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P2.1,ClosedGo</a:t>
            </a:r>
          </a:p>
        </p:txBody>
      </p:sp>
      <p:sp>
        <p:nvSpPr>
          <p:cNvPr id="45" name="shape-617">
            <a:extLst>
              <a:ext uri="{FF2B5EF4-FFF2-40B4-BE49-F238E27FC236}">
                <a16:creationId xmlns:a16="http://schemas.microsoft.com/office/drawing/2014/main" id="{CFF5307A-C9CE-485F-A006-22E0416C2E1F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6" name="shape-618">
            <a:extLst>
              <a:ext uri="{FF2B5EF4-FFF2-40B4-BE49-F238E27FC236}">
                <a16:creationId xmlns:a16="http://schemas.microsoft.com/office/drawing/2014/main" id="{9032350C-09D6-44F6-987F-98D6207CCC5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ClosedGo:</a:t>
            </a:r>
          </a:p>
        </p:txBody>
      </p:sp>
      <p:sp>
        <p:nvSpPr>
          <p:cNvPr id="47" name="shape-619">
            <a:extLst>
              <a:ext uri="{FF2B5EF4-FFF2-40B4-BE49-F238E27FC236}">
                <a16:creationId xmlns:a16="http://schemas.microsoft.com/office/drawing/2014/main" id="{68D7E1C5-92EA-4712-A018-C3F26264D17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OpeningState</a:t>
            </a:r>
          </a:p>
        </p:txBody>
      </p:sp>
      <p:sp>
        <p:nvSpPr>
          <p:cNvPr id="48" name="shape-620">
            <a:extLst>
              <a:ext uri="{FF2B5EF4-FFF2-40B4-BE49-F238E27FC236}">
                <a16:creationId xmlns:a16="http://schemas.microsoft.com/office/drawing/2014/main" id="{F2F7A885-0AB8-4A8A-8661-8C17CB22F74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ClosedFault:</a:t>
            </a:r>
          </a:p>
        </p:txBody>
      </p:sp>
      <p:sp>
        <p:nvSpPr>
          <p:cNvPr id="49" name="shape-621">
            <a:extLst>
              <a:ext uri="{FF2B5EF4-FFF2-40B4-BE49-F238E27FC236}">
                <a16:creationId xmlns:a16="http://schemas.microsoft.com/office/drawing/2014/main" id="{61EF4B7B-990C-4E41-BFF4-AD1F5269BBF7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0" name="shape-622">
            <a:extLst>
              <a:ext uri="{FF2B5EF4-FFF2-40B4-BE49-F238E27FC236}">
                <a16:creationId xmlns:a16="http://schemas.microsoft.com/office/drawing/2014/main" id="{9B28A4AA-767E-45E9-B682-724056118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623">
            <a:extLst>
              <a:ext uri="{FF2B5EF4-FFF2-40B4-BE49-F238E27FC236}">
                <a16:creationId xmlns:a16="http://schemas.microsoft.com/office/drawing/2014/main" id="{7EB51F9A-92DF-4464-A967-DDCC9E0BDEAB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2" name="shape-624">
            <a:extLst>
              <a:ext uri="{FF2B5EF4-FFF2-40B4-BE49-F238E27FC236}">
                <a16:creationId xmlns:a16="http://schemas.microsoft.com/office/drawing/2014/main" id="{2D4DF920-833B-41E5-848D-05F922279B2C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53" name="shape-625">
            <a:extLst>
              <a:ext uri="{FF2B5EF4-FFF2-40B4-BE49-F238E27FC236}">
                <a16:creationId xmlns:a16="http://schemas.microsoft.com/office/drawing/2014/main" id="{E350779E-CA1D-4BEE-9AE3-05F7C00E7E01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กดด้านนอกเพื่อเข้า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กดด้านในเพื่อออก</a:t>
            </a:r>
          </a:p>
        </p:txBody>
      </p:sp>
      <p:sp>
        <p:nvSpPr>
          <p:cNvPr id="54" name="shape-626">
            <a:extLst>
              <a:ext uri="{FF2B5EF4-FFF2-40B4-BE49-F238E27FC236}">
                <a16:creationId xmlns:a16="http://schemas.microsoft.com/office/drawing/2014/main" id="{080DD6B0-741D-47A4-BFFF-6A407786042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ก่อนลูปนี้พักมอเตอร์ 200 ms</a:t>
            </a:r>
          </a:p>
        </p:txBody>
      </p:sp>
      <p:sp>
        <p:nvSpPr>
          <p:cNvPr id="55" name="shape-627">
            <a:extLst>
              <a:ext uri="{FF2B5EF4-FFF2-40B4-BE49-F238E27FC236}">
                <a16:creationId xmlns:a16="http://schemas.microsoft.com/office/drawing/2014/main" id="{E598BB5B-3C6C-46E3-B2DA-271DB3DD35FA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P2.0 หรือ P2.1 เป็น 0 เมื่อกด</a:t>
            </a:r>
          </a:p>
        </p:txBody>
      </p:sp>
      <p:sp>
        <p:nvSpPr>
          <p:cNvPr id="56" name="shape-628">
            <a:extLst>
              <a:ext uri="{FF2B5EF4-FFF2-40B4-BE49-F238E27FC236}">
                <a16:creationId xmlns:a16="http://schemas.microsoft.com/office/drawing/2014/main" id="{447AB2AA-DA3B-4529-B859-DCD69C7608BC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11111100B</a:t>
            </a:r>
          </a:p>
        </p:txBody>
      </p:sp>
      <p:sp>
        <p:nvSpPr>
          <p:cNvPr id="57" name="shape-629">
            <a:extLst>
              <a:ext uri="{FF2B5EF4-FFF2-40B4-BE49-F238E27FC236}">
                <a16:creationId xmlns:a16="http://schemas.microsoft.com/office/drawing/2014/main" id="{B2CAF9D5-76C6-419C-A0E0-CDB244B2E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630">
            <a:extLst>
              <a:ext uri="{FF2B5EF4-FFF2-40B4-BE49-F238E27FC236}">
                <a16:creationId xmlns:a16="http://schemas.microsoft.com/office/drawing/2014/main" id="{21CB112C-6E2A-407D-86E3-EF20BD8E6A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59" name="shape-631">
            <a:extLst>
              <a:ext uri="{FF2B5EF4-FFF2-40B4-BE49-F238E27FC236}">
                <a16:creationId xmlns:a16="http://schemas.microsoft.com/office/drawing/2014/main" id="{C13D6184-F72E-40EB-BB43-E535B4786439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0" name="shape-632">
            <a:extLst>
              <a:ext uri="{FF2B5EF4-FFF2-40B4-BE49-F238E27FC236}">
                <a16:creationId xmlns:a16="http://schemas.microsoft.com/office/drawing/2014/main" id="{9033583B-47CB-4D71-8EE9-67C001AB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633">
            <a:extLst>
              <a:ext uri="{FF2B5EF4-FFF2-40B4-BE49-F238E27FC236}">
                <a16:creationId xmlns:a16="http://schemas.microsoft.com/office/drawing/2014/main" id="{7FA234D6-EDB9-4E26-93D3-9FE9FE6C8959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634">
            <a:extLst>
              <a:ext uri="{FF2B5EF4-FFF2-40B4-BE49-F238E27FC236}">
                <a16:creationId xmlns:a16="http://schemas.microsoft.com/office/drawing/2014/main" id="{663D71E5-77D6-473E-A8B8-7480A5CA21DC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3" name="shape-635">
            <a:extLst>
              <a:ext uri="{FF2B5EF4-FFF2-40B4-BE49-F238E27FC236}">
                <a16:creationId xmlns:a16="http://schemas.microsoft.com/office/drawing/2014/main" id="{FB17611F-EBCB-481B-9412-ECB958560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636">
            <a:extLst>
              <a:ext uri="{FF2B5EF4-FFF2-40B4-BE49-F238E27FC236}">
                <a16:creationId xmlns:a16="http://schemas.microsoft.com/office/drawing/2014/main" id="{57334DEA-7A40-44C5-8C68-C510EB93F22D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637">
            <a:extLst>
              <a:ext uri="{FF2B5EF4-FFF2-40B4-BE49-F238E27FC236}">
                <a16:creationId xmlns:a16="http://schemas.microsoft.com/office/drawing/2014/main" id="{DDFDCA4E-84D8-4622-8261-C55A56352357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6" name="shape-638">
            <a:extLst>
              <a:ext uri="{FF2B5EF4-FFF2-40B4-BE49-F238E27FC236}">
                <a16:creationId xmlns:a16="http://schemas.microsoft.com/office/drawing/2014/main" id="{0B117F8A-84C1-436B-8EEC-9B44F9DF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639">
            <a:extLst>
              <a:ext uri="{FF2B5EF4-FFF2-40B4-BE49-F238E27FC236}">
                <a16:creationId xmlns:a16="http://schemas.microsoft.com/office/drawing/2014/main" id="{DF4B5D37-526E-413E-A551-4F046F923B9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640">
            <a:extLst>
              <a:ext uri="{FF2B5EF4-FFF2-40B4-BE49-F238E27FC236}">
                <a16:creationId xmlns:a16="http://schemas.microsoft.com/office/drawing/2014/main" id="{1E1A7444-7A92-4AEF-88B6-9B33253270C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9" name="shape-641">
            <a:extLst>
              <a:ext uri="{FF2B5EF4-FFF2-40B4-BE49-F238E27FC236}">
                <a16:creationId xmlns:a16="http://schemas.microsoft.com/office/drawing/2014/main" id="{DBA37B99-4586-4578-8B6A-E6803A31C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642">
            <a:extLst>
              <a:ext uri="{FF2B5EF4-FFF2-40B4-BE49-F238E27FC236}">
                <a16:creationId xmlns:a16="http://schemas.microsoft.com/office/drawing/2014/main" id="{3A0DB715-7632-4C54-88BD-C278BA8B3E0B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643">
            <a:extLst>
              <a:ext uri="{FF2B5EF4-FFF2-40B4-BE49-F238E27FC236}">
                <a16:creationId xmlns:a16="http://schemas.microsoft.com/office/drawing/2014/main" id="{7C3E4227-A2C1-41D4-AECB-01BB9BA02B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2" name="shape-644">
            <a:extLst>
              <a:ext uri="{FF2B5EF4-FFF2-40B4-BE49-F238E27FC236}">
                <a16:creationId xmlns:a16="http://schemas.microsoft.com/office/drawing/2014/main" id="{5EB1A354-CC8E-40CF-9C39-7AB85C74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645">
            <a:extLst>
              <a:ext uri="{FF2B5EF4-FFF2-40B4-BE49-F238E27FC236}">
                <a16:creationId xmlns:a16="http://schemas.microsoft.com/office/drawing/2014/main" id="{312D5C09-1DBA-4FFB-9323-1DEC67D7745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646">
            <a:extLst>
              <a:ext uri="{FF2B5EF4-FFF2-40B4-BE49-F238E27FC236}">
                <a16:creationId xmlns:a16="http://schemas.microsoft.com/office/drawing/2014/main" id="{0EE7B875-9283-4CFC-8978-68D5E3F1BCA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5" name="shape-647">
            <a:extLst>
              <a:ext uri="{FF2B5EF4-FFF2-40B4-BE49-F238E27FC236}">
                <a16:creationId xmlns:a16="http://schemas.microsoft.com/office/drawing/2014/main" id="{09FA37D3-30E7-4065-A10F-42D5273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648">
            <a:extLst>
              <a:ext uri="{FF2B5EF4-FFF2-40B4-BE49-F238E27FC236}">
                <a16:creationId xmlns:a16="http://schemas.microsoft.com/office/drawing/2014/main" id="{426083D0-E4EC-434E-A2BA-65804515EB8B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7" name="shape-649">
            <a:extLst>
              <a:ext uri="{FF2B5EF4-FFF2-40B4-BE49-F238E27FC236}">
                <a16:creationId xmlns:a16="http://schemas.microsoft.com/office/drawing/2014/main" id="{AD6B64E0-14D8-4CD4-B451-DF0FF430F2BA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8" name="shape-650">
            <a:extLst>
              <a:ext uri="{FF2B5EF4-FFF2-40B4-BE49-F238E27FC236}">
                <a16:creationId xmlns:a16="http://schemas.microsoft.com/office/drawing/2014/main" id="{0EAC5430-8FCF-4A45-958F-0393D6364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651">
            <a:extLst>
              <a:ext uri="{FF2B5EF4-FFF2-40B4-BE49-F238E27FC236}">
                <a16:creationId xmlns:a16="http://schemas.microsoft.com/office/drawing/2014/main" id="{60B76F48-EBD3-4587-98CB-18713EFC3A6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652">
            <a:extLst>
              <a:ext uri="{FF2B5EF4-FFF2-40B4-BE49-F238E27FC236}">
                <a16:creationId xmlns:a16="http://schemas.microsoft.com/office/drawing/2014/main" id="{9B67E9A2-D85E-416D-B846-EE19D4E89936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1" name="shape-653">
            <a:extLst>
              <a:ext uri="{FF2B5EF4-FFF2-40B4-BE49-F238E27FC236}">
                <a16:creationId xmlns:a16="http://schemas.microsoft.com/office/drawing/2014/main" id="{ACF0E365-E1DE-4C16-964D-5D50CE2BCC3F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2" name="shape-654">
            <a:extLst>
              <a:ext uri="{FF2B5EF4-FFF2-40B4-BE49-F238E27FC236}">
                <a16:creationId xmlns:a16="http://schemas.microsoft.com/office/drawing/2014/main" id="{95C2CF30-DD55-4761-B710-F57BF9B6C0C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3" name="shape-655">
            <a:extLst>
              <a:ext uri="{FF2B5EF4-FFF2-40B4-BE49-F238E27FC236}">
                <a16:creationId xmlns:a16="http://schemas.microsoft.com/office/drawing/2014/main" id="{E3EB5723-BEDA-4EE6-A00B-E645CD94C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-656">
            <a:extLst>
              <a:ext uri="{FF2B5EF4-FFF2-40B4-BE49-F238E27FC236}">
                <a16:creationId xmlns:a16="http://schemas.microsoft.com/office/drawing/2014/main" id="{6E1A0C76-F64F-4189-A501-B99E118EF05C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5" name="shape-657">
            <a:extLst>
              <a:ext uri="{FF2B5EF4-FFF2-40B4-BE49-F238E27FC236}">
                <a16:creationId xmlns:a16="http://schemas.microsoft.com/office/drawing/2014/main" id="{7E5179C8-BE50-4FDD-A39B-A4781B06EA5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6" name="shape-658">
            <a:extLst>
              <a:ext uri="{FF2B5EF4-FFF2-40B4-BE49-F238E27FC236}">
                <a16:creationId xmlns:a16="http://schemas.microsoft.com/office/drawing/2014/main" id="{1C8E03E9-4F8F-48F3-8D6F-88777D6D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659">
            <a:extLst>
              <a:ext uri="{FF2B5EF4-FFF2-40B4-BE49-F238E27FC236}">
                <a16:creationId xmlns:a16="http://schemas.microsoft.com/office/drawing/2014/main" id="{7BC54707-0E30-4444-8938-8F8892DB3C20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660">
            <a:extLst>
              <a:ext uri="{FF2B5EF4-FFF2-40B4-BE49-F238E27FC236}">
                <a16:creationId xmlns:a16="http://schemas.microsoft.com/office/drawing/2014/main" id="{0DB98C7A-9370-4075-9AE6-AA6D21719C4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9" name="shape-661">
            <a:extLst>
              <a:ext uri="{FF2B5EF4-FFF2-40B4-BE49-F238E27FC236}">
                <a16:creationId xmlns:a16="http://schemas.microsoft.com/office/drawing/2014/main" id="{E577B0F9-F8AB-48FE-8427-CB241CA08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662">
            <a:extLst>
              <a:ext uri="{FF2B5EF4-FFF2-40B4-BE49-F238E27FC236}">
                <a16:creationId xmlns:a16="http://schemas.microsoft.com/office/drawing/2014/main" id="{EC03EFDF-F854-4921-AE70-AEE466B5CA4E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663">
            <a:extLst>
              <a:ext uri="{FF2B5EF4-FFF2-40B4-BE49-F238E27FC236}">
                <a16:creationId xmlns:a16="http://schemas.microsoft.com/office/drawing/2014/main" id="{946BC89C-6695-4954-82E4-2547053B54AE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2" name="shape-664">
            <a:extLst>
              <a:ext uri="{FF2B5EF4-FFF2-40B4-BE49-F238E27FC236}">
                <a16:creationId xmlns:a16="http://schemas.microsoft.com/office/drawing/2014/main" id="{6F7888A2-2A64-4AEF-A289-1E4366A12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665">
            <a:extLst>
              <a:ext uri="{FF2B5EF4-FFF2-40B4-BE49-F238E27FC236}">
                <a16:creationId xmlns:a16="http://schemas.microsoft.com/office/drawing/2014/main" id="{0493C695-824C-47F7-8652-38F162ED646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666">
            <a:extLst>
              <a:ext uri="{FF2B5EF4-FFF2-40B4-BE49-F238E27FC236}">
                <a16:creationId xmlns:a16="http://schemas.microsoft.com/office/drawing/2014/main" id="{B7761E7A-B443-4AB8-9374-09032DC8F870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5" name="shape-667">
            <a:extLst>
              <a:ext uri="{FF2B5EF4-FFF2-40B4-BE49-F238E27FC236}">
                <a16:creationId xmlns:a16="http://schemas.microsoft.com/office/drawing/2014/main" id="{7A6B7F10-F833-4299-88AF-66296940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668">
            <a:extLst>
              <a:ext uri="{FF2B5EF4-FFF2-40B4-BE49-F238E27FC236}">
                <a16:creationId xmlns:a16="http://schemas.microsoft.com/office/drawing/2014/main" id="{05E7D77C-7629-42FB-873B-8A5A97559537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669">
            <a:extLst>
              <a:ext uri="{FF2B5EF4-FFF2-40B4-BE49-F238E27FC236}">
                <a16:creationId xmlns:a16="http://schemas.microsoft.com/office/drawing/2014/main" id="{96F3575E-DCF2-4AAA-B24C-C7A2CE74001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8" name="shape-670">
            <a:extLst>
              <a:ext uri="{FF2B5EF4-FFF2-40B4-BE49-F238E27FC236}">
                <a16:creationId xmlns:a16="http://schemas.microsoft.com/office/drawing/2014/main" id="{60CA2D98-CF89-4965-B60F-DD3AEB090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671">
            <a:extLst>
              <a:ext uri="{FF2B5EF4-FFF2-40B4-BE49-F238E27FC236}">
                <a16:creationId xmlns:a16="http://schemas.microsoft.com/office/drawing/2014/main" id="{C36ECDF8-01E6-4E93-824D-2ECAFFA6AFC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672">
            <a:extLst>
              <a:ext uri="{FF2B5EF4-FFF2-40B4-BE49-F238E27FC236}">
                <a16:creationId xmlns:a16="http://schemas.microsoft.com/office/drawing/2014/main" id="{11BDB166-E6D3-4994-AC1F-61039494F06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1" name="shape-673">
            <a:extLst>
              <a:ext uri="{FF2B5EF4-FFF2-40B4-BE49-F238E27FC236}">
                <a16:creationId xmlns:a16="http://schemas.microsoft.com/office/drawing/2014/main" id="{966A5479-7C6C-481F-B09C-AA944B27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674">
            <a:extLst>
              <a:ext uri="{FF2B5EF4-FFF2-40B4-BE49-F238E27FC236}">
                <a16:creationId xmlns:a16="http://schemas.microsoft.com/office/drawing/2014/main" id="{C71A0C93-1394-423C-8B5F-51C9D6A26FC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675">
            <a:extLst>
              <a:ext uri="{FF2B5EF4-FFF2-40B4-BE49-F238E27FC236}">
                <a16:creationId xmlns:a16="http://schemas.microsoft.com/office/drawing/2014/main" id="{7951222B-3A81-41D0-BAE5-BEA2DE4D07D9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4" name="shape-676">
            <a:extLst>
              <a:ext uri="{FF2B5EF4-FFF2-40B4-BE49-F238E27FC236}">
                <a16:creationId xmlns:a16="http://schemas.microsoft.com/office/drawing/2014/main" id="{AE9C3FB0-B40E-4557-BB07-23458107D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677">
            <a:extLst>
              <a:ext uri="{FF2B5EF4-FFF2-40B4-BE49-F238E27FC236}">
                <a16:creationId xmlns:a16="http://schemas.microsoft.com/office/drawing/2014/main" id="{623885B4-F36A-4C7C-908A-78E81D195F52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678">
            <a:extLst>
              <a:ext uri="{FF2B5EF4-FFF2-40B4-BE49-F238E27FC236}">
                <a16:creationId xmlns:a16="http://schemas.microsoft.com/office/drawing/2014/main" id="{AC3FAADD-4520-4152-BE92-ADBF195349C7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7" name="shape-679">
            <a:extLst>
              <a:ext uri="{FF2B5EF4-FFF2-40B4-BE49-F238E27FC236}">
                <a16:creationId xmlns:a16="http://schemas.microsoft.com/office/drawing/2014/main" id="{934C2AED-9B27-4297-9399-1EBDC0E1ADD3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8309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680">
            <a:extLst>
              <a:ext uri="{FF2B5EF4-FFF2-40B4-BE49-F238E27FC236}">
                <a16:creationId xmlns:a16="http://schemas.microsoft.com/office/drawing/2014/main" id="{628A15B1-A3E3-4024-8F41-B848B510ACCA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ประตูกำลังเปิด</a:t>
            </a:r>
          </a:p>
        </p:txBody>
      </p:sp>
      <p:sp>
        <p:nvSpPr>
          <p:cNvPr id="2" name="shape-681">
            <a:extLst>
              <a:ext uri="{FF2B5EF4-FFF2-40B4-BE49-F238E27FC236}">
                <a16:creationId xmlns:a16="http://schemas.microsoft.com/office/drawing/2014/main" id="{CB3B1951-D1D8-4D6A-9F6F-F2B52FD35D9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OPENING ในเฟิร์มแวร์ฉบับสอน</a:t>
            </a:r>
          </a:p>
        </p:txBody>
      </p:sp>
      <p:sp>
        <p:nvSpPr>
          <p:cNvPr id="3" name="shape-682">
            <a:extLst>
              <a:ext uri="{FF2B5EF4-FFF2-40B4-BE49-F238E27FC236}">
                <a16:creationId xmlns:a16="http://schemas.microsoft.com/office/drawing/2014/main" id="{7E020F41-C899-4D36-B190-F35EF4FF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683">
            <a:extLst>
              <a:ext uri="{FF2B5EF4-FFF2-40B4-BE49-F238E27FC236}">
                <a16:creationId xmlns:a16="http://schemas.microsoft.com/office/drawing/2014/main" id="{86F8AB60-206D-4564-B4BD-FEE4F9432D6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shape-684">
            <a:extLst>
              <a:ext uri="{FF2B5EF4-FFF2-40B4-BE49-F238E27FC236}">
                <a16:creationId xmlns:a16="http://schemas.microsoft.com/office/drawing/2014/main" id="{3500ADA8-0D91-4CAE-9EF6-1DC865D4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85">
            <a:extLst>
              <a:ext uri="{FF2B5EF4-FFF2-40B4-BE49-F238E27FC236}">
                <a16:creationId xmlns:a16="http://schemas.microsoft.com/office/drawing/2014/main" id="{B90E9188-8170-4A7A-B2BF-449F59E2B315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686">
            <a:extLst>
              <a:ext uri="{FF2B5EF4-FFF2-40B4-BE49-F238E27FC236}">
                <a16:creationId xmlns:a16="http://schemas.microsoft.com/office/drawing/2014/main" id="{E893A5CC-E2D4-4B03-B49B-DF52443FC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687">
            <a:extLst>
              <a:ext uri="{FF2B5EF4-FFF2-40B4-BE49-F238E27FC236}">
                <a16:creationId xmlns:a16="http://schemas.microsoft.com/office/drawing/2014/main" id="{6AD97684-E185-4A59-9E43-CE04FAE170B0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688">
            <a:extLst>
              <a:ext uri="{FF2B5EF4-FFF2-40B4-BE49-F238E27FC236}">
                <a16:creationId xmlns:a16="http://schemas.microsoft.com/office/drawing/2014/main" id="{01DC1774-B8AA-4C99-8BC6-16C3C4DAD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689">
            <a:extLst>
              <a:ext uri="{FF2B5EF4-FFF2-40B4-BE49-F238E27FC236}">
                <a16:creationId xmlns:a16="http://schemas.microsoft.com/office/drawing/2014/main" id="{18F125AA-7A09-48B9-BB3A-9810BE98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690">
            <a:extLst>
              <a:ext uri="{FF2B5EF4-FFF2-40B4-BE49-F238E27FC236}">
                <a16:creationId xmlns:a16="http://schemas.microsoft.com/office/drawing/2014/main" id="{E3A2C3AB-64A5-4290-BAA7-16B9EEF68C19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691">
            <a:extLst>
              <a:ext uri="{FF2B5EF4-FFF2-40B4-BE49-F238E27FC236}">
                <a16:creationId xmlns:a16="http://schemas.microsoft.com/office/drawing/2014/main" id="{B47D881F-7242-43CA-ADED-7A58D67D2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692">
            <a:extLst>
              <a:ext uri="{FF2B5EF4-FFF2-40B4-BE49-F238E27FC236}">
                <a16:creationId xmlns:a16="http://schemas.microsoft.com/office/drawing/2014/main" id="{1024FE57-9F3D-4606-B1A1-A396246D37ED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693">
            <a:extLst>
              <a:ext uri="{FF2B5EF4-FFF2-40B4-BE49-F238E27FC236}">
                <a16:creationId xmlns:a16="http://schemas.microsoft.com/office/drawing/2014/main" id="{2F64C2AA-8231-4307-850C-ABB6D877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694">
            <a:extLst>
              <a:ext uri="{FF2B5EF4-FFF2-40B4-BE49-F238E27FC236}">
                <a16:creationId xmlns:a16="http://schemas.microsoft.com/office/drawing/2014/main" id="{7515C65F-2054-4AC1-872E-B5F9EA41168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695">
            <a:extLst>
              <a:ext uri="{FF2B5EF4-FFF2-40B4-BE49-F238E27FC236}">
                <a16:creationId xmlns:a16="http://schemas.microsoft.com/office/drawing/2014/main" id="{1E36A9FA-4D4E-45DA-BFD2-0C4317A00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696">
            <a:extLst>
              <a:ext uri="{FF2B5EF4-FFF2-40B4-BE49-F238E27FC236}">
                <a16:creationId xmlns:a16="http://schemas.microsoft.com/office/drawing/2014/main" id="{0ECE58CF-27CE-4DCA-B855-DD607D966DD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697">
            <a:extLst>
              <a:ext uri="{FF2B5EF4-FFF2-40B4-BE49-F238E27FC236}">
                <a16:creationId xmlns:a16="http://schemas.microsoft.com/office/drawing/2014/main" id="{FC162F70-DAEF-431D-A842-D6C1ECF3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698">
            <a:extLst>
              <a:ext uri="{FF2B5EF4-FFF2-40B4-BE49-F238E27FC236}">
                <a16:creationId xmlns:a16="http://schemas.microsoft.com/office/drawing/2014/main" id="{168D7000-5D23-4E49-B87D-6CDA8CBF2DF7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699">
            <a:extLst>
              <a:ext uri="{FF2B5EF4-FFF2-40B4-BE49-F238E27FC236}">
                <a16:creationId xmlns:a16="http://schemas.microsoft.com/office/drawing/2014/main" id="{11CF1D23-CA77-4F4D-94D3-BC7E27612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700">
            <a:extLst>
              <a:ext uri="{FF2B5EF4-FFF2-40B4-BE49-F238E27FC236}">
                <a16:creationId xmlns:a16="http://schemas.microsoft.com/office/drawing/2014/main" id="{0AE84208-82EB-41EA-889A-A50A23F11EA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701">
            <a:extLst>
              <a:ext uri="{FF2B5EF4-FFF2-40B4-BE49-F238E27FC236}">
                <a16:creationId xmlns:a16="http://schemas.microsoft.com/office/drawing/2014/main" id="{5467CFDA-29A2-4B25-91D4-FB800F993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702">
            <a:extLst>
              <a:ext uri="{FF2B5EF4-FFF2-40B4-BE49-F238E27FC236}">
                <a16:creationId xmlns:a16="http://schemas.microsoft.com/office/drawing/2014/main" id="{9411DB4D-3607-4E1E-8A5B-2CAD6FB2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703">
            <a:extLst>
              <a:ext uri="{FF2B5EF4-FFF2-40B4-BE49-F238E27FC236}">
                <a16:creationId xmlns:a16="http://schemas.microsoft.com/office/drawing/2014/main" id="{B459DB64-8FFB-4ECC-BA34-7AB17C7AE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704">
            <a:extLst>
              <a:ext uri="{FF2B5EF4-FFF2-40B4-BE49-F238E27FC236}">
                <a16:creationId xmlns:a16="http://schemas.microsoft.com/office/drawing/2014/main" id="{616EA85D-C53F-42A5-878B-83FF2D69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705">
            <a:extLst>
              <a:ext uri="{FF2B5EF4-FFF2-40B4-BE49-F238E27FC236}">
                <a16:creationId xmlns:a16="http://schemas.microsoft.com/office/drawing/2014/main" id="{C620FF75-3403-46B1-92EB-25DD483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706">
            <a:extLst>
              <a:ext uri="{FF2B5EF4-FFF2-40B4-BE49-F238E27FC236}">
                <a16:creationId xmlns:a16="http://schemas.microsoft.com/office/drawing/2014/main" id="{C7801A98-24DD-4C9C-AB04-791639D5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707">
            <a:extLst>
              <a:ext uri="{FF2B5EF4-FFF2-40B4-BE49-F238E27FC236}">
                <a16:creationId xmlns:a16="http://schemas.microsoft.com/office/drawing/2014/main" id="{C5073180-2715-486B-B881-B1CADC35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708">
            <a:extLst>
              <a:ext uri="{FF2B5EF4-FFF2-40B4-BE49-F238E27FC236}">
                <a16:creationId xmlns:a16="http://schemas.microsoft.com/office/drawing/2014/main" id="{399ACC4F-5FD1-4827-9A52-A5F40DC2C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709">
            <a:extLst>
              <a:ext uri="{FF2B5EF4-FFF2-40B4-BE49-F238E27FC236}">
                <a16:creationId xmlns:a16="http://schemas.microsoft.com/office/drawing/2014/main" id="{43EB59F7-1D00-4404-8B17-2318C2F2D51B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710">
            <a:extLst>
              <a:ext uri="{FF2B5EF4-FFF2-40B4-BE49-F238E27FC236}">
                <a16:creationId xmlns:a16="http://schemas.microsoft.com/office/drawing/2014/main" id="{96804534-565B-4F85-943C-3AFDFB486249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FAH    P1 = D9H</a:t>
            </a:r>
          </a:p>
        </p:txBody>
      </p:sp>
      <p:sp>
        <p:nvSpPr>
          <p:cNvPr id="32" name="shape-711">
            <a:extLst>
              <a:ext uri="{FF2B5EF4-FFF2-40B4-BE49-F238E27FC236}">
                <a16:creationId xmlns:a16="http://schemas.microsoft.com/office/drawing/2014/main" id="{1D4CD840-FCD1-4501-8DB5-D85D852D4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712">
            <a:extLst>
              <a:ext uri="{FF2B5EF4-FFF2-40B4-BE49-F238E27FC236}">
                <a16:creationId xmlns:a16="http://schemas.microsoft.com/office/drawing/2014/main" id="{26136B5A-7851-4D5F-BA02-8E4262C325F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713">
            <a:extLst>
              <a:ext uri="{FF2B5EF4-FFF2-40B4-BE49-F238E27FC236}">
                <a16:creationId xmlns:a16="http://schemas.microsoft.com/office/drawing/2014/main" id="{AD788629-B774-473B-AD92-C83C2B128FD9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OpeningState:</a:t>
            </a:r>
          </a:p>
        </p:txBody>
      </p:sp>
      <p:sp>
        <p:nvSpPr>
          <p:cNvPr id="35" name="shape-714">
            <a:extLst>
              <a:ext uri="{FF2B5EF4-FFF2-40B4-BE49-F238E27FC236}">
                <a16:creationId xmlns:a16="http://schemas.microsoft.com/office/drawing/2014/main" id="{4484BD92-0DFB-43D5-A60F-980AA03E18AE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715">
            <a:extLst>
              <a:ext uri="{FF2B5EF4-FFF2-40B4-BE49-F238E27FC236}">
                <a16:creationId xmlns:a16="http://schemas.microsoft.com/office/drawing/2014/main" id="{2DD20824-1CA8-4EB3-9801-806D0F0EF03D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P0,#0FAH</a:t>
            </a:r>
          </a:p>
        </p:txBody>
      </p:sp>
      <p:sp>
        <p:nvSpPr>
          <p:cNvPr id="37" name="shape-716">
            <a:extLst>
              <a:ext uri="{FF2B5EF4-FFF2-40B4-BE49-F238E27FC236}">
                <a16:creationId xmlns:a16="http://schemas.microsoft.com/office/drawing/2014/main" id="{C15482F7-4BBD-48A8-8C07-F670C2ED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717">
            <a:extLst>
              <a:ext uri="{FF2B5EF4-FFF2-40B4-BE49-F238E27FC236}">
                <a16:creationId xmlns:a16="http://schemas.microsoft.com/office/drawing/2014/main" id="{C34B9CA0-C467-4E4E-B5ED-DEB1D886984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P1,#0DDH</a:t>
            </a:r>
          </a:p>
        </p:txBody>
      </p:sp>
      <p:sp>
        <p:nvSpPr>
          <p:cNvPr id="39" name="shape-718">
            <a:extLst>
              <a:ext uri="{FF2B5EF4-FFF2-40B4-BE49-F238E27FC236}">
                <a16:creationId xmlns:a16="http://schemas.microsoft.com/office/drawing/2014/main" id="{B7D66CFF-6EF7-4E1D-91E0-97548E94A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719">
            <a:extLst>
              <a:ext uri="{FF2B5EF4-FFF2-40B4-BE49-F238E27FC236}">
                <a16:creationId xmlns:a16="http://schemas.microsoft.com/office/drawing/2014/main" id="{720056DF-AF47-4AC7-8871-BB0B30621A66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P1,#0D9H</a:t>
            </a:r>
          </a:p>
        </p:txBody>
      </p:sp>
      <p:sp>
        <p:nvSpPr>
          <p:cNvPr id="41" name="shape-720">
            <a:extLst>
              <a:ext uri="{FF2B5EF4-FFF2-40B4-BE49-F238E27FC236}">
                <a16:creationId xmlns:a16="http://schemas.microsoft.com/office/drawing/2014/main" id="{324BC9D3-230E-41D1-857C-6607BA0FEFB1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721">
            <a:extLst>
              <a:ext uri="{FF2B5EF4-FFF2-40B4-BE49-F238E27FC236}">
                <a16:creationId xmlns:a16="http://schemas.microsoft.com/office/drawing/2014/main" id="{7FD0B5CE-E6E6-4982-A004-EDC2D657325C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OpeningLoop:</a:t>
            </a:r>
          </a:p>
        </p:txBody>
      </p:sp>
      <p:sp>
        <p:nvSpPr>
          <p:cNvPr id="43" name="shape-722">
            <a:extLst>
              <a:ext uri="{FF2B5EF4-FFF2-40B4-BE49-F238E27FC236}">
                <a16:creationId xmlns:a16="http://schemas.microsoft.com/office/drawing/2014/main" id="{A66BB04F-C5B3-41B5-8F39-2EFEED650D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P2.7,OpeningFault</a:t>
            </a:r>
          </a:p>
        </p:txBody>
      </p:sp>
      <p:sp>
        <p:nvSpPr>
          <p:cNvPr id="44" name="shape-723">
            <a:extLst>
              <a:ext uri="{FF2B5EF4-FFF2-40B4-BE49-F238E27FC236}">
                <a16:creationId xmlns:a16="http://schemas.microsoft.com/office/drawing/2014/main" id="{42C354CC-D099-4F8D-81EE-B46EA106B75E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P2.3,OpeningDone</a:t>
            </a:r>
          </a:p>
        </p:txBody>
      </p:sp>
      <p:sp>
        <p:nvSpPr>
          <p:cNvPr id="45" name="shape-724">
            <a:extLst>
              <a:ext uri="{FF2B5EF4-FFF2-40B4-BE49-F238E27FC236}">
                <a16:creationId xmlns:a16="http://schemas.microsoft.com/office/drawing/2014/main" id="{ECEC9E38-7AB8-4923-AAE8-EFE0E60DB702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725">
            <a:extLst>
              <a:ext uri="{FF2B5EF4-FFF2-40B4-BE49-F238E27FC236}">
                <a16:creationId xmlns:a16="http://schemas.microsoft.com/office/drawing/2014/main" id="{C8281A53-A8D5-41A5-85FB-F461AF1FEB70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R1,OpeningLoop</a:t>
            </a:r>
          </a:p>
        </p:txBody>
      </p:sp>
      <p:sp>
        <p:nvSpPr>
          <p:cNvPr id="47" name="shape-726">
            <a:extLst>
              <a:ext uri="{FF2B5EF4-FFF2-40B4-BE49-F238E27FC236}">
                <a16:creationId xmlns:a16="http://schemas.microsoft.com/office/drawing/2014/main" id="{0277C540-1555-40DE-91B9-F0BD55FD00E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OpeningFault:</a:t>
            </a:r>
          </a:p>
        </p:txBody>
      </p:sp>
      <p:sp>
        <p:nvSpPr>
          <p:cNvPr id="48" name="shape-727">
            <a:extLst>
              <a:ext uri="{FF2B5EF4-FFF2-40B4-BE49-F238E27FC236}">
                <a16:creationId xmlns:a16="http://schemas.microsoft.com/office/drawing/2014/main" id="{E163F047-4587-40D7-B07F-126252C6B815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728">
            <a:extLst>
              <a:ext uri="{FF2B5EF4-FFF2-40B4-BE49-F238E27FC236}">
                <a16:creationId xmlns:a16="http://schemas.microsoft.com/office/drawing/2014/main" id="{3D1EBF0F-7575-4AC6-B69C-554FEE1FA94E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OpeningDone:</a:t>
            </a:r>
          </a:p>
        </p:txBody>
      </p:sp>
      <p:sp>
        <p:nvSpPr>
          <p:cNvPr id="50" name="shape-729">
            <a:extLst>
              <a:ext uri="{FF2B5EF4-FFF2-40B4-BE49-F238E27FC236}">
                <a16:creationId xmlns:a16="http://schemas.microsoft.com/office/drawing/2014/main" id="{FBD39ED1-0ACC-42D2-87B3-4CEFB07DAFA2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730">
            <a:extLst>
              <a:ext uri="{FF2B5EF4-FFF2-40B4-BE49-F238E27FC236}">
                <a16:creationId xmlns:a16="http://schemas.microsoft.com/office/drawing/2014/main" id="{955DE0D6-6EFC-4F5E-AC42-8E35CC9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31">
            <a:extLst>
              <a:ext uri="{FF2B5EF4-FFF2-40B4-BE49-F238E27FC236}">
                <a16:creationId xmlns:a16="http://schemas.microsoft.com/office/drawing/2014/main" id="{BEDD73F8-8792-4154-97E8-49986021AC33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732">
            <a:extLst>
              <a:ext uri="{FF2B5EF4-FFF2-40B4-BE49-F238E27FC236}">
                <a16:creationId xmlns:a16="http://schemas.microsoft.com/office/drawing/2014/main" id="{C2CAD8ED-E846-42A2-840C-E9199FC5D8F6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P1,#0D9H</a:t>
            </a:r>
          </a:p>
        </p:txBody>
      </p:sp>
      <p:sp>
        <p:nvSpPr>
          <p:cNvPr id="54" name="shape-733">
            <a:extLst>
              <a:ext uri="{FF2B5EF4-FFF2-40B4-BE49-F238E27FC236}">
                <a16:creationId xmlns:a16="http://schemas.microsoft.com/office/drawing/2014/main" id="{E9E84782-19EE-499B-95E5-120388E02B2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ตั้งทิศเปิดขณะยังตัดแรงขับ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จากนั้นจึงจ่ายแรงขับให้มอเตอร์</a:t>
            </a:r>
          </a:p>
        </p:txBody>
      </p:sp>
      <p:sp>
        <p:nvSpPr>
          <p:cNvPr id="55" name="shape-734">
            <a:extLst>
              <a:ext uri="{FF2B5EF4-FFF2-40B4-BE49-F238E27FC236}">
                <a16:creationId xmlns:a16="http://schemas.microsoft.com/office/drawing/2014/main" id="{EE20B2CB-D8AF-4650-ABEE-3EE3AB68135D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735">
            <a:extLst>
              <a:ext uri="{FF2B5EF4-FFF2-40B4-BE49-F238E27FC236}">
                <a16:creationId xmlns:a16="http://schemas.microsoft.com/office/drawing/2014/main" id="{7176BF27-9CA4-4CEF-8404-6304033298E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LO = 0 ให้เข้า HOLD</a:t>
            </a:r>
          </a:p>
        </p:txBody>
      </p:sp>
      <p:sp>
        <p:nvSpPr>
          <p:cNvPr id="57" name="shape-736">
            <a:extLst>
              <a:ext uri="{FF2B5EF4-FFF2-40B4-BE49-F238E27FC236}">
                <a16:creationId xmlns:a16="http://schemas.microsoft.com/office/drawing/2014/main" id="{07866082-FD3F-4125-A954-ABBCE3C15327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11011001B</a:t>
            </a:r>
          </a:p>
        </p:txBody>
      </p:sp>
      <p:sp>
        <p:nvSpPr>
          <p:cNvPr id="58" name="shape-737">
            <a:extLst>
              <a:ext uri="{FF2B5EF4-FFF2-40B4-BE49-F238E27FC236}">
                <a16:creationId xmlns:a16="http://schemas.microsoft.com/office/drawing/2014/main" id="{A6606816-477D-4676-9073-E60EB6AE1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738">
            <a:extLst>
              <a:ext uri="{FF2B5EF4-FFF2-40B4-BE49-F238E27FC236}">
                <a16:creationId xmlns:a16="http://schemas.microsoft.com/office/drawing/2014/main" id="{9E402671-2879-41C2-80A4-BCFC6C4E5360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739">
            <a:extLst>
              <a:ext uri="{FF2B5EF4-FFF2-40B4-BE49-F238E27FC236}">
                <a16:creationId xmlns:a16="http://schemas.microsoft.com/office/drawing/2014/main" id="{D532A98A-A421-4AFD-99AB-076D9A59107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740">
            <a:extLst>
              <a:ext uri="{FF2B5EF4-FFF2-40B4-BE49-F238E27FC236}">
                <a16:creationId xmlns:a16="http://schemas.microsoft.com/office/drawing/2014/main" id="{98D10F79-FDE1-4F0C-96DC-1B66CED9E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741">
            <a:extLst>
              <a:ext uri="{FF2B5EF4-FFF2-40B4-BE49-F238E27FC236}">
                <a16:creationId xmlns:a16="http://schemas.microsoft.com/office/drawing/2014/main" id="{2F18DF87-33F0-4C5B-9D9B-AE32435F5CAB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742">
            <a:extLst>
              <a:ext uri="{FF2B5EF4-FFF2-40B4-BE49-F238E27FC236}">
                <a16:creationId xmlns:a16="http://schemas.microsoft.com/office/drawing/2014/main" id="{F92F2DDB-B808-4A03-82CD-BDE123E9F6D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743">
            <a:extLst>
              <a:ext uri="{FF2B5EF4-FFF2-40B4-BE49-F238E27FC236}">
                <a16:creationId xmlns:a16="http://schemas.microsoft.com/office/drawing/2014/main" id="{1285AE2A-99F9-41D2-A17F-3D6382AC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744">
            <a:extLst>
              <a:ext uri="{FF2B5EF4-FFF2-40B4-BE49-F238E27FC236}">
                <a16:creationId xmlns:a16="http://schemas.microsoft.com/office/drawing/2014/main" id="{F8B069B6-C666-44C0-8129-512CA775890C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745">
            <a:extLst>
              <a:ext uri="{FF2B5EF4-FFF2-40B4-BE49-F238E27FC236}">
                <a16:creationId xmlns:a16="http://schemas.microsoft.com/office/drawing/2014/main" id="{580AE8B3-BE46-40B4-A330-7F2B57ECB0BA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746">
            <a:extLst>
              <a:ext uri="{FF2B5EF4-FFF2-40B4-BE49-F238E27FC236}">
                <a16:creationId xmlns:a16="http://schemas.microsoft.com/office/drawing/2014/main" id="{19851807-02D4-46B8-B1B8-C0FE3F44B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747">
            <a:extLst>
              <a:ext uri="{FF2B5EF4-FFF2-40B4-BE49-F238E27FC236}">
                <a16:creationId xmlns:a16="http://schemas.microsoft.com/office/drawing/2014/main" id="{F2AE44E7-4BDB-471C-89D1-A95F70C3FEB6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748">
            <a:extLst>
              <a:ext uri="{FF2B5EF4-FFF2-40B4-BE49-F238E27FC236}">
                <a16:creationId xmlns:a16="http://schemas.microsoft.com/office/drawing/2014/main" id="{54193F8B-A161-4654-BC17-DBF514DF2BF3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749">
            <a:extLst>
              <a:ext uri="{FF2B5EF4-FFF2-40B4-BE49-F238E27FC236}">
                <a16:creationId xmlns:a16="http://schemas.microsoft.com/office/drawing/2014/main" id="{8BD85C3F-B0FE-4AE7-BBB4-439889DA2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750">
            <a:extLst>
              <a:ext uri="{FF2B5EF4-FFF2-40B4-BE49-F238E27FC236}">
                <a16:creationId xmlns:a16="http://schemas.microsoft.com/office/drawing/2014/main" id="{F1B5A948-AA16-4295-85DF-2B7B65D71A7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751">
            <a:extLst>
              <a:ext uri="{FF2B5EF4-FFF2-40B4-BE49-F238E27FC236}">
                <a16:creationId xmlns:a16="http://schemas.microsoft.com/office/drawing/2014/main" id="{0F1673CD-5DAF-4B4D-9EA7-AE4830A16F88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752">
            <a:extLst>
              <a:ext uri="{FF2B5EF4-FFF2-40B4-BE49-F238E27FC236}">
                <a16:creationId xmlns:a16="http://schemas.microsoft.com/office/drawing/2014/main" id="{27828A56-3216-48F3-8719-0260D4E5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753">
            <a:extLst>
              <a:ext uri="{FF2B5EF4-FFF2-40B4-BE49-F238E27FC236}">
                <a16:creationId xmlns:a16="http://schemas.microsoft.com/office/drawing/2014/main" id="{E525976E-C568-4E5B-B898-9853489BFF9E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754">
            <a:extLst>
              <a:ext uri="{FF2B5EF4-FFF2-40B4-BE49-F238E27FC236}">
                <a16:creationId xmlns:a16="http://schemas.microsoft.com/office/drawing/2014/main" id="{16CDA073-EE56-4C52-8BA3-1DFC423528E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755">
            <a:extLst>
              <a:ext uri="{FF2B5EF4-FFF2-40B4-BE49-F238E27FC236}">
                <a16:creationId xmlns:a16="http://schemas.microsoft.com/office/drawing/2014/main" id="{89A7A680-E710-43FF-932B-02111806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756">
            <a:extLst>
              <a:ext uri="{FF2B5EF4-FFF2-40B4-BE49-F238E27FC236}">
                <a16:creationId xmlns:a16="http://schemas.microsoft.com/office/drawing/2014/main" id="{435E1361-2192-408B-84A9-0C15231CCA90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757">
            <a:extLst>
              <a:ext uri="{FF2B5EF4-FFF2-40B4-BE49-F238E27FC236}">
                <a16:creationId xmlns:a16="http://schemas.microsoft.com/office/drawing/2014/main" id="{25AE43FE-C926-4586-95FF-AE2218AB452B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758">
            <a:extLst>
              <a:ext uri="{FF2B5EF4-FFF2-40B4-BE49-F238E27FC236}">
                <a16:creationId xmlns:a16="http://schemas.microsoft.com/office/drawing/2014/main" id="{F0616F12-3460-4AC0-ACF6-EC00592B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759">
            <a:extLst>
              <a:ext uri="{FF2B5EF4-FFF2-40B4-BE49-F238E27FC236}">
                <a16:creationId xmlns:a16="http://schemas.microsoft.com/office/drawing/2014/main" id="{0D60C560-48A3-44FD-9C11-E8CE49DDF7D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760">
            <a:extLst>
              <a:ext uri="{FF2B5EF4-FFF2-40B4-BE49-F238E27FC236}">
                <a16:creationId xmlns:a16="http://schemas.microsoft.com/office/drawing/2014/main" id="{E1190597-A785-4A2E-A533-EFC1686ECA43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761">
            <a:extLst>
              <a:ext uri="{FF2B5EF4-FFF2-40B4-BE49-F238E27FC236}">
                <a16:creationId xmlns:a16="http://schemas.microsoft.com/office/drawing/2014/main" id="{EED03A45-8CDE-4025-B27C-A506F8596CE1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762">
            <a:extLst>
              <a:ext uri="{FF2B5EF4-FFF2-40B4-BE49-F238E27FC236}">
                <a16:creationId xmlns:a16="http://schemas.microsoft.com/office/drawing/2014/main" id="{AA16F051-ACD0-484A-9104-C62B608482F7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763">
            <a:extLst>
              <a:ext uri="{FF2B5EF4-FFF2-40B4-BE49-F238E27FC236}">
                <a16:creationId xmlns:a16="http://schemas.microsoft.com/office/drawing/2014/main" id="{95B5E0EB-5FDA-438E-BFD0-513D84E83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764">
            <a:extLst>
              <a:ext uri="{FF2B5EF4-FFF2-40B4-BE49-F238E27FC236}">
                <a16:creationId xmlns:a16="http://schemas.microsoft.com/office/drawing/2014/main" id="{8E0AFFCB-0030-4D72-8EE1-5A3FCB1860F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765">
            <a:extLst>
              <a:ext uri="{FF2B5EF4-FFF2-40B4-BE49-F238E27FC236}">
                <a16:creationId xmlns:a16="http://schemas.microsoft.com/office/drawing/2014/main" id="{9181563D-5229-4B73-AAF2-DC68EB91B5D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766">
            <a:extLst>
              <a:ext uri="{FF2B5EF4-FFF2-40B4-BE49-F238E27FC236}">
                <a16:creationId xmlns:a16="http://schemas.microsoft.com/office/drawing/2014/main" id="{099F9756-BDF0-4289-968F-B0193A140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767">
            <a:extLst>
              <a:ext uri="{FF2B5EF4-FFF2-40B4-BE49-F238E27FC236}">
                <a16:creationId xmlns:a16="http://schemas.microsoft.com/office/drawing/2014/main" id="{729ED805-4304-44C6-AA18-7E86E823CAEE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768">
            <a:extLst>
              <a:ext uri="{FF2B5EF4-FFF2-40B4-BE49-F238E27FC236}">
                <a16:creationId xmlns:a16="http://schemas.microsoft.com/office/drawing/2014/main" id="{B1D6B81B-209F-42C3-8E56-27568184203B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769">
            <a:extLst>
              <a:ext uri="{FF2B5EF4-FFF2-40B4-BE49-F238E27FC236}">
                <a16:creationId xmlns:a16="http://schemas.microsoft.com/office/drawing/2014/main" id="{C08D6626-6FB2-4460-91F6-1D399977D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770">
            <a:extLst>
              <a:ext uri="{FF2B5EF4-FFF2-40B4-BE49-F238E27FC236}">
                <a16:creationId xmlns:a16="http://schemas.microsoft.com/office/drawing/2014/main" id="{CEAD5178-7172-4DA7-839F-BAF361F187E7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771">
            <a:extLst>
              <a:ext uri="{FF2B5EF4-FFF2-40B4-BE49-F238E27FC236}">
                <a16:creationId xmlns:a16="http://schemas.microsoft.com/office/drawing/2014/main" id="{258B84C5-655B-42CB-8090-3728BB0B27BF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772">
            <a:extLst>
              <a:ext uri="{FF2B5EF4-FFF2-40B4-BE49-F238E27FC236}">
                <a16:creationId xmlns:a16="http://schemas.microsoft.com/office/drawing/2014/main" id="{7B9151B1-9BF4-448E-842D-BA09AFD0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773">
            <a:extLst>
              <a:ext uri="{FF2B5EF4-FFF2-40B4-BE49-F238E27FC236}">
                <a16:creationId xmlns:a16="http://schemas.microsoft.com/office/drawing/2014/main" id="{EA1CC88D-C80E-4E36-863B-5DED911FF224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774">
            <a:extLst>
              <a:ext uri="{FF2B5EF4-FFF2-40B4-BE49-F238E27FC236}">
                <a16:creationId xmlns:a16="http://schemas.microsoft.com/office/drawing/2014/main" id="{54225DE6-D7E4-4FA9-BFB8-3958B7AEF3DA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775">
            <a:extLst>
              <a:ext uri="{FF2B5EF4-FFF2-40B4-BE49-F238E27FC236}">
                <a16:creationId xmlns:a16="http://schemas.microsoft.com/office/drawing/2014/main" id="{51A09039-01AC-4ADE-9D1A-F5DF5CDE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776">
            <a:extLst>
              <a:ext uri="{FF2B5EF4-FFF2-40B4-BE49-F238E27FC236}">
                <a16:creationId xmlns:a16="http://schemas.microsoft.com/office/drawing/2014/main" id="{B93D9892-E5E5-441C-8000-FABBB9186EAA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777">
            <a:extLst>
              <a:ext uri="{FF2B5EF4-FFF2-40B4-BE49-F238E27FC236}">
                <a16:creationId xmlns:a16="http://schemas.microsoft.com/office/drawing/2014/main" id="{6B7CD15F-2EAE-4428-9304-7EA66FA4C6E1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778">
            <a:extLst>
              <a:ext uri="{FF2B5EF4-FFF2-40B4-BE49-F238E27FC236}">
                <a16:creationId xmlns:a16="http://schemas.microsoft.com/office/drawing/2014/main" id="{6792E443-2560-4787-A6E2-DF5437A1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779">
            <a:extLst>
              <a:ext uri="{FF2B5EF4-FFF2-40B4-BE49-F238E27FC236}">
                <a16:creationId xmlns:a16="http://schemas.microsoft.com/office/drawing/2014/main" id="{41A27C2F-A04A-4142-829E-3DDD5FE2A7D6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780">
            <a:extLst>
              <a:ext uri="{FF2B5EF4-FFF2-40B4-BE49-F238E27FC236}">
                <a16:creationId xmlns:a16="http://schemas.microsoft.com/office/drawing/2014/main" id="{2C7D04BD-4CEC-4444-B80E-00AF6E1174F1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781">
            <a:extLst>
              <a:ext uri="{FF2B5EF4-FFF2-40B4-BE49-F238E27FC236}">
                <a16:creationId xmlns:a16="http://schemas.microsoft.com/office/drawing/2014/main" id="{F8D7F86C-E666-471C-BB13-9C040F494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782">
            <a:extLst>
              <a:ext uri="{FF2B5EF4-FFF2-40B4-BE49-F238E27FC236}">
                <a16:creationId xmlns:a16="http://schemas.microsoft.com/office/drawing/2014/main" id="{EEC2C2DE-88BA-4828-B941-3F23219BFAD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783">
            <a:extLst>
              <a:ext uri="{FF2B5EF4-FFF2-40B4-BE49-F238E27FC236}">
                <a16:creationId xmlns:a16="http://schemas.microsoft.com/office/drawing/2014/main" id="{7E78E949-FF49-469F-9165-10E4668BF850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784">
            <a:extLst>
              <a:ext uri="{FF2B5EF4-FFF2-40B4-BE49-F238E27FC236}">
                <a16:creationId xmlns:a16="http://schemas.microsoft.com/office/drawing/2014/main" id="{FFA40742-B9E7-4687-B4E5-6D3663440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785">
            <a:extLst>
              <a:ext uri="{FF2B5EF4-FFF2-40B4-BE49-F238E27FC236}">
                <a16:creationId xmlns:a16="http://schemas.microsoft.com/office/drawing/2014/main" id="{D3689C01-0866-4B31-8684-92E9939FDDC9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786">
            <a:extLst>
              <a:ext uri="{FF2B5EF4-FFF2-40B4-BE49-F238E27FC236}">
                <a16:creationId xmlns:a16="http://schemas.microsoft.com/office/drawing/2014/main" id="{68CB0DD2-4454-4A7B-BA44-6DCFAD6EBF2A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787">
            <a:extLst>
              <a:ext uri="{FF2B5EF4-FFF2-40B4-BE49-F238E27FC236}">
                <a16:creationId xmlns:a16="http://schemas.microsoft.com/office/drawing/2014/main" id="{08803991-83BF-4A62-903F-C7F674BB0A4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71584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-788">
            <a:extLst>
              <a:ext uri="{FF2B5EF4-FFF2-40B4-BE49-F238E27FC236}">
                <a16:creationId xmlns:a16="http://schemas.microsoft.com/office/drawing/2014/main" id="{489E8187-4465-42A5-AF34-8EE90402403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ประตูเปิดค้าง</a:t>
            </a:r>
          </a:p>
        </p:txBody>
      </p:sp>
      <p:sp>
        <p:nvSpPr>
          <p:cNvPr id="2" name="shape-789">
            <a:extLst>
              <a:ext uri="{FF2B5EF4-FFF2-40B4-BE49-F238E27FC236}">
                <a16:creationId xmlns:a16="http://schemas.microsoft.com/office/drawing/2014/main" id="{AF9AB805-D3FD-49E5-A067-1D85EF9CEE1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HOLD ในเฟิร์มแวร์ฉบับสอน</a:t>
            </a:r>
          </a:p>
        </p:txBody>
      </p:sp>
      <p:sp>
        <p:nvSpPr>
          <p:cNvPr id="3" name="shape-790">
            <a:extLst>
              <a:ext uri="{FF2B5EF4-FFF2-40B4-BE49-F238E27FC236}">
                <a16:creationId xmlns:a16="http://schemas.microsoft.com/office/drawing/2014/main" id="{76EDBCC8-77F7-4280-9504-11C545618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791">
            <a:extLst>
              <a:ext uri="{FF2B5EF4-FFF2-40B4-BE49-F238E27FC236}">
                <a16:creationId xmlns:a16="http://schemas.microsoft.com/office/drawing/2014/main" id="{88720465-928C-4C4E-988F-7E9CEAE4017F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shape-792">
            <a:extLst>
              <a:ext uri="{FF2B5EF4-FFF2-40B4-BE49-F238E27FC236}">
                <a16:creationId xmlns:a16="http://schemas.microsoft.com/office/drawing/2014/main" id="{C6C76DEB-55B9-40E3-9CD4-4698E39A7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793">
            <a:extLst>
              <a:ext uri="{FF2B5EF4-FFF2-40B4-BE49-F238E27FC236}">
                <a16:creationId xmlns:a16="http://schemas.microsoft.com/office/drawing/2014/main" id="{8EA84FBD-64E9-44E5-9397-D9E70BFC51D0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794">
            <a:extLst>
              <a:ext uri="{FF2B5EF4-FFF2-40B4-BE49-F238E27FC236}">
                <a16:creationId xmlns:a16="http://schemas.microsoft.com/office/drawing/2014/main" id="{5A5B561D-5258-4C17-9509-6ED13EBD9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795">
            <a:extLst>
              <a:ext uri="{FF2B5EF4-FFF2-40B4-BE49-F238E27FC236}">
                <a16:creationId xmlns:a16="http://schemas.microsoft.com/office/drawing/2014/main" id="{BA22102E-D2AB-45C4-9481-E5E7D146B97F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796">
            <a:extLst>
              <a:ext uri="{FF2B5EF4-FFF2-40B4-BE49-F238E27FC236}">
                <a16:creationId xmlns:a16="http://schemas.microsoft.com/office/drawing/2014/main" id="{EF1A5D0A-86A4-4135-92C9-D6FECBD2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797">
            <a:extLst>
              <a:ext uri="{FF2B5EF4-FFF2-40B4-BE49-F238E27FC236}">
                <a16:creationId xmlns:a16="http://schemas.microsoft.com/office/drawing/2014/main" id="{23FD3C08-351C-4DC1-AC7D-9CBDA0D9D32D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798">
            <a:extLst>
              <a:ext uri="{FF2B5EF4-FFF2-40B4-BE49-F238E27FC236}">
                <a16:creationId xmlns:a16="http://schemas.microsoft.com/office/drawing/2014/main" id="{497E84B6-16F0-49A0-8FE7-3D0CC5CF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799">
            <a:extLst>
              <a:ext uri="{FF2B5EF4-FFF2-40B4-BE49-F238E27FC236}">
                <a16:creationId xmlns:a16="http://schemas.microsoft.com/office/drawing/2014/main" id="{474B7069-A11A-4B54-BD70-7412307C7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800">
            <a:extLst>
              <a:ext uri="{FF2B5EF4-FFF2-40B4-BE49-F238E27FC236}">
                <a16:creationId xmlns:a16="http://schemas.microsoft.com/office/drawing/2014/main" id="{C2E86AC4-4CDC-4E51-A944-E827EA7AABA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801">
            <a:extLst>
              <a:ext uri="{FF2B5EF4-FFF2-40B4-BE49-F238E27FC236}">
                <a16:creationId xmlns:a16="http://schemas.microsoft.com/office/drawing/2014/main" id="{7B25C3AD-9F34-440E-B870-D63E90403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802">
            <a:extLst>
              <a:ext uri="{FF2B5EF4-FFF2-40B4-BE49-F238E27FC236}">
                <a16:creationId xmlns:a16="http://schemas.microsoft.com/office/drawing/2014/main" id="{F3E86462-EA19-4D9C-A016-AC573AC9795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803">
            <a:extLst>
              <a:ext uri="{FF2B5EF4-FFF2-40B4-BE49-F238E27FC236}">
                <a16:creationId xmlns:a16="http://schemas.microsoft.com/office/drawing/2014/main" id="{F714BC8A-9B73-405A-8A13-EE2CB418A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804">
            <a:extLst>
              <a:ext uri="{FF2B5EF4-FFF2-40B4-BE49-F238E27FC236}">
                <a16:creationId xmlns:a16="http://schemas.microsoft.com/office/drawing/2014/main" id="{FB72DED5-E1BA-4BEA-8CCA-8F3B93C92942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805">
            <a:extLst>
              <a:ext uri="{FF2B5EF4-FFF2-40B4-BE49-F238E27FC236}">
                <a16:creationId xmlns:a16="http://schemas.microsoft.com/office/drawing/2014/main" id="{ABEFBF47-EAAA-41DE-85A6-5FF2B1854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806">
            <a:extLst>
              <a:ext uri="{FF2B5EF4-FFF2-40B4-BE49-F238E27FC236}">
                <a16:creationId xmlns:a16="http://schemas.microsoft.com/office/drawing/2014/main" id="{93836B60-438E-44E5-9F47-BA1479794D1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807">
            <a:extLst>
              <a:ext uri="{FF2B5EF4-FFF2-40B4-BE49-F238E27FC236}">
                <a16:creationId xmlns:a16="http://schemas.microsoft.com/office/drawing/2014/main" id="{A4572C9A-485D-42CB-A62F-417DBB319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808">
            <a:extLst>
              <a:ext uri="{FF2B5EF4-FFF2-40B4-BE49-F238E27FC236}">
                <a16:creationId xmlns:a16="http://schemas.microsoft.com/office/drawing/2014/main" id="{D92B79FA-78E5-4A83-A4F0-5CB2502E219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809">
            <a:extLst>
              <a:ext uri="{FF2B5EF4-FFF2-40B4-BE49-F238E27FC236}">
                <a16:creationId xmlns:a16="http://schemas.microsoft.com/office/drawing/2014/main" id="{A2A4D237-0DE4-47E1-855B-8BBE30135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810">
            <a:extLst>
              <a:ext uri="{FF2B5EF4-FFF2-40B4-BE49-F238E27FC236}">
                <a16:creationId xmlns:a16="http://schemas.microsoft.com/office/drawing/2014/main" id="{7B1CCBD9-E3BE-4192-B26C-E2D896946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811">
            <a:extLst>
              <a:ext uri="{FF2B5EF4-FFF2-40B4-BE49-F238E27FC236}">
                <a16:creationId xmlns:a16="http://schemas.microsoft.com/office/drawing/2014/main" id="{2B99C34E-CC58-435A-829A-C546F9D34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812">
            <a:extLst>
              <a:ext uri="{FF2B5EF4-FFF2-40B4-BE49-F238E27FC236}">
                <a16:creationId xmlns:a16="http://schemas.microsoft.com/office/drawing/2014/main" id="{995E7716-F622-4D32-988A-EEE891458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813">
            <a:extLst>
              <a:ext uri="{FF2B5EF4-FFF2-40B4-BE49-F238E27FC236}">
                <a16:creationId xmlns:a16="http://schemas.microsoft.com/office/drawing/2014/main" id="{274159A3-7562-4186-9359-3A6F5C78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814">
            <a:extLst>
              <a:ext uri="{FF2B5EF4-FFF2-40B4-BE49-F238E27FC236}">
                <a16:creationId xmlns:a16="http://schemas.microsoft.com/office/drawing/2014/main" id="{5E5043CC-F6D0-49D4-80CF-BFCC3162D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815">
            <a:extLst>
              <a:ext uri="{FF2B5EF4-FFF2-40B4-BE49-F238E27FC236}">
                <a16:creationId xmlns:a16="http://schemas.microsoft.com/office/drawing/2014/main" id="{6291C0DC-56E3-4034-B859-FD529C17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816">
            <a:extLst>
              <a:ext uri="{FF2B5EF4-FFF2-40B4-BE49-F238E27FC236}">
                <a16:creationId xmlns:a16="http://schemas.microsoft.com/office/drawing/2014/main" id="{C0D6A4F4-842E-4005-86DD-4578732B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817">
            <a:extLst>
              <a:ext uri="{FF2B5EF4-FFF2-40B4-BE49-F238E27FC236}">
                <a16:creationId xmlns:a16="http://schemas.microsoft.com/office/drawing/2014/main" id="{8143EF5F-4636-4C28-BEC6-D99D2F0DB54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818">
            <a:extLst>
              <a:ext uri="{FF2B5EF4-FFF2-40B4-BE49-F238E27FC236}">
                <a16:creationId xmlns:a16="http://schemas.microsoft.com/office/drawing/2014/main" id="{EB220FB2-71C6-4DBF-B8AE-1CA43264B76A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FBH    P1 = DCH</a:t>
            </a:r>
          </a:p>
        </p:txBody>
      </p:sp>
      <p:sp>
        <p:nvSpPr>
          <p:cNvPr id="32" name="shape-819">
            <a:extLst>
              <a:ext uri="{FF2B5EF4-FFF2-40B4-BE49-F238E27FC236}">
                <a16:creationId xmlns:a16="http://schemas.microsoft.com/office/drawing/2014/main" id="{1B296FE8-4338-4B62-8CCA-A82B0ED5F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781550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820">
            <a:extLst>
              <a:ext uri="{FF2B5EF4-FFF2-40B4-BE49-F238E27FC236}">
                <a16:creationId xmlns:a16="http://schemas.microsoft.com/office/drawing/2014/main" id="{69E579FA-6C0B-4085-AE6C-1B181B25434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821">
            <a:extLst>
              <a:ext uri="{FF2B5EF4-FFF2-40B4-BE49-F238E27FC236}">
                <a16:creationId xmlns:a16="http://schemas.microsoft.com/office/drawing/2014/main" id="{8FA4F953-4966-4075-8E8B-32CE946742B3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HoldState:</a:t>
            </a:r>
          </a:p>
        </p:txBody>
      </p:sp>
      <p:sp>
        <p:nvSpPr>
          <p:cNvPr id="35" name="shape-822">
            <a:extLst>
              <a:ext uri="{FF2B5EF4-FFF2-40B4-BE49-F238E27FC236}">
                <a16:creationId xmlns:a16="http://schemas.microsoft.com/office/drawing/2014/main" id="{8FAA0D8B-63EB-44BE-A9F6-6819BFA7A4E0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823">
            <a:extLst>
              <a:ext uri="{FF2B5EF4-FFF2-40B4-BE49-F238E27FC236}">
                <a16:creationId xmlns:a16="http://schemas.microsoft.com/office/drawing/2014/main" id="{611B7C59-E029-41B5-B50C-26A7D44C3B30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P0,#0FBH</a:t>
            </a:r>
          </a:p>
        </p:txBody>
      </p:sp>
      <p:sp>
        <p:nvSpPr>
          <p:cNvPr id="37" name="shape-824">
            <a:extLst>
              <a:ext uri="{FF2B5EF4-FFF2-40B4-BE49-F238E27FC236}">
                <a16:creationId xmlns:a16="http://schemas.microsoft.com/office/drawing/2014/main" id="{23077772-8620-4730-B079-7F8301A9C9D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P1,#0DCH</a:t>
            </a:r>
          </a:p>
        </p:txBody>
      </p:sp>
      <p:sp>
        <p:nvSpPr>
          <p:cNvPr id="38" name="shape-825">
            <a:extLst>
              <a:ext uri="{FF2B5EF4-FFF2-40B4-BE49-F238E27FC236}">
                <a16:creationId xmlns:a16="http://schemas.microsoft.com/office/drawing/2014/main" id="{217C4C6F-333F-4EB2-90FA-1639750E53BA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HoldRestart:</a:t>
            </a:r>
          </a:p>
        </p:txBody>
      </p:sp>
      <p:sp>
        <p:nvSpPr>
          <p:cNvPr id="39" name="shape-826">
            <a:extLst>
              <a:ext uri="{FF2B5EF4-FFF2-40B4-BE49-F238E27FC236}">
                <a16:creationId xmlns:a16="http://schemas.microsoft.com/office/drawing/2014/main" id="{A92EBC60-1A28-4BAB-B781-FD6B113AF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2767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827">
            <a:extLst>
              <a:ext uri="{FF2B5EF4-FFF2-40B4-BE49-F238E27FC236}">
                <a16:creationId xmlns:a16="http://schemas.microsoft.com/office/drawing/2014/main" id="{A13ED3B2-5FEB-446A-A730-E73B22D18914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R1,#150</a:t>
            </a:r>
          </a:p>
        </p:txBody>
      </p:sp>
      <p:sp>
        <p:nvSpPr>
          <p:cNvPr id="41" name="shape-828">
            <a:extLst>
              <a:ext uri="{FF2B5EF4-FFF2-40B4-BE49-F238E27FC236}">
                <a16:creationId xmlns:a16="http://schemas.microsoft.com/office/drawing/2014/main" id="{83EE9FAB-493F-49CA-990D-7506E630F681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HoldLoop:</a:t>
            </a:r>
          </a:p>
        </p:txBody>
      </p:sp>
      <p:sp>
        <p:nvSpPr>
          <p:cNvPr id="42" name="shape-829">
            <a:extLst>
              <a:ext uri="{FF2B5EF4-FFF2-40B4-BE49-F238E27FC236}">
                <a16:creationId xmlns:a16="http://schemas.microsoft.com/office/drawing/2014/main" id="{279F34DF-0712-41FF-8251-E5A41991A0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P2.7,HoldFault</a:t>
            </a:r>
          </a:p>
        </p:txBody>
      </p:sp>
      <p:sp>
        <p:nvSpPr>
          <p:cNvPr id="43" name="shape-830">
            <a:extLst>
              <a:ext uri="{FF2B5EF4-FFF2-40B4-BE49-F238E27FC236}">
                <a16:creationId xmlns:a16="http://schemas.microsoft.com/office/drawing/2014/main" id="{0754552A-06F3-4437-8487-27AFE1DDE418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P2.3,HoldFault</a:t>
            </a:r>
          </a:p>
        </p:txBody>
      </p:sp>
      <p:sp>
        <p:nvSpPr>
          <p:cNvPr id="44" name="shape-831">
            <a:extLst>
              <a:ext uri="{FF2B5EF4-FFF2-40B4-BE49-F238E27FC236}">
                <a16:creationId xmlns:a16="http://schemas.microsoft.com/office/drawing/2014/main" id="{E6FFDE10-FE08-4639-9C43-0BA83DB9619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P2.2,HoldRestart</a:t>
            </a:r>
          </a:p>
        </p:txBody>
      </p:sp>
      <p:sp>
        <p:nvSpPr>
          <p:cNvPr id="45" name="shape-832">
            <a:extLst>
              <a:ext uri="{FF2B5EF4-FFF2-40B4-BE49-F238E27FC236}">
                <a16:creationId xmlns:a16="http://schemas.microsoft.com/office/drawing/2014/main" id="{D624AB1D-6A2F-450F-92AA-48549E949D37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P2.5,HoldRestart</a:t>
            </a:r>
          </a:p>
        </p:txBody>
      </p:sp>
      <p:sp>
        <p:nvSpPr>
          <p:cNvPr id="46" name="shape-833">
            <a:extLst>
              <a:ext uri="{FF2B5EF4-FFF2-40B4-BE49-F238E27FC236}">
                <a16:creationId xmlns:a16="http://schemas.microsoft.com/office/drawing/2014/main" id="{CBA1BCB4-FA0D-4CAB-B6DC-A8E7BCC4D374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P2.0,HoldRestart</a:t>
            </a:r>
          </a:p>
        </p:txBody>
      </p:sp>
      <p:sp>
        <p:nvSpPr>
          <p:cNvPr id="47" name="shape-834">
            <a:extLst>
              <a:ext uri="{FF2B5EF4-FFF2-40B4-BE49-F238E27FC236}">
                <a16:creationId xmlns:a16="http://schemas.microsoft.com/office/drawing/2014/main" id="{F02FC85F-18F1-4B18-B02E-2CD44DAD1DBD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P2.1,HoldRestart</a:t>
            </a:r>
          </a:p>
        </p:txBody>
      </p:sp>
      <p:sp>
        <p:nvSpPr>
          <p:cNvPr id="48" name="shape-835">
            <a:extLst>
              <a:ext uri="{FF2B5EF4-FFF2-40B4-BE49-F238E27FC236}">
                <a16:creationId xmlns:a16="http://schemas.microsoft.com/office/drawing/2014/main" id="{4D1D4A99-48D9-402A-B973-A799009FA06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9" name="shape-836">
            <a:extLst>
              <a:ext uri="{FF2B5EF4-FFF2-40B4-BE49-F238E27FC236}">
                <a16:creationId xmlns:a16="http://schemas.microsoft.com/office/drawing/2014/main" id="{664D144D-7827-4443-A52C-C7B3BE682524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R1,HoldLoop</a:t>
            </a:r>
          </a:p>
        </p:txBody>
      </p:sp>
      <p:sp>
        <p:nvSpPr>
          <p:cNvPr id="50" name="shape-837">
            <a:extLst>
              <a:ext uri="{FF2B5EF4-FFF2-40B4-BE49-F238E27FC236}">
                <a16:creationId xmlns:a16="http://schemas.microsoft.com/office/drawing/2014/main" id="{61CC0F7E-90C9-4EAB-970A-B6DC3F662F26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ClosingState</a:t>
            </a:r>
          </a:p>
        </p:txBody>
      </p:sp>
      <p:sp>
        <p:nvSpPr>
          <p:cNvPr id="51" name="shape-838">
            <a:extLst>
              <a:ext uri="{FF2B5EF4-FFF2-40B4-BE49-F238E27FC236}">
                <a16:creationId xmlns:a16="http://schemas.microsoft.com/office/drawing/2014/main" id="{26530500-D9C4-4E3C-8761-9AFE4D19D53E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HoldFault:</a:t>
            </a:r>
          </a:p>
        </p:txBody>
      </p:sp>
      <p:sp>
        <p:nvSpPr>
          <p:cNvPr id="52" name="shape-839">
            <a:extLst>
              <a:ext uri="{FF2B5EF4-FFF2-40B4-BE49-F238E27FC236}">
                <a16:creationId xmlns:a16="http://schemas.microsoft.com/office/drawing/2014/main" id="{6C70C590-3516-49D3-940C-EC68C0CD12F6}"/>
              </a:ext>
            </a:extLst>
          </p:cNvPr>
          <p:cNvSpPr>
            <a:spLocks noGrp="1"/>
          </p:cNvSpPr>
          <p:nvPr/>
        </p:nvSpPr>
        <p:spPr>
          <a:xfrm>
            <a:off x="7181850" y="6981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3" name="shape-840">
            <a:extLst>
              <a:ext uri="{FF2B5EF4-FFF2-40B4-BE49-F238E27FC236}">
                <a16:creationId xmlns:a16="http://schemas.microsoft.com/office/drawing/2014/main" id="{8A67BBC0-DDBB-4718-B830-FDB4B955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841">
            <a:extLst>
              <a:ext uri="{FF2B5EF4-FFF2-40B4-BE49-F238E27FC236}">
                <a16:creationId xmlns:a16="http://schemas.microsoft.com/office/drawing/2014/main" id="{E0A2C1A4-784C-4824-87BC-9211437FFC96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5" name="shape-842">
            <a:extLst>
              <a:ext uri="{FF2B5EF4-FFF2-40B4-BE49-F238E27FC236}">
                <a16:creationId xmlns:a16="http://schemas.microsoft.com/office/drawing/2014/main" id="{81522FFE-518C-4BFD-AAA1-DF60D1CC4803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R1,#150</a:t>
            </a:r>
          </a:p>
        </p:txBody>
      </p:sp>
      <p:sp>
        <p:nvSpPr>
          <p:cNvPr id="56" name="shape-843">
            <a:extLst>
              <a:ext uri="{FF2B5EF4-FFF2-40B4-BE49-F238E27FC236}">
                <a16:creationId xmlns:a16="http://schemas.microsoft.com/office/drawing/2014/main" id="{EF86C587-6FC0-44BA-8800-73CF8B5ACC0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150 × 20 ms = 3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ถูกบังหรือกดปุ่มเปิดให้นับใหม่</a:t>
            </a:r>
          </a:p>
        </p:txBody>
      </p:sp>
      <p:sp>
        <p:nvSpPr>
          <p:cNvPr id="57" name="shape-844">
            <a:extLst>
              <a:ext uri="{FF2B5EF4-FFF2-40B4-BE49-F238E27FC236}">
                <a16:creationId xmlns:a16="http://schemas.microsoft.com/office/drawing/2014/main" id="{377C92E0-B9DD-4529-9713-49555FB83473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ปล่อยปุ่มและลำแสงว่าง 3 s</a:t>
            </a:r>
          </a:p>
        </p:txBody>
      </p:sp>
      <p:sp>
        <p:nvSpPr>
          <p:cNvPr id="58" name="shape-845">
            <a:extLst>
              <a:ext uri="{FF2B5EF4-FFF2-40B4-BE49-F238E27FC236}">
                <a16:creationId xmlns:a16="http://schemas.microsoft.com/office/drawing/2014/main" id="{767E4DE6-CDBE-4969-AABF-26866074EA8B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มอเตอร์หยุดและไฟเขียวติด</a:t>
            </a:r>
          </a:p>
        </p:txBody>
      </p:sp>
      <p:sp>
        <p:nvSpPr>
          <p:cNvPr id="59" name="shape-846">
            <a:extLst>
              <a:ext uri="{FF2B5EF4-FFF2-40B4-BE49-F238E27FC236}">
                <a16:creationId xmlns:a16="http://schemas.microsoft.com/office/drawing/2014/main" id="{351A53E1-2A34-4917-ADB0-B8817EC4FCCA}"/>
              </a:ext>
            </a:extLst>
          </p:cNvPr>
          <p:cNvSpPr>
            <a:spLocks noGrp="1"/>
          </p:cNvSpPr>
          <p:nvPr/>
        </p:nvSpPr>
        <p:spPr>
          <a:xfrm>
            <a:off x="7086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11011100B</a:t>
            </a:r>
          </a:p>
        </p:txBody>
      </p:sp>
      <p:sp>
        <p:nvSpPr>
          <p:cNvPr id="60" name="shape-847">
            <a:extLst>
              <a:ext uri="{FF2B5EF4-FFF2-40B4-BE49-F238E27FC236}">
                <a16:creationId xmlns:a16="http://schemas.microsoft.com/office/drawing/2014/main" id="{58C70880-5957-412F-B458-9F94316ED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848">
            <a:extLst>
              <a:ext uri="{FF2B5EF4-FFF2-40B4-BE49-F238E27FC236}">
                <a16:creationId xmlns:a16="http://schemas.microsoft.com/office/drawing/2014/main" id="{6D87E754-4FC1-4E2A-A707-83D0CA431E87}"/>
              </a:ext>
            </a:extLst>
          </p:cNvPr>
          <p:cNvSpPr>
            <a:spLocks noGrp="1"/>
          </p:cNvSpPr>
          <p:nvPr/>
        </p:nvSpPr>
        <p:spPr>
          <a:xfrm>
            <a:off x="7162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849">
            <a:extLst>
              <a:ext uri="{FF2B5EF4-FFF2-40B4-BE49-F238E27FC236}">
                <a16:creationId xmlns:a16="http://schemas.microsoft.com/office/drawing/2014/main" id="{C3917F15-844F-4E99-8C0E-4A17AD656F9F}"/>
              </a:ext>
            </a:extLst>
          </p:cNvPr>
          <p:cNvSpPr>
            <a:spLocks noGrp="1"/>
          </p:cNvSpPr>
          <p:nvPr/>
        </p:nvSpPr>
        <p:spPr>
          <a:xfrm>
            <a:off x="7162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3" name="shape-850">
            <a:extLst>
              <a:ext uri="{FF2B5EF4-FFF2-40B4-BE49-F238E27FC236}">
                <a16:creationId xmlns:a16="http://schemas.microsoft.com/office/drawing/2014/main" id="{E9E51099-FD80-4781-82D1-24D0ED2AF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851">
            <a:extLst>
              <a:ext uri="{FF2B5EF4-FFF2-40B4-BE49-F238E27FC236}">
                <a16:creationId xmlns:a16="http://schemas.microsoft.com/office/drawing/2014/main" id="{1883AC8F-42AB-4F4D-9747-278C390B5DDB}"/>
              </a:ext>
            </a:extLst>
          </p:cNvPr>
          <p:cNvSpPr>
            <a:spLocks noGrp="1"/>
          </p:cNvSpPr>
          <p:nvPr/>
        </p:nvSpPr>
        <p:spPr>
          <a:xfrm>
            <a:off x="7715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852">
            <a:extLst>
              <a:ext uri="{FF2B5EF4-FFF2-40B4-BE49-F238E27FC236}">
                <a16:creationId xmlns:a16="http://schemas.microsoft.com/office/drawing/2014/main" id="{30202FC5-5DF5-467A-8239-CDEE9579BECB}"/>
              </a:ext>
            </a:extLst>
          </p:cNvPr>
          <p:cNvSpPr>
            <a:spLocks noGrp="1"/>
          </p:cNvSpPr>
          <p:nvPr/>
        </p:nvSpPr>
        <p:spPr>
          <a:xfrm>
            <a:off x="7715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6" name="shape-853">
            <a:extLst>
              <a:ext uri="{FF2B5EF4-FFF2-40B4-BE49-F238E27FC236}">
                <a16:creationId xmlns:a16="http://schemas.microsoft.com/office/drawing/2014/main" id="{92F3FB5E-B39F-4A50-B732-4BBB84561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854">
            <a:extLst>
              <a:ext uri="{FF2B5EF4-FFF2-40B4-BE49-F238E27FC236}">
                <a16:creationId xmlns:a16="http://schemas.microsoft.com/office/drawing/2014/main" id="{D7F8E64C-5984-41EE-B18F-1BF348D7EBF5}"/>
              </a:ext>
            </a:extLst>
          </p:cNvPr>
          <p:cNvSpPr>
            <a:spLocks noGrp="1"/>
          </p:cNvSpPr>
          <p:nvPr/>
        </p:nvSpPr>
        <p:spPr>
          <a:xfrm>
            <a:off x="8267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8" name="shape-855">
            <a:extLst>
              <a:ext uri="{FF2B5EF4-FFF2-40B4-BE49-F238E27FC236}">
                <a16:creationId xmlns:a16="http://schemas.microsoft.com/office/drawing/2014/main" id="{8EE55D85-F169-49C1-99BA-35C5DCF719ED}"/>
              </a:ext>
            </a:extLst>
          </p:cNvPr>
          <p:cNvSpPr>
            <a:spLocks noGrp="1"/>
          </p:cNvSpPr>
          <p:nvPr/>
        </p:nvSpPr>
        <p:spPr>
          <a:xfrm>
            <a:off x="8267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9" name="shape-856">
            <a:extLst>
              <a:ext uri="{FF2B5EF4-FFF2-40B4-BE49-F238E27FC236}">
                <a16:creationId xmlns:a16="http://schemas.microsoft.com/office/drawing/2014/main" id="{FF7A0BC4-AB80-424D-B198-3F34E06F7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857">
            <a:extLst>
              <a:ext uri="{FF2B5EF4-FFF2-40B4-BE49-F238E27FC236}">
                <a16:creationId xmlns:a16="http://schemas.microsoft.com/office/drawing/2014/main" id="{CEC7B1B7-2707-49CA-B5DB-C6234341DB17}"/>
              </a:ext>
            </a:extLst>
          </p:cNvPr>
          <p:cNvSpPr>
            <a:spLocks noGrp="1"/>
          </p:cNvSpPr>
          <p:nvPr/>
        </p:nvSpPr>
        <p:spPr>
          <a:xfrm>
            <a:off x="8820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858">
            <a:extLst>
              <a:ext uri="{FF2B5EF4-FFF2-40B4-BE49-F238E27FC236}">
                <a16:creationId xmlns:a16="http://schemas.microsoft.com/office/drawing/2014/main" id="{EDD619F4-A690-4AEB-888D-27DE944B0997}"/>
              </a:ext>
            </a:extLst>
          </p:cNvPr>
          <p:cNvSpPr>
            <a:spLocks noGrp="1"/>
          </p:cNvSpPr>
          <p:nvPr/>
        </p:nvSpPr>
        <p:spPr>
          <a:xfrm>
            <a:off x="8820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2" name="shape-859">
            <a:extLst>
              <a:ext uri="{FF2B5EF4-FFF2-40B4-BE49-F238E27FC236}">
                <a16:creationId xmlns:a16="http://schemas.microsoft.com/office/drawing/2014/main" id="{D96F557B-591E-474C-8E3D-189684272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860">
            <a:extLst>
              <a:ext uri="{FF2B5EF4-FFF2-40B4-BE49-F238E27FC236}">
                <a16:creationId xmlns:a16="http://schemas.microsoft.com/office/drawing/2014/main" id="{A93E41D3-9ED7-4FBE-A75F-D8C8FC43321F}"/>
              </a:ext>
            </a:extLst>
          </p:cNvPr>
          <p:cNvSpPr>
            <a:spLocks noGrp="1"/>
          </p:cNvSpPr>
          <p:nvPr/>
        </p:nvSpPr>
        <p:spPr>
          <a:xfrm>
            <a:off x="9372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861">
            <a:extLst>
              <a:ext uri="{FF2B5EF4-FFF2-40B4-BE49-F238E27FC236}">
                <a16:creationId xmlns:a16="http://schemas.microsoft.com/office/drawing/2014/main" id="{A268DE92-3C70-40FE-B16F-59A90DF52EDD}"/>
              </a:ext>
            </a:extLst>
          </p:cNvPr>
          <p:cNvSpPr>
            <a:spLocks noGrp="1"/>
          </p:cNvSpPr>
          <p:nvPr/>
        </p:nvSpPr>
        <p:spPr>
          <a:xfrm>
            <a:off x="9372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5" name="shape-862">
            <a:extLst>
              <a:ext uri="{FF2B5EF4-FFF2-40B4-BE49-F238E27FC236}">
                <a16:creationId xmlns:a16="http://schemas.microsoft.com/office/drawing/2014/main" id="{0025DC0B-FEEC-4BAD-9DD4-662BDB1E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863">
            <a:extLst>
              <a:ext uri="{FF2B5EF4-FFF2-40B4-BE49-F238E27FC236}">
                <a16:creationId xmlns:a16="http://schemas.microsoft.com/office/drawing/2014/main" id="{D79B8046-AF30-44A3-B936-790CE15F083D}"/>
              </a:ext>
            </a:extLst>
          </p:cNvPr>
          <p:cNvSpPr>
            <a:spLocks noGrp="1"/>
          </p:cNvSpPr>
          <p:nvPr/>
        </p:nvSpPr>
        <p:spPr>
          <a:xfrm>
            <a:off x="9925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864">
            <a:extLst>
              <a:ext uri="{FF2B5EF4-FFF2-40B4-BE49-F238E27FC236}">
                <a16:creationId xmlns:a16="http://schemas.microsoft.com/office/drawing/2014/main" id="{F7BDB45E-0C48-4199-928F-2943D961CD13}"/>
              </a:ext>
            </a:extLst>
          </p:cNvPr>
          <p:cNvSpPr>
            <a:spLocks noGrp="1"/>
          </p:cNvSpPr>
          <p:nvPr/>
        </p:nvSpPr>
        <p:spPr>
          <a:xfrm>
            <a:off x="9925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8" name="shape-865">
            <a:extLst>
              <a:ext uri="{FF2B5EF4-FFF2-40B4-BE49-F238E27FC236}">
                <a16:creationId xmlns:a16="http://schemas.microsoft.com/office/drawing/2014/main" id="{EE603B7F-8F8D-4471-9A4B-AD6DF463C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866">
            <a:extLst>
              <a:ext uri="{FF2B5EF4-FFF2-40B4-BE49-F238E27FC236}">
                <a16:creationId xmlns:a16="http://schemas.microsoft.com/office/drawing/2014/main" id="{9C99CFF1-B3EA-4DDC-A859-0C2039C33FC8}"/>
              </a:ext>
            </a:extLst>
          </p:cNvPr>
          <p:cNvSpPr>
            <a:spLocks noGrp="1"/>
          </p:cNvSpPr>
          <p:nvPr/>
        </p:nvSpPr>
        <p:spPr>
          <a:xfrm>
            <a:off x="10477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867">
            <a:extLst>
              <a:ext uri="{FF2B5EF4-FFF2-40B4-BE49-F238E27FC236}">
                <a16:creationId xmlns:a16="http://schemas.microsoft.com/office/drawing/2014/main" id="{0429B291-8A5E-4D7D-A344-EC02FE84F7FA}"/>
              </a:ext>
            </a:extLst>
          </p:cNvPr>
          <p:cNvSpPr>
            <a:spLocks noGrp="1"/>
          </p:cNvSpPr>
          <p:nvPr/>
        </p:nvSpPr>
        <p:spPr>
          <a:xfrm>
            <a:off x="10477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1" name="shape-868">
            <a:extLst>
              <a:ext uri="{FF2B5EF4-FFF2-40B4-BE49-F238E27FC236}">
                <a16:creationId xmlns:a16="http://schemas.microsoft.com/office/drawing/2014/main" id="{FBF34F16-2ED0-4542-8F50-01EB7DA8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869">
            <a:extLst>
              <a:ext uri="{FF2B5EF4-FFF2-40B4-BE49-F238E27FC236}">
                <a16:creationId xmlns:a16="http://schemas.microsoft.com/office/drawing/2014/main" id="{72A720D3-44F9-44AE-9E74-94FC1566D3F7}"/>
              </a:ext>
            </a:extLst>
          </p:cNvPr>
          <p:cNvSpPr>
            <a:spLocks noGrp="1"/>
          </p:cNvSpPr>
          <p:nvPr/>
        </p:nvSpPr>
        <p:spPr>
          <a:xfrm>
            <a:off x="11029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3" name="shape-870">
            <a:extLst>
              <a:ext uri="{FF2B5EF4-FFF2-40B4-BE49-F238E27FC236}">
                <a16:creationId xmlns:a16="http://schemas.microsoft.com/office/drawing/2014/main" id="{0F255F73-8704-47A4-A174-8B2A955C10F3}"/>
              </a:ext>
            </a:extLst>
          </p:cNvPr>
          <p:cNvSpPr>
            <a:spLocks noGrp="1"/>
          </p:cNvSpPr>
          <p:nvPr/>
        </p:nvSpPr>
        <p:spPr>
          <a:xfrm>
            <a:off x="11029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4" name="shape-871">
            <a:extLst>
              <a:ext uri="{FF2B5EF4-FFF2-40B4-BE49-F238E27FC236}">
                <a16:creationId xmlns:a16="http://schemas.microsoft.com/office/drawing/2014/main" id="{F6EC3015-74A7-4AE8-B7BB-4DB944DC3688}"/>
              </a:ext>
            </a:extLst>
          </p:cNvPr>
          <p:cNvSpPr>
            <a:spLocks noGrp="1"/>
          </p:cNvSpPr>
          <p:nvPr/>
        </p:nvSpPr>
        <p:spPr>
          <a:xfrm>
            <a:off x="7086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5" name="shape-872">
            <a:extLst>
              <a:ext uri="{FF2B5EF4-FFF2-40B4-BE49-F238E27FC236}">
                <a16:creationId xmlns:a16="http://schemas.microsoft.com/office/drawing/2014/main" id="{D57BBB46-C371-4B72-8EBD-466F69AC529E}"/>
              </a:ext>
            </a:extLst>
          </p:cNvPr>
          <p:cNvSpPr>
            <a:spLocks noGrp="1"/>
          </p:cNvSpPr>
          <p:nvPr/>
        </p:nvSpPr>
        <p:spPr>
          <a:xfrm>
            <a:off x="12420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6" name="shape-873">
            <a:extLst>
              <a:ext uri="{FF2B5EF4-FFF2-40B4-BE49-F238E27FC236}">
                <a16:creationId xmlns:a16="http://schemas.microsoft.com/office/drawing/2014/main" id="{BE32F415-09C0-401C-8B47-E2FC650AA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874">
            <a:extLst>
              <a:ext uri="{FF2B5EF4-FFF2-40B4-BE49-F238E27FC236}">
                <a16:creationId xmlns:a16="http://schemas.microsoft.com/office/drawing/2014/main" id="{0D651D36-CB4D-4A09-8C85-96F835C1DEA0}"/>
              </a:ext>
            </a:extLst>
          </p:cNvPr>
          <p:cNvSpPr>
            <a:spLocks noGrp="1"/>
          </p:cNvSpPr>
          <p:nvPr/>
        </p:nvSpPr>
        <p:spPr>
          <a:xfrm>
            <a:off x="12496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875">
            <a:extLst>
              <a:ext uri="{FF2B5EF4-FFF2-40B4-BE49-F238E27FC236}">
                <a16:creationId xmlns:a16="http://schemas.microsoft.com/office/drawing/2014/main" id="{BA1F37DD-C5FD-4914-9D65-46C91073F8F4}"/>
              </a:ext>
            </a:extLst>
          </p:cNvPr>
          <p:cNvSpPr>
            <a:spLocks noGrp="1"/>
          </p:cNvSpPr>
          <p:nvPr/>
        </p:nvSpPr>
        <p:spPr>
          <a:xfrm>
            <a:off x="12496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9" name="shape-876">
            <a:extLst>
              <a:ext uri="{FF2B5EF4-FFF2-40B4-BE49-F238E27FC236}">
                <a16:creationId xmlns:a16="http://schemas.microsoft.com/office/drawing/2014/main" id="{8A2B1477-3215-43D0-9DB4-9136C30C5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877">
            <a:extLst>
              <a:ext uri="{FF2B5EF4-FFF2-40B4-BE49-F238E27FC236}">
                <a16:creationId xmlns:a16="http://schemas.microsoft.com/office/drawing/2014/main" id="{AB5B1CD9-10F4-4EFE-AA99-01256BC6A7AD}"/>
              </a:ext>
            </a:extLst>
          </p:cNvPr>
          <p:cNvSpPr>
            <a:spLocks noGrp="1"/>
          </p:cNvSpPr>
          <p:nvPr/>
        </p:nvSpPr>
        <p:spPr>
          <a:xfrm>
            <a:off x="13049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878">
            <a:extLst>
              <a:ext uri="{FF2B5EF4-FFF2-40B4-BE49-F238E27FC236}">
                <a16:creationId xmlns:a16="http://schemas.microsoft.com/office/drawing/2014/main" id="{AE8008E0-A6DB-4C0C-B636-A414D2DB20A4}"/>
              </a:ext>
            </a:extLst>
          </p:cNvPr>
          <p:cNvSpPr>
            <a:spLocks noGrp="1"/>
          </p:cNvSpPr>
          <p:nvPr/>
        </p:nvSpPr>
        <p:spPr>
          <a:xfrm>
            <a:off x="13049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2" name="shape-879">
            <a:extLst>
              <a:ext uri="{FF2B5EF4-FFF2-40B4-BE49-F238E27FC236}">
                <a16:creationId xmlns:a16="http://schemas.microsoft.com/office/drawing/2014/main" id="{ADD66A61-105D-4F47-89E1-63D9C6B1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880">
            <a:extLst>
              <a:ext uri="{FF2B5EF4-FFF2-40B4-BE49-F238E27FC236}">
                <a16:creationId xmlns:a16="http://schemas.microsoft.com/office/drawing/2014/main" id="{780DEBA1-AAA0-471E-A514-A5CA4E36E8CD}"/>
              </a:ext>
            </a:extLst>
          </p:cNvPr>
          <p:cNvSpPr>
            <a:spLocks noGrp="1"/>
          </p:cNvSpPr>
          <p:nvPr/>
        </p:nvSpPr>
        <p:spPr>
          <a:xfrm>
            <a:off x="13601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881">
            <a:extLst>
              <a:ext uri="{FF2B5EF4-FFF2-40B4-BE49-F238E27FC236}">
                <a16:creationId xmlns:a16="http://schemas.microsoft.com/office/drawing/2014/main" id="{4C0DFEF6-AF05-49DA-A35E-868BBA2301D8}"/>
              </a:ext>
            </a:extLst>
          </p:cNvPr>
          <p:cNvSpPr>
            <a:spLocks noGrp="1"/>
          </p:cNvSpPr>
          <p:nvPr/>
        </p:nvSpPr>
        <p:spPr>
          <a:xfrm>
            <a:off x="13601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5" name="shape-882">
            <a:extLst>
              <a:ext uri="{FF2B5EF4-FFF2-40B4-BE49-F238E27FC236}">
                <a16:creationId xmlns:a16="http://schemas.microsoft.com/office/drawing/2014/main" id="{4D5FE2C1-6AE5-4EAC-BF70-0F072DEF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883">
            <a:extLst>
              <a:ext uri="{FF2B5EF4-FFF2-40B4-BE49-F238E27FC236}">
                <a16:creationId xmlns:a16="http://schemas.microsoft.com/office/drawing/2014/main" id="{DFB5770D-C21A-4E21-B18A-4628225B999C}"/>
              </a:ext>
            </a:extLst>
          </p:cNvPr>
          <p:cNvSpPr>
            <a:spLocks noGrp="1"/>
          </p:cNvSpPr>
          <p:nvPr/>
        </p:nvSpPr>
        <p:spPr>
          <a:xfrm>
            <a:off x="14154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884">
            <a:extLst>
              <a:ext uri="{FF2B5EF4-FFF2-40B4-BE49-F238E27FC236}">
                <a16:creationId xmlns:a16="http://schemas.microsoft.com/office/drawing/2014/main" id="{C557022B-436B-4936-B728-4413A1FE3085}"/>
              </a:ext>
            </a:extLst>
          </p:cNvPr>
          <p:cNvSpPr>
            <a:spLocks noGrp="1"/>
          </p:cNvSpPr>
          <p:nvPr/>
        </p:nvSpPr>
        <p:spPr>
          <a:xfrm>
            <a:off x="14154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8" name="shape-885">
            <a:extLst>
              <a:ext uri="{FF2B5EF4-FFF2-40B4-BE49-F238E27FC236}">
                <a16:creationId xmlns:a16="http://schemas.microsoft.com/office/drawing/2014/main" id="{3CC116AA-6D7F-4423-80C6-C9E6FE150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886">
            <a:extLst>
              <a:ext uri="{FF2B5EF4-FFF2-40B4-BE49-F238E27FC236}">
                <a16:creationId xmlns:a16="http://schemas.microsoft.com/office/drawing/2014/main" id="{96CDCE1C-63AF-4922-B254-D3F86B7DF060}"/>
              </a:ext>
            </a:extLst>
          </p:cNvPr>
          <p:cNvSpPr>
            <a:spLocks noGrp="1"/>
          </p:cNvSpPr>
          <p:nvPr/>
        </p:nvSpPr>
        <p:spPr>
          <a:xfrm>
            <a:off x="14706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887">
            <a:extLst>
              <a:ext uri="{FF2B5EF4-FFF2-40B4-BE49-F238E27FC236}">
                <a16:creationId xmlns:a16="http://schemas.microsoft.com/office/drawing/2014/main" id="{5D25C196-BF52-4DC4-932E-16AFF5E344DF}"/>
              </a:ext>
            </a:extLst>
          </p:cNvPr>
          <p:cNvSpPr>
            <a:spLocks noGrp="1"/>
          </p:cNvSpPr>
          <p:nvPr/>
        </p:nvSpPr>
        <p:spPr>
          <a:xfrm>
            <a:off x="14706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1" name="shape-888">
            <a:extLst>
              <a:ext uri="{FF2B5EF4-FFF2-40B4-BE49-F238E27FC236}">
                <a16:creationId xmlns:a16="http://schemas.microsoft.com/office/drawing/2014/main" id="{364DE8B6-1A64-49EE-A261-88ED8EA5D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889">
            <a:extLst>
              <a:ext uri="{FF2B5EF4-FFF2-40B4-BE49-F238E27FC236}">
                <a16:creationId xmlns:a16="http://schemas.microsoft.com/office/drawing/2014/main" id="{AF29E78E-E3FB-47AF-9D24-4D7DE666AF98}"/>
              </a:ext>
            </a:extLst>
          </p:cNvPr>
          <p:cNvSpPr>
            <a:spLocks noGrp="1"/>
          </p:cNvSpPr>
          <p:nvPr/>
        </p:nvSpPr>
        <p:spPr>
          <a:xfrm>
            <a:off x="15259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890">
            <a:extLst>
              <a:ext uri="{FF2B5EF4-FFF2-40B4-BE49-F238E27FC236}">
                <a16:creationId xmlns:a16="http://schemas.microsoft.com/office/drawing/2014/main" id="{0DDBA56B-CB1D-4BE1-9A88-5E091414CEE1}"/>
              </a:ext>
            </a:extLst>
          </p:cNvPr>
          <p:cNvSpPr>
            <a:spLocks noGrp="1"/>
          </p:cNvSpPr>
          <p:nvPr/>
        </p:nvSpPr>
        <p:spPr>
          <a:xfrm>
            <a:off x="15259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4" name="shape-891">
            <a:extLst>
              <a:ext uri="{FF2B5EF4-FFF2-40B4-BE49-F238E27FC236}">
                <a16:creationId xmlns:a16="http://schemas.microsoft.com/office/drawing/2014/main" id="{37E97856-DC4E-454C-9FAB-39549404D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892">
            <a:extLst>
              <a:ext uri="{FF2B5EF4-FFF2-40B4-BE49-F238E27FC236}">
                <a16:creationId xmlns:a16="http://schemas.microsoft.com/office/drawing/2014/main" id="{B07EC064-1A04-4090-B032-880A9B7666BB}"/>
              </a:ext>
            </a:extLst>
          </p:cNvPr>
          <p:cNvSpPr>
            <a:spLocks noGrp="1"/>
          </p:cNvSpPr>
          <p:nvPr/>
        </p:nvSpPr>
        <p:spPr>
          <a:xfrm>
            <a:off x="15811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893">
            <a:extLst>
              <a:ext uri="{FF2B5EF4-FFF2-40B4-BE49-F238E27FC236}">
                <a16:creationId xmlns:a16="http://schemas.microsoft.com/office/drawing/2014/main" id="{33BCCFB3-7D1B-42A3-8185-31110DA2829A}"/>
              </a:ext>
            </a:extLst>
          </p:cNvPr>
          <p:cNvSpPr>
            <a:spLocks noGrp="1"/>
          </p:cNvSpPr>
          <p:nvPr/>
        </p:nvSpPr>
        <p:spPr>
          <a:xfrm>
            <a:off x="15811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7" name="shape-894">
            <a:extLst>
              <a:ext uri="{FF2B5EF4-FFF2-40B4-BE49-F238E27FC236}">
                <a16:creationId xmlns:a16="http://schemas.microsoft.com/office/drawing/2014/main" id="{4183E813-350F-4C46-BB32-666889D0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895">
            <a:extLst>
              <a:ext uri="{FF2B5EF4-FFF2-40B4-BE49-F238E27FC236}">
                <a16:creationId xmlns:a16="http://schemas.microsoft.com/office/drawing/2014/main" id="{2007EDBF-8A87-47EB-8C10-CFD9F1CE4449}"/>
              </a:ext>
            </a:extLst>
          </p:cNvPr>
          <p:cNvSpPr>
            <a:spLocks noGrp="1"/>
          </p:cNvSpPr>
          <p:nvPr/>
        </p:nvSpPr>
        <p:spPr>
          <a:xfrm>
            <a:off x="16363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9" name="shape-896">
            <a:extLst>
              <a:ext uri="{FF2B5EF4-FFF2-40B4-BE49-F238E27FC236}">
                <a16:creationId xmlns:a16="http://schemas.microsoft.com/office/drawing/2014/main" id="{14CD5641-7EA0-403F-B597-850A497FCB4E}"/>
              </a:ext>
            </a:extLst>
          </p:cNvPr>
          <p:cNvSpPr>
            <a:spLocks noGrp="1"/>
          </p:cNvSpPr>
          <p:nvPr/>
        </p:nvSpPr>
        <p:spPr>
          <a:xfrm>
            <a:off x="16363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10" name="shape-897">
            <a:extLst>
              <a:ext uri="{FF2B5EF4-FFF2-40B4-BE49-F238E27FC236}">
                <a16:creationId xmlns:a16="http://schemas.microsoft.com/office/drawing/2014/main" id="{8CE11D1A-07CE-4805-BCD5-37D3107F83E9}"/>
              </a:ext>
            </a:extLst>
          </p:cNvPr>
          <p:cNvSpPr>
            <a:spLocks noGrp="1"/>
          </p:cNvSpPr>
          <p:nvPr/>
        </p:nvSpPr>
        <p:spPr>
          <a:xfrm>
            <a:off x="12420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7802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898">
            <a:extLst>
              <a:ext uri="{FF2B5EF4-FFF2-40B4-BE49-F238E27FC236}">
                <a16:creationId xmlns:a16="http://schemas.microsoft.com/office/drawing/2014/main" id="{9B401D69-5CE4-4C32-9584-2590F4B12F0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ประตูกำลังปิด</a:t>
            </a:r>
          </a:p>
        </p:txBody>
      </p:sp>
      <p:sp>
        <p:nvSpPr>
          <p:cNvPr id="2" name="shape-899">
            <a:extLst>
              <a:ext uri="{FF2B5EF4-FFF2-40B4-BE49-F238E27FC236}">
                <a16:creationId xmlns:a16="http://schemas.microsoft.com/office/drawing/2014/main" id="{BA2AEB4F-E26B-49EB-A972-D7BF7C13870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CLOSING ในเฟิร์มแวร์ฉบับสอน</a:t>
            </a:r>
          </a:p>
        </p:txBody>
      </p:sp>
      <p:sp>
        <p:nvSpPr>
          <p:cNvPr id="3" name="shape-900">
            <a:extLst>
              <a:ext uri="{FF2B5EF4-FFF2-40B4-BE49-F238E27FC236}">
                <a16:creationId xmlns:a16="http://schemas.microsoft.com/office/drawing/2014/main" id="{57A56421-4C19-472A-B3E9-408B47427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901">
            <a:extLst>
              <a:ext uri="{FF2B5EF4-FFF2-40B4-BE49-F238E27FC236}">
                <a16:creationId xmlns:a16="http://schemas.microsoft.com/office/drawing/2014/main" id="{3E2545BC-DEF6-4E29-95F4-44DBB91F12C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shape-902">
            <a:extLst>
              <a:ext uri="{FF2B5EF4-FFF2-40B4-BE49-F238E27FC236}">
                <a16:creationId xmlns:a16="http://schemas.microsoft.com/office/drawing/2014/main" id="{6CBFCCD9-5BFF-4BD3-82AA-284C547DC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903">
            <a:extLst>
              <a:ext uri="{FF2B5EF4-FFF2-40B4-BE49-F238E27FC236}">
                <a16:creationId xmlns:a16="http://schemas.microsoft.com/office/drawing/2014/main" id="{B3D4E49E-D4AE-4CFC-9939-CF159139A208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904">
            <a:extLst>
              <a:ext uri="{FF2B5EF4-FFF2-40B4-BE49-F238E27FC236}">
                <a16:creationId xmlns:a16="http://schemas.microsoft.com/office/drawing/2014/main" id="{562BF069-046A-464B-898F-526AB8359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905">
            <a:extLst>
              <a:ext uri="{FF2B5EF4-FFF2-40B4-BE49-F238E27FC236}">
                <a16:creationId xmlns:a16="http://schemas.microsoft.com/office/drawing/2014/main" id="{BBCAE398-5B04-472E-8662-7BF4FABD5233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906">
            <a:extLst>
              <a:ext uri="{FF2B5EF4-FFF2-40B4-BE49-F238E27FC236}">
                <a16:creationId xmlns:a16="http://schemas.microsoft.com/office/drawing/2014/main" id="{8B27BA61-A3FC-4F20-969E-3C26BC1F5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907">
            <a:extLst>
              <a:ext uri="{FF2B5EF4-FFF2-40B4-BE49-F238E27FC236}">
                <a16:creationId xmlns:a16="http://schemas.microsoft.com/office/drawing/2014/main" id="{25FD8204-9756-4073-9D74-9DC737343D3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908">
            <a:extLst>
              <a:ext uri="{FF2B5EF4-FFF2-40B4-BE49-F238E27FC236}">
                <a16:creationId xmlns:a16="http://schemas.microsoft.com/office/drawing/2014/main" id="{8B51DDA2-BB57-42D1-A662-1C3057BB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909">
            <a:extLst>
              <a:ext uri="{FF2B5EF4-FFF2-40B4-BE49-F238E27FC236}">
                <a16:creationId xmlns:a16="http://schemas.microsoft.com/office/drawing/2014/main" id="{12EF5847-ADEF-4D66-9FA9-18F0C9800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910">
            <a:extLst>
              <a:ext uri="{FF2B5EF4-FFF2-40B4-BE49-F238E27FC236}">
                <a16:creationId xmlns:a16="http://schemas.microsoft.com/office/drawing/2014/main" id="{C1247076-0737-41CE-99D1-51BBF16DA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911">
            <a:extLst>
              <a:ext uri="{FF2B5EF4-FFF2-40B4-BE49-F238E27FC236}">
                <a16:creationId xmlns:a16="http://schemas.microsoft.com/office/drawing/2014/main" id="{67C9AFEA-DEED-421C-8273-9EC512D29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912">
            <a:extLst>
              <a:ext uri="{FF2B5EF4-FFF2-40B4-BE49-F238E27FC236}">
                <a16:creationId xmlns:a16="http://schemas.microsoft.com/office/drawing/2014/main" id="{6204F0B2-671B-463E-83FC-5308D9AFD1F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913">
            <a:extLst>
              <a:ext uri="{FF2B5EF4-FFF2-40B4-BE49-F238E27FC236}">
                <a16:creationId xmlns:a16="http://schemas.microsoft.com/office/drawing/2014/main" id="{ADC3FA69-A120-4F41-A79D-44C6F532A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914">
            <a:extLst>
              <a:ext uri="{FF2B5EF4-FFF2-40B4-BE49-F238E27FC236}">
                <a16:creationId xmlns:a16="http://schemas.microsoft.com/office/drawing/2014/main" id="{50C412DA-AA8D-436C-9946-A9B4AD0828F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915">
            <a:extLst>
              <a:ext uri="{FF2B5EF4-FFF2-40B4-BE49-F238E27FC236}">
                <a16:creationId xmlns:a16="http://schemas.microsoft.com/office/drawing/2014/main" id="{6A67F7FA-8100-4D51-9D5E-C409081D1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916">
            <a:extLst>
              <a:ext uri="{FF2B5EF4-FFF2-40B4-BE49-F238E27FC236}">
                <a16:creationId xmlns:a16="http://schemas.microsoft.com/office/drawing/2014/main" id="{A5E582FE-7C1A-4983-95C8-41486286A809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917">
            <a:extLst>
              <a:ext uri="{FF2B5EF4-FFF2-40B4-BE49-F238E27FC236}">
                <a16:creationId xmlns:a16="http://schemas.microsoft.com/office/drawing/2014/main" id="{103BC093-F217-407D-B586-8BB97D74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918">
            <a:extLst>
              <a:ext uri="{FF2B5EF4-FFF2-40B4-BE49-F238E27FC236}">
                <a16:creationId xmlns:a16="http://schemas.microsoft.com/office/drawing/2014/main" id="{B5A8D754-8130-4FAB-8237-1C46F7B8C2B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919">
            <a:extLst>
              <a:ext uri="{FF2B5EF4-FFF2-40B4-BE49-F238E27FC236}">
                <a16:creationId xmlns:a16="http://schemas.microsoft.com/office/drawing/2014/main" id="{EBA68EA2-08E9-458F-8F69-BABE259D9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920">
            <a:extLst>
              <a:ext uri="{FF2B5EF4-FFF2-40B4-BE49-F238E27FC236}">
                <a16:creationId xmlns:a16="http://schemas.microsoft.com/office/drawing/2014/main" id="{37F21976-AE16-4CAB-8669-99C5837B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921">
            <a:extLst>
              <a:ext uri="{FF2B5EF4-FFF2-40B4-BE49-F238E27FC236}">
                <a16:creationId xmlns:a16="http://schemas.microsoft.com/office/drawing/2014/main" id="{B3F71AB6-2A3C-46CD-B297-1BA68E72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922">
            <a:extLst>
              <a:ext uri="{FF2B5EF4-FFF2-40B4-BE49-F238E27FC236}">
                <a16:creationId xmlns:a16="http://schemas.microsoft.com/office/drawing/2014/main" id="{013267AF-3516-4A67-8FA5-1EF18425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923">
            <a:extLst>
              <a:ext uri="{FF2B5EF4-FFF2-40B4-BE49-F238E27FC236}">
                <a16:creationId xmlns:a16="http://schemas.microsoft.com/office/drawing/2014/main" id="{365CAFF4-B8D5-43AF-978C-B373FF02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924">
            <a:extLst>
              <a:ext uri="{FF2B5EF4-FFF2-40B4-BE49-F238E27FC236}">
                <a16:creationId xmlns:a16="http://schemas.microsoft.com/office/drawing/2014/main" id="{598FE8BD-1083-4FE3-B8AE-BB02EB99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925">
            <a:extLst>
              <a:ext uri="{FF2B5EF4-FFF2-40B4-BE49-F238E27FC236}">
                <a16:creationId xmlns:a16="http://schemas.microsoft.com/office/drawing/2014/main" id="{61D8FA6A-8273-4622-9D4C-5E75C8791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926">
            <a:extLst>
              <a:ext uri="{FF2B5EF4-FFF2-40B4-BE49-F238E27FC236}">
                <a16:creationId xmlns:a16="http://schemas.microsoft.com/office/drawing/2014/main" id="{812E5C2D-D535-4C44-98D7-72CEF8784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927">
            <a:extLst>
              <a:ext uri="{FF2B5EF4-FFF2-40B4-BE49-F238E27FC236}">
                <a16:creationId xmlns:a16="http://schemas.microsoft.com/office/drawing/2014/main" id="{AE5C22D9-8AC2-45E7-A8D0-44861DD3FA7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928">
            <a:extLst>
              <a:ext uri="{FF2B5EF4-FFF2-40B4-BE49-F238E27FC236}">
                <a16:creationId xmlns:a16="http://schemas.microsoft.com/office/drawing/2014/main" id="{2BAE3B87-C591-4EEA-AEB3-6F518925EA6C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FCH    P1 = 6AH</a:t>
            </a:r>
          </a:p>
        </p:txBody>
      </p:sp>
      <p:sp>
        <p:nvSpPr>
          <p:cNvPr id="32" name="shape-929">
            <a:extLst>
              <a:ext uri="{FF2B5EF4-FFF2-40B4-BE49-F238E27FC236}">
                <a16:creationId xmlns:a16="http://schemas.microsoft.com/office/drawing/2014/main" id="{FD0CBBEA-11A7-46AD-93C8-326C0CB1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930">
            <a:extLst>
              <a:ext uri="{FF2B5EF4-FFF2-40B4-BE49-F238E27FC236}">
                <a16:creationId xmlns:a16="http://schemas.microsoft.com/office/drawing/2014/main" id="{B81E9FCB-2980-4137-BC23-5F2587AFC5A7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931">
            <a:extLst>
              <a:ext uri="{FF2B5EF4-FFF2-40B4-BE49-F238E27FC236}">
                <a16:creationId xmlns:a16="http://schemas.microsoft.com/office/drawing/2014/main" id="{4A9A5C35-C815-44F3-B4DA-EA726C139D4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35" name="shape-932">
            <a:extLst>
              <a:ext uri="{FF2B5EF4-FFF2-40B4-BE49-F238E27FC236}">
                <a16:creationId xmlns:a16="http://schemas.microsoft.com/office/drawing/2014/main" id="{B66FA2ED-C03C-4B3B-B73C-5FBAE09394A3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</p:txBody>
      </p:sp>
      <p:sp>
        <p:nvSpPr>
          <p:cNvPr id="36" name="shape-933">
            <a:extLst>
              <a:ext uri="{FF2B5EF4-FFF2-40B4-BE49-F238E27FC236}">
                <a16:creationId xmlns:a16="http://schemas.microsoft.com/office/drawing/2014/main" id="{19BDF376-087F-451F-B5F8-B60B08C9515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P2.7,ClosingFault</a:t>
            </a:r>
          </a:p>
        </p:txBody>
      </p:sp>
      <p:sp>
        <p:nvSpPr>
          <p:cNvPr id="37" name="shape-934">
            <a:extLst>
              <a:ext uri="{FF2B5EF4-FFF2-40B4-BE49-F238E27FC236}">
                <a16:creationId xmlns:a16="http://schemas.microsoft.com/office/drawing/2014/main" id="{0D497A76-C713-4592-8096-7C78CE5486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P2.2,ClosingStop</a:t>
            </a:r>
          </a:p>
        </p:txBody>
      </p:sp>
      <p:sp>
        <p:nvSpPr>
          <p:cNvPr id="38" name="shape-935">
            <a:extLst>
              <a:ext uri="{FF2B5EF4-FFF2-40B4-BE49-F238E27FC236}">
                <a16:creationId xmlns:a16="http://schemas.microsoft.com/office/drawing/2014/main" id="{54C373DD-5FD0-4079-933F-65692E13100B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P2.5,ClosingStop</a:t>
            </a:r>
          </a:p>
        </p:txBody>
      </p:sp>
      <p:sp>
        <p:nvSpPr>
          <p:cNvPr id="39" name="shape-936">
            <a:extLst>
              <a:ext uri="{FF2B5EF4-FFF2-40B4-BE49-F238E27FC236}">
                <a16:creationId xmlns:a16="http://schemas.microsoft.com/office/drawing/2014/main" id="{A391F2F7-F4F1-4980-8CC8-759D4A2C1C99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P2.0,ClosingStop</a:t>
            </a:r>
          </a:p>
        </p:txBody>
      </p:sp>
      <p:sp>
        <p:nvSpPr>
          <p:cNvPr id="40" name="shape-937">
            <a:extLst>
              <a:ext uri="{FF2B5EF4-FFF2-40B4-BE49-F238E27FC236}">
                <a16:creationId xmlns:a16="http://schemas.microsoft.com/office/drawing/2014/main" id="{5979C5BB-5849-4271-AF4C-6C9A9FFC7B3E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P2.1,ClosingStop</a:t>
            </a:r>
          </a:p>
        </p:txBody>
      </p:sp>
      <p:sp>
        <p:nvSpPr>
          <p:cNvPr id="41" name="shape-938">
            <a:extLst>
              <a:ext uri="{FF2B5EF4-FFF2-40B4-BE49-F238E27FC236}">
                <a16:creationId xmlns:a16="http://schemas.microsoft.com/office/drawing/2014/main" id="{582C157B-EF6C-4D1F-ADB6-12C0D3C98AC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P2.4,ClosingDone</a:t>
            </a:r>
          </a:p>
        </p:txBody>
      </p:sp>
      <p:sp>
        <p:nvSpPr>
          <p:cNvPr id="42" name="shape-939">
            <a:extLst>
              <a:ext uri="{FF2B5EF4-FFF2-40B4-BE49-F238E27FC236}">
                <a16:creationId xmlns:a16="http://schemas.microsoft.com/office/drawing/2014/main" id="{07D51AB2-1D00-478C-80B7-FD0EA3CC37B6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940">
            <a:extLst>
              <a:ext uri="{FF2B5EF4-FFF2-40B4-BE49-F238E27FC236}">
                <a16:creationId xmlns:a16="http://schemas.microsoft.com/office/drawing/2014/main" id="{3C3A4CB9-C08D-4CC0-959F-D5215C446D8E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R1,ClosingLoop</a:t>
            </a:r>
          </a:p>
        </p:txBody>
      </p:sp>
      <p:sp>
        <p:nvSpPr>
          <p:cNvPr id="44" name="shape-941">
            <a:extLst>
              <a:ext uri="{FF2B5EF4-FFF2-40B4-BE49-F238E27FC236}">
                <a16:creationId xmlns:a16="http://schemas.microsoft.com/office/drawing/2014/main" id="{C2CB8DF6-C3DB-4A1B-8C7F-5273CD85B7A8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ClosingFault:</a:t>
            </a:r>
          </a:p>
        </p:txBody>
      </p:sp>
      <p:sp>
        <p:nvSpPr>
          <p:cNvPr id="45" name="shape-942">
            <a:extLst>
              <a:ext uri="{FF2B5EF4-FFF2-40B4-BE49-F238E27FC236}">
                <a16:creationId xmlns:a16="http://schemas.microsoft.com/office/drawing/2014/main" id="{C986271F-C919-449F-87AF-887B049D2CA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6" name="shape-943">
            <a:extLst>
              <a:ext uri="{FF2B5EF4-FFF2-40B4-BE49-F238E27FC236}">
                <a16:creationId xmlns:a16="http://schemas.microsoft.com/office/drawing/2014/main" id="{6EBA1863-4A16-4246-90B8-4EB7324CE32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ClosingStop:</a:t>
            </a:r>
          </a:p>
        </p:txBody>
      </p:sp>
      <p:sp>
        <p:nvSpPr>
          <p:cNvPr id="47" name="shape-944">
            <a:extLst>
              <a:ext uri="{FF2B5EF4-FFF2-40B4-BE49-F238E27FC236}">
                <a16:creationId xmlns:a16="http://schemas.microsoft.com/office/drawing/2014/main" id="{7E06573E-D879-4A5C-BA06-84D89CC5C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6105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945">
            <a:extLst>
              <a:ext uri="{FF2B5EF4-FFF2-40B4-BE49-F238E27FC236}">
                <a16:creationId xmlns:a16="http://schemas.microsoft.com/office/drawing/2014/main" id="{4455C08D-26FD-483E-B30D-AEDE2BE4D6A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49" name="shape-946">
            <a:extLst>
              <a:ext uri="{FF2B5EF4-FFF2-40B4-BE49-F238E27FC236}">
                <a16:creationId xmlns:a16="http://schemas.microsoft.com/office/drawing/2014/main" id="{36C6BF7C-3759-449F-BDF7-9D84C6BDECFD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RevWaitState</a:t>
            </a:r>
          </a:p>
        </p:txBody>
      </p:sp>
      <p:sp>
        <p:nvSpPr>
          <p:cNvPr id="50" name="shape-947">
            <a:extLst>
              <a:ext uri="{FF2B5EF4-FFF2-40B4-BE49-F238E27FC236}">
                <a16:creationId xmlns:a16="http://schemas.microsoft.com/office/drawing/2014/main" id="{117D7D10-5E36-4D3B-A132-965DBF66F7CE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ClosingDone:</a:t>
            </a:r>
          </a:p>
        </p:txBody>
      </p:sp>
      <p:sp>
        <p:nvSpPr>
          <p:cNvPr id="51" name="shape-948">
            <a:extLst>
              <a:ext uri="{FF2B5EF4-FFF2-40B4-BE49-F238E27FC236}">
                <a16:creationId xmlns:a16="http://schemas.microsoft.com/office/drawing/2014/main" id="{49B98F24-C0D9-4EE3-AA38-368D12E5AB11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949">
            <a:extLst>
              <a:ext uri="{FF2B5EF4-FFF2-40B4-BE49-F238E27FC236}">
                <a16:creationId xmlns:a16="http://schemas.microsoft.com/office/drawing/2014/main" id="{746F6DE8-4426-4C2B-B5BF-EE7543C0E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950">
            <a:extLst>
              <a:ext uri="{FF2B5EF4-FFF2-40B4-BE49-F238E27FC236}">
                <a16:creationId xmlns:a16="http://schemas.microsoft.com/office/drawing/2014/main" id="{8D447B52-95A8-4FBA-81F3-F7A63CB626B0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951">
            <a:extLst>
              <a:ext uri="{FF2B5EF4-FFF2-40B4-BE49-F238E27FC236}">
                <a16:creationId xmlns:a16="http://schemas.microsoft.com/office/drawing/2014/main" id="{E4777739-64E9-4590-9F7D-49E78D661BE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5" name="shape-952">
            <a:extLst>
              <a:ext uri="{FF2B5EF4-FFF2-40B4-BE49-F238E27FC236}">
                <a16:creationId xmlns:a16="http://schemas.microsoft.com/office/drawing/2014/main" id="{925EAFE0-D382-4ABF-8334-144BC6ACE3F4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ถูกบังหรือกดปุ่มเปิดขณะปิด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ตัดแรงขับแล้วพักก่อนเปิดกลับ</a:t>
            </a:r>
          </a:p>
        </p:txBody>
      </p:sp>
      <p:sp>
        <p:nvSpPr>
          <p:cNvPr id="56" name="shape-953">
            <a:extLst>
              <a:ext uri="{FF2B5EF4-FFF2-40B4-BE49-F238E27FC236}">
                <a16:creationId xmlns:a16="http://schemas.microsoft.com/office/drawing/2014/main" id="{E66DB61C-83A0-41B5-87E5-E552B5CE1799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0   IN2 = 1</a:t>
            </a:r>
          </a:p>
        </p:txBody>
      </p:sp>
      <p:sp>
        <p:nvSpPr>
          <p:cNvPr id="57" name="shape-954">
            <a:extLst>
              <a:ext uri="{FF2B5EF4-FFF2-40B4-BE49-F238E27FC236}">
                <a16:creationId xmlns:a16="http://schemas.microsoft.com/office/drawing/2014/main" id="{58B7CAAE-7FFC-4CB5-A3EF-C6823289A5F3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ไฟแดงและ Buzzer ติดค้าง</a:t>
            </a:r>
          </a:p>
        </p:txBody>
      </p:sp>
      <p:sp>
        <p:nvSpPr>
          <p:cNvPr id="58" name="shape-955">
            <a:extLst>
              <a:ext uri="{FF2B5EF4-FFF2-40B4-BE49-F238E27FC236}">
                <a16:creationId xmlns:a16="http://schemas.microsoft.com/office/drawing/2014/main" id="{3DEFCBC2-3116-492E-BB19-D827813FC419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01101010B</a:t>
            </a:r>
          </a:p>
        </p:txBody>
      </p:sp>
      <p:sp>
        <p:nvSpPr>
          <p:cNvPr id="59" name="shape-956">
            <a:extLst>
              <a:ext uri="{FF2B5EF4-FFF2-40B4-BE49-F238E27FC236}">
                <a16:creationId xmlns:a16="http://schemas.microsoft.com/office/drawing/2014/main" id="{3CFC3522-809F-4AA0-8069-D9045200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957">
            <a:extLst>
              <a:ext uri="{FF2B5EF4-FFF2-40B4-BE49-F238E27FC236}">
                <a16:creationId xmlns:a16="http://schemas.microsoft.com/office/drawing/2014/main" id="{7F18CE02-A756-419E-99FB-638B296613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1" name="shape-958">
            <a:extLst>
              <a:ext uri="{FF2B5EF4-FFF2-40B4-BE49-F238E27FC236}">
                <a16:creationId xmlns:a16="http://schemas.microsoft.com/office/drawing/2014/main" id="{75D1A0C6-563F-4403-B67B-55F66E68F655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959">
            <a:extLst>
              <a:ext uri="{FF2B5EF4-FFF2-40B4-BE49-F238E27FC236}">
                <a16:creationId xmlns:a16="http://schemas.microsoft.com/office/drawing/2014/main" id="{484E73FA-A48A-4946-87E1-1C39C7099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960">
            <a:extLst>
              <a:ext uri="{FF2B5EF4-FFF2-40B4-BE49-F238E27FC236}">
                <a16:creationId xmlns:a16="http://schemas.microsoft.com/office/drawing/2014/main" id="{E2B4E90D-263F-4F25-BCAB-1098F29D7705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961">
            <a:extLst>
              <a:ext uri="{FF2B5EF4-FFF2-40B4-BE49-F238E27FC236}">
                <a16:creationId xmlns:a16="http://schemas.microsoft.com/office/drawing/2014/main" id="{8DE863FB-4552-4F99-834C-5FAC3AAC90CF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962">
            <a:extLst>
              <a:ext uri="{FF2B5EF4-FFF2-40B4-BE49-F238E27FC236}">
                <a16:creationId xmlns:a16="http://schemas.microsoft.com/office/drawing/2014/main" id="{53132C75-29B5-488D-9C38-DDEB726EA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963">
            <a:extLst>
              <a:ext uri="{FF2B5EF4-FFF2-40B4-BE49-F238E27FC236}">
                <a16:creationId xmlns:a16="http://schemas.microsoft.com/office/drawing/2014/main" id="{CF1FA05E-237B-4C85-B3B8-433C3D35DE2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964">
            <a:extLst>
              <a:ext uri="{FF2B5EF4-FFF2-40B4-BE49-F238E27FC236}">
                <a16:creationId xmlns:a16="http://schemas.microsoft.com/office/drawing/2014/main" id="{8EAD3289-5B38-4908-B285-83A0B3657AE2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965">
            <a:extLst>
              <a:ext uri="{FF2B5EF4-FFF2-40B4-BE49-F238E27FC236}">
                <a16:creationId xmlns:a16="http://schemas.microsoft.com/office/drawing/2014/main" id="{83DD473B-D0D6-4355-BC57-A59FF28A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966">
            <a:extLst>
              <a:ext uri="{FF2B5EF4-FFF2-40B4-BE49-F238E27FC236}">
                <a16:creationId xmlns:a16="http://schemas.microsoft.com/office/drawing/2014/main" id="{92CAD05B-ACCB-4371-B484-AB43023569DD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967">
            <a:extLst>
              <a:ext uri="{FF2B5EF4-FFF2-40B4-BE49-F238E27FC236}">
                <a16:creationId xmlns:a16="http://schemas.microsoft.com/office/drawing/2014/main" id="{27071D00-99FF-45E0-92E4-2D772CF24EDF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968">
            <a:extLst>
              <a:ext uri="{FF2B5EF4-FFF2-40B4-BE49-F238E27FC236}">
                <a16:creationId xmlns:a16="http://schemas.microsoft.com/office/drawing/2014/main" id="{23F881B2-1252-449B-AA1B-C11BB10CC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969">
            <a:extLst>
              <a:ext uri="{FF2B5EF4-FFF2-40B4-BE49-F238E27FC236}">
                <a16:creationId xmlns:a16="http://schemas.microsoft.com/office/drawing/2014/main" id="{78AD34E0-B93B-4308-96D1-6B2C1F918755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970">
            <a:extLst>
              <a:ext uri="{FF2B5EF4-FFF2-40B4-BE49-F238E27FC236}">
                <a16:creationId xmlns:a16="http://schemas.microsoft.com/office/drawing/2014/main" id="{5E389C62-421C-4212-B954-C1E3BBFE0147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971">
            <a:extLst>
              <a:ext uri="{FF2B5EF4-FFF2-40B4-BE49-F238E27FC236}">
                <a16:creationId xmlns:a16="http://schemas.microsoft.com/office/drawing/2014/main" id="{47486ABE-7E0D-42C2-ADC3-5FA2E3176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972">
            <a:extLst>
              <a:ext uri="{FF2B5EF4-FFF2-40B4-BE49-F238E27FC236}">
                <a16:creationId xmlns:a16="http://schemas.microsoft.com/office/drawing/2014/main" id="{7DE24543-8052-4F78-80B3-D78835622D7F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6" name="shape-973">
            <a:extLst>
              <a:ext uri="{FF2B5EF4-FFF2-40B4-BE49-F238E27FC236}">
                <a16:creationId xmlns:a16="http://schemas.microsoft.com/office/drawing/2014/main" id="{9215CBCC-8B4B-4071-8E9F-250896C6093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974">
            <a:extLst>
              <a:ext uri="{FF2B5EF4-FFF2-40B4-BE49-F238E27FC236}">
                <a16:creationId xmlns:a16="http://schemas.microsoft.com/office/drawing/2014/main" id="{D764B432-1CDD-4E5C-8965-A2A8222D9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75">
            <a:extLst>
              <a:ext uri="{FF2B5EF4-FFF2-40B4-BE49-F238E27FC236}">
                <a16:creationId xmlns:a16="http://schemas.microsoft.com/office/drawing/2014/main" id="{B9DF0C27-12F6-4E4F-898B-9A42FE8B7779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9" name="shape-976">
            <a:extLst>
              <a:ext uri="{FF2B5EF4-FFF2-40B4-BE49-F238E27FC236}">
                <a16:creationId xmlns:a16="http://schemas.microsoft.com/office/drawing/2014/main" id="{8C1236C9-B565-413B-9663-FE8B30C04906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977">
            <a:extLst>
              <a:ext uri="{FF2B5EF4-FFF2-40B4-BE49-F238E27FC236}">
                <a16:creationId xmlns:a16="http://schemas.microsoft.com/office/drawing/2014/main" id="{B496DA29-FB5D-4486-A811-6D5EC1F95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978">
            <a:extLst>
              <a:ext uri="{FF2B5EF4-FFF2-40B4-BE49-F238E27FC236}">
                <a16:creationId xmlns:a16="http://schemas.microsoft.com/office/drawing/2014/main" id="{95DC270E-D900-480D-B286-49084EDEED2D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979">
            <a:extLst>
              <a:ext uri="{FF2B5EF4-FFF2-40B4-BE49-F238E27FC236}">
                <a16:creationId xmlns:a16="http://schemas.microsoft.com/office/drawing/2014/main" id="{1465A4EC-14AE-4931-8F61-E8D0609A04D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980">
            <a:extLst>
              <a:ext uri="{FF2B5EF4-FFF2-40B4-BE49-F238E27FC236}">
                <a16:creationId xmlns:a16="http://schemas.microsoft.com/office/drawing/2014/main" id="{EE3AEB7A-9A4A-4C84-9957-1F0077CAF25A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981">
            <a:extLst>
              <a:ext uri="{FF2B5EF4-FFF2-40B4-BE49-F238E27FC236}">
                <a16:creationId xmlns:a16="http://schemas.microsoft.com/office/drawing/2014/main" id="{5E00D208-7F6B-4D1D-AAB6-72DE6B548D9A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982">
            <a:extLst>
              <a:ext uri="{FF2B5EF4-FFF2-40B4-BE49-F238E27FC236}">
                <a16:creationId xmlns:a16="http://schemas.microsoft.com/office/drawing/2014/main" id="{368B700E-8AB6-4D76-94D1-8B4FFA849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983">
            <a:extLst>
              <a:ext uri="{FF2B5EF4-FFF2-40B4-BE49-F238E27FC236}">
                <a16:creationId xmlns:a16="http://schemas.microsoft.com/office/drawing/2014/main" id="{21A2BEF5-15A4-4A44-90F4-D96296D3076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984">
            <a:extLst>
              <a:ext uri="{FF2B5EF4-FFF2-40B4-BE49-F238E27FC236}">
                <a16:creationId xmlns:a16="http://schemas.microsoft.com/office/drawing/2014/main" id="{1FE779E9-EAC3-496A-A02F-84750B6F8D78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985">
            <a:extLst>
              <a:ext uri="{FF2B5EF4-FFF2-40B4-BE49-F238E27FC236}">
                <a16:creationId xmlns:a16="http://schemas.microsoft.com/office/drawing/2014/main" id="{73DE174A-4BC7-4D78-83A8-5DED98EFA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986">
            <a:extLst>
              <a:ext uri="{FF2B5EF4-FFF2-40B4-BE49-F238E27FC236}">
                <a16:creationId xmlns:a16="http://schemas.microsoft.com/office/drawing/2014/main" id="{FB88E130-A95B-4EDE-BAB3-4700671804A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987">
            <a:extLst>
              <a:ext uri="{FF2B5EF4-FFF2-40B4-BE49-F238E27FC236}">
                <a16:creationId xmlns:a16="http://schemas.microsoft.com/office/drawing/2014/main" id="{DD7FBE9D-A625-42F4-8716-822399F6C09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988">
            <a:extLst>
              <a:ext uri="{FF2B5EF4-FFF2-40B4-BE49-F238E27FC236}">
                <a16:creationId xmlns:a16="http://schemas.microsoft.com/office/drawing/2014/main" id="{5F966485-5BF9-4678-A0A6-D4007CAEC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989">
            <a:extLst>
              <a:ext uri="{FF2B5EF4-FFF2-40B4-BE49-F238E27FC236}">
                <a16:creationId xmlns:a16="http://schemas.microsoft.com/office/drawing/2014/main" id="{D0C66868-461B-44B0-B570-CEAAEFEA9AEB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990">
            <a:extLst>
              <a:ext uri="{FF2B5EF4-FFF2-40B4-BE49-F238E27FC236}">
                <a16:creationId xmlns:a16="http://schemas.microsoft.com/office/drawing/2014/main" id="{C6E04462-FAC6-4955-83F1-0CFD3513DBD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991">
            <a:extLst>
              <a:ext uri="{FF2B5EF4-FFF2-40B4-BE49-F238E27FC236}">
                <a16:creationId xmlns:a16="http://schemas.microsoft.com/office/drawing/2014/main" id="{B74BFB28-3879-41B1-BAB7-6CB16B4C5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992">
            <a:extLst>
              <a:ext uri="{FF2B5EF4-FFF2-40B4-BE49-F238E27FC236}">
                <a16:creationId xmlns:a16="http://schemas.microsoft.com/office/drawing/2014/main" id="{B6B455DE-1510-4C99-93C3-431E9E3CA28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993">
            <a:extLst>
              <a:ext uri="{FF2B5EF4-FFF2-40B4-BE49-F238E27FC236}">
                <a16:creationId xmlns:a16="http://schemas.microsoft.com/office/drawing/2014/main" id="{DA97F828-D0C5-4102-98DC-6F1F4383A47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994">
            <a:extLst>
              <a:ext uri="{FF2B5EF4-FFF2-40B4-BE49-F238E27FC236}">
                <a16:creationId xmlns:a16="http://schemas.microsoft.com/office/drawing/2014/main" id="{1C7CA6A0-D965-42E0-86A6-65190AA46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995">
            <a:extLst>
              <a:ext uri="{FF2B5EF4-FFF2-40B4-BE49-F238E27FC236}">
                <a16:creationId xmlns:a16="http://schemas.microsoft.com/office/drawing/2014/main" id="{2DAB7CF7-07E9-477C-A440-CFCF886A2DF0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996">
            <a:extLst>
              <a:ext uri="{FF2B5EF4-FFF2-40B4-BE49-F238E27FC236}">
                <a16:creationId xmlns:a16="http://schemas.microsoft.com/office/drawing/2014/main" id="{65A12D22-327F-4369-8D67-7D371C0B36EB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997">
            <a:extLst>
              <a:ext uri="{FF2B5EF4-FFF2-40B4-BE49-F238E27FC236}">
                <a16:creationId xmlns:a16="http://schemas.microsoft.com/office/drawing/2014/main" id="{82B3F4DF-C356-450E-B4FF-BB04A4C5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998">
            <a:extLst>
              <a:ext uri="{FF2B5EF4-FFF2-40B4-BE49-F238E27FC236}">
                <a16:creationId xmlns:a16="http://schemas.microsoft.com/office/drawing/2014/main" id="{F10CEE7C-F823-49F9-9439-38CBE4C08A91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999">
            <a:extLst>
              <a:ext uri="{FF2B5EF4-FFF2-40B4-BE49-F238E27FC236}">
                <a16:creationId xmlns:a16="http://schemas.microsoft.com/office/drawing/2014/main" id="{18E71625-5962-4966-AFD1-C73AA461273E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1000">
            <a:extLst>
              <a:ext uri="{FF2B5EF4-FFF2-40B4-BE49-F238E27FC236}">
                <a16:creationId xmlns:a16="http://schemas.microsoft.com/office/drawing/2014/main" id="{481CB796-CE63-48E7-841F-3EB4D30B7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1001">
            <a:extLst>
              <a:ext uri="{FF2B5EF4-FFF2-40B4-BE49-F238E27FC236}">
                <a16:creationId xmlns:a16="http://schemas.microsoft.com/office/drawing/2014/main" id="{8CE294BF-23A8-4FBB-8501-C6B62768B6B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1002">
            <a:extLst>
              <a:ext uri="{FF2B5EF4-FFF2-40B4-BE49-F238E27FC236}">
                <a16:creationId xmlns:a16="http://schemas.microsoft.com/office/drawing/2014/main" id="{B2F151E4-3FC8-44C8-B861-2C9F5E812626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1003">
            <a:extLst>
              <a:ext uri="{FF2B5EF4-FFF2-40B4-BE49-F238E27FC236}">
                <a16:creationId xmlns:a16="http://schemas.microsoft.com/office/drawing/2014/main" id="{8C18A085-BCCF-439D-AA20-6791E18E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1004">
            <a:extLst>
              <a:ext uri="{FF2B5EF4-FFF2-40B4-BE49-F238E27FC236}">
                <a16:creationId xmlns:a16="http://schemas.microsoft.com/office/drawing/2014/main" id="{7AC41DB5-5F8F-465B-955F-87F85D8FCA9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1005">
            <a:extLst>
              <a:ext uri="{FF2B5EF4-FFF2-40B4-BE49-F238E27FC236}">
                <a16:creationId xmlns:a16="http://schemas.microsoft.com/office/drawing/2014/main" id="{D55358B3-2309-4091-9728-4D680BBBEE30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1006">
            <a:extLst>
              <a:ext uri="{FF2B5EF4-FFF2-40B4-BE49-F238E27FC236}">
                <a16:creationId xmlns:a16="http://schemas.microsoft.com/office/drawing/2014/main" id="{C695316D-95CC-4DAC-907A-99084B946DBB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15398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-1007">
            <a:extLst>
              <a:ext uri="{FF2B5EF4-FFF2-40B4-BE49-F238E27FC236}">
                <a16:creationId xmlns:a16="http://schemas.microsoft.com/office/drawing/2014/main" id="{8FBF20AC-8617-46B3-87A4-DDA8FC9A018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พักมอเตอร์ก่อนกลับทิศ</a:t>
            </a:r>
          </a:p>
        </p:txBody>
      </p:sp>
      <p:sp>
        <p:nvSpPr>
          <p:cNvPr id="2" name="shape-1008">
            <a:extLst>
              <a:ext uri="{FF2B5EF4-FFF2-40B4-BE49-F238E27FC236}">
                <a16:creationId xmlns:a16="http://schemas.microsoft.com/office/drawing/2014/main" id="{C379CAF7-B37E-417C-9123-E7E24A1BEC2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REV_WAIT ในเฟิร์มแวร์ฉบับสอน</a:t>
            </a:r>
          </a:p>
        </p:txBody>
      </p:sp>
      <p:sp>
        <p:nvSpPr>
          <p:cNvPr id="3" name="shape-1009">
            <a:extLst>
              <a:ext uri="{FF2B5EF4-FFF2-40B4-BE49-F238E27FC236}">
                <a16:creationId xmlns:a16="http://schemas.microsoft.com/office/drawing/2014/main" id="{250B02A8-EE3E-4E1A-9B50-4D5F35D1A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010">
            <a:extLst>
              <a:ext uri="{FF2B5EF4-FFF2-40B4-BE49-F238E27FC236}">
                <a16:creationId xmlns:a16="http://schemas.microsoft.com/office/drawing/2014/main" id="{FB40BBAB-FD19-4FFE-A70A-82D46597CC1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shape-1011">
            <a:extLst>
              <a:ext uri="{FF2B5EF4-FFF2-40B4-BE49-F238E27FC236}">
                <a16:creationId xmlns:a16="http://schemas.microsoft.com/office/drawing/2014/main" id="{0CC1FE8E-33FA-4B9F-8BBA-E24A2BED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012">
            <a:extLst>
              <a:ext uri="{FF2B5EF4-FFF2-40B4-BE49-F238E27FC236}">
                <a16:creationId xmlns:a16="http://schemas.microsoft.com/office/drawing/2014/main" id="{3653C6F8-0112-4D99-81B0-9FF66BF2A314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013">
            <a:extLst>
              <a:ext uri="{FF2B5EF4-FFF2-40B4-BE49-F238E27FC236}">
                <a16:creationId xmlns:a16="http://schemas.microsoft.com/office/drawing/2014/main" id="{882F7619-9C81-4BC3-A669-39847A351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014">
            <a:extLst>
              <a:ext uri="{FF2B5EF4-FFF2-40B4-BE49-F238E27FC236}">
                <a16:creationId xmlns:a16="http://schemas.microsoft.com/office/drawing/2014/main" id="{CB6DAC05-B2E4-4C62-A5E1-271DEDF3366C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015">
            <a:extLst>
              <a:ext uri="{FF2B5EF4-FFF2-40B4-BE49-F238E27FC236}">
                <a16:creationId xmlns:a16="http://schemas.microsoft.com/office/drawing/2014/main" id="{3B341E6C-6626-4931-AA8F-7A0034C2B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016">
            <a:extLst>
              <a:ext uri="{FF2B5EF4-FFF2-40B4-BE49-F238E27FC236}">
                <a16:creationId xmlns:a16="http://schemas.microsoft.com/office/drawing/2014/main" id="{4909F2B0-8F42-4653-81E3-F77A3E4FB2EB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017">
            <a:extLst>
              <a:ext uri="{FF2B5EF4-FFF2-40B4-BE49-F238E27FC236}">
                <a16:creationId xmlns:a16="http://schemas.microsoft.com/office/drawing/2014/main" id="{EF8944A9-CD2C-4711-B6FE-A54B6AC1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018">
            <a:extLst>
              <a:ext uri="{FF2B5EF4-FFF2-40B4-BE49-F238E27FC236}">
                <a16:creationId xmlns:a16="http://schemas.microsoft.com/office/drawing/2014/main" id="{013BD8A8-A115-4225-AF0B-ABB924FE134B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019">
            <a:extLst>
              <a:ext uri="{FF2B5EF4-FFF2-40B4-BE49-F238E27FC236}">
                <a16:creationId xmlns:a16="http://schemas.microsoft.com/office/drawing/2014/main" id="{29D11052-8DAE-44B5-9CFF-19905AA94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020">
            <a:extLst>
              <a:ext uri="{FF2B5EF4-FFF2-40B4-BE49-F238E27FC236}">
                <a16:creationId xmlns:a16="http://schemas.microsoft.com/office/drawing/2014/main" id="{D7AC2B8A-C2FA-4DCC-A5A0-CCC24EB96A9E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021">
            <a:extLst>
              <a:ext uri="{FF2B5EF4-FFF2-40B4-BE49-F238E27FC236}">
                <a16:creationId xmlns:a16="http://schemas.microsoft.com/office/drawing/2014/main" id="{369E6630-2761-402C-8C61-D815ACF88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022">
            <a:extLst>
              <a:ext uri="{FF2B5EF4-FFF2-40B4-BE49-F238E27FC236}">
                <a16:creationId xmlns:a16="http://schemas.microsoft.com/office/drawing/2014/main" id="{4057354B-E264-46A0-9097-383059B25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6267450"/>
            <a:ext cx="47625" cy="5905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023">
            <a:extLst>
              <a:ext uri="{FF2B5EF4-FFF2-40B4-BE49-F238E27FC236}">
                <a16:creationId xmlns:a16="http://schemas.microsoft.com/office/drawing/2014/main" id="{151FDD87-7953-4582-AB67-EB2FE098A635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1024">
            <a:extLst>
              <a:ext uri="{FF2B5EF4-FFF2-40B4-BE49-F238E27FC236}">
                <a16:creationId xmlns:a16="http://schemas.microsoft.com/office/drawing/2014/main" id="{8F1A9AEF-FF69-4DEA-8F26-86E91290B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025">
            <a:extLst>
              <a:ext uri="{FF2B5EF4-FFF2-40B4-BE49-F238E27FC236}">
                <a16:creationId xmlns:a16="http://schemas.microsoft.com/office/drawing/2014/main" id="{F8603148-4E97-4248-B934-45305E90A778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026">
            <a:extLst>
              <a:ext uri="{FF2B5EF4-FFF2-40B4-BE49-F238E27FC236}">
                <a16:creationId xmlns:a16="http://schemas.microsoft.com/office/drawing/2014/main" id="{70D02097-3299-449E-9BBC-16F4FAB8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027">
            <a:extLst>
              <a:ext uri="{FF2B5EF4-FFF2-40B4-BE49-F238E27FC236}">
                <a16:creationId xmlns:a16="http://schemas.microsoft.com/office/drawing/2014/main" id="{3E3793C6-3D2E-4C56-AFC9-8491BFAC16B6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028">
            <a:extLst>
              <a:ext uri="{FF2B5EF4-FFF2-40B4-BE49-F238E27FC236}">
                <a16:creationId xmlns:a16="http://schemas.microsoft.com/office/drawing/2014/main" id="{AC90BAA0-EF43-4079-A074-6DCF1756C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029">
            <a:extLst>
              <a:ext uri="{FF2B5EF4-FFF2-40B4-BE49-F238E27FC236}">
                <a16:creationId xmlns:a16="http://schemas.microsoft.com/office/drawing/2014/main" id="{0E34DD52-3FE0-4CE1-9FBF-E62D85D0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030">
            <a:extLst>
              <a:ext uri="{FF2B5EF4-FFF2-40B4-BE49-F238E27FC236}">
                <a16:creationId xmlns:a16="http://schemas.microsoft.com/office/drawing/2014/main" id="{8CF080C3-EDF8-4E4F-BC75-17DD78D7D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031">
            <a:extLst>
              <a:ext uri="{FF2B5EF4-FFF2-40B4-BE49-F238E27FC236}">
                <a16:creationId xmlns:a16="http://schemas.microsoft.com/office/drawing/2014/main" id="{A1974180-36CB-47AE-8BB9-1D40393C9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032">
            <a:extLst>
              <a:ext uri="{FF2B5EF4-FFF2-40B4-BE49-F238E27FC236}">
                <a16:creationId xmlns:a16="http://schemas.microsoft.com/office/drawing/2014/main" id="{0652FEE5-D17B-49FF-8D1B-B3E47C47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033">
            <a:extLst>
              <a:ext uri="{FF2B5EF4-FFF2-40B4-BE49-F238E27FC236}">
                <a16:creationId xmlns:a16="http://schemas.microsoft.com/office/drawing/2014/main" id="{30BFF624-DEF7-490D-BC3C-57128376B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034">
            <a:extLst>
              <a:ext uri="{FF2B5EF4-FFF2-40B4-BE49-F238E27FC236}">
                <a16:creationId xmlns:a16="http://schemas.microsoft.com/office/drawing/2014/main" id="{2F6CC710-BF70-4781-BA8F-B1E59AC64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035">
            <a:extLst>
              <a:ext uri="{FF2B5EF4-FFF2-40B4-BE49-F238E27FC236}">
                <a16:creationId xmlns:a16="http://schemas.microsoft.com/office/drawing/2014/main" id="{E54DB6B1-E220-4FDA-9F31-F054D83CD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036">
            <a:extLst>
              <a:ext uri="{FF2B5EF4-FFF2-40B4-BE49-F238E27FC236}">
                <a16:creationId xmlns:a16="http://schemas.microsoft.com/office/drawing/2014/main" id="{9485ECA9-9966-4775-9F38-DD9863BB71C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037">
            <a:extLst>
              <a:ext uri="{FF2B5EF4-FFF2-40B4-BE49-F238E27FC236}">
                <a16:creationId xmlns:a16="http://schemas.microsoft.com/office/drawing/2014/main" id="{70333CE3-BAA0-439A-801B-890C7626BAA4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FDH    P1 = 6CH</a:t>
            </a:r>
          </a:p>
        </p:txBody>
      </p:sp>
      <p:sp>
        <p:nvSpPr>
          <p:cNvPr id="32" name="shape-1038">
            <a:extLst>
              <a:ext uri="{FF2B5EF4-FFF2-40B4-BE49-F238E27FC236}">
                <a16:creationId xmlns:a16="http://schemas.microsoft.com/office/drawing/2014/main" id="{CFC68F14-2E11-46FC-93EB-C2C6F5B12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409950"/>
          </a:xfrm>
          <a:prstGeom prst="roundRect">
            <a:avLst>
              <a:gd name="adj" fmla="val 446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039">
            <a:extLst>
              <a:ext uri="{FF2B5EF4-FFF2-40B4-BE49-F238E27FC236}">
                <a16:creationId xmlns:a16="http://schemas.microsoft.com/office/drawing/2014/main" id="{50CCB34D-FB96-433E-9949-27749F840049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040">
            <a:extLst>
              <a:ext uri="{FF2B5EF4-FFF2-40B4-BE49-F238E27FC236}">
                <a16:creationId xmlns:a16="http://schemas.microsoft.com/office/drawing/2014/main" id="{C4611CE9-14C2-40B1-9335-0CC65E284DA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RevWaitState:</a:t>
            </a:r>
          </a:p>
        </p:txBody>
      </p:sp>
      <p:sp>
        <p:nvSpPr>
          <p:cNvPr id="35" name="shape-1041">
            <a:extLst>
              <a:ext uri="{FF2B5EF4-FFF2-40B4-BE49-F238E27FC236}">
                <a16:creationId xmlns:a16="http://schemas.microsoft.com/office/drawing/2014/main" id="{98B4D533-6E07-46D8-820C-F51D764DC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042">
            <a:extLst>
              <a:ext uri="{FF2B5EF4-FFF2-40B4-BE49-F238E27FC236}">
                <a16:creationId xmlns:a16="http://schemas.microsoft.com/office/drawing/2014/main" id="{D68402FD-71D7-4737-A553-7F7C8C2EF62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043">
            <a:extLst>
              <a:ext uri="{FF2B5EF4-FFF2-40B4-BE49-F238E27FC236}">
                <a16:creationId xmlns:a16="http://schemas.microsoft.com/office/drawing/2014/main" id="{E82EA01A-3192-499B-A667-1A74FD281596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P0,#0FDH</a:t>
            </a:r>
          </a:p>
        </p:txBody>
      </p:sp>
      <p:sp>
        <p:nvSpPr>
          <p:cNvPr id="38" name="shape-1044">
            <a:extLst>
              <a:ext uri="{FF2B5EF4-FFF2-40B4-BE49-F238E27FC236}">
                <a16:creationId xmlns:a16="http://schemas.microsoft.com/office/drawing/2014/main" id="{CEE70235-B5A1-431C-85F5-E28F7938DB3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045">
            <a:extLst>
              <a:ext uri="{FF2B5EF4-FFF2-40B4-BE49-F238E27FC236}">
                <a16:creationId xmlns:a16="http://schemas.microsoft.com/office/drawing/2014/main" id="{DF3BCA84-321A-4B8C-A03E-EF660E6F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046">
            <a:extLst>
              <a:ext uri="{FF2B5EF4-FFF2-40B4-BE49-F238E27FC236}">
                <a16:creationId xmlns:a16="http://schemas.microsoft.com/office/drawing/2014/main" id="{BA593586-B945-417E-9BAD-5EA1FF57063C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R1,#10</a:t>
            </a:r>
          </a:p>
        </p:txBody>
      </p:sp>
      <p:sp>
        <p:nvSpPr>
          <p:cNvPr id="41" name="shape-1047">
            <a:extLst>
              <a:ext uri="{FF2B5EF4-FFF2-40B4-BE49-F238E27FC236}">
                <a16:creationId xmlns:a16="http://schemas.microsoft.com/office/drawing/2014/main" id="{9ABE5632-7F68-4ABD-BF73-BE3FF7D671EB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RevLoop:</a:t>
            </a:r>
          </a:p>
        </p:txBody>
      </p:sp>
      <p:sp>
        <p:nvSpPr>
          <p:cNvPr id="42" name="shape-1048">
            <a:extLst>
              <a:ext uri="{FF2B5EF4-FFF2-40B4-BE49-F238E27FC236}">
                <a16:creationId xmlns:a16="http://schemas.microsoft.com/office/drawing/2014/main" id="{04FF5E36-922F-416C-BB92-5C35F27142A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P2.7,RevFault</a:t>
            </a:r>
          </a:p>
        </p:txBody>
      </p:sp>
      <p:sp>
        <p:nvSpPr>
          <p:cNvPr id="43" name="shape-1049">
            <a:extLst>
              <a:ext uri="{FF2B5EF4-FFF2-40B4-BE49-F238E27FC236}">
                <a16:creationId xmlns:a16="http://schemas.microsoft.com/office/drawing/2014/main" id="{FEB74377-58EF-4071-BD04-A17486EC85F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4" name="shape-1050">
            <a:extLst>
              <a:ext uri="{FF2B5EF4-FFF2-40B4-BE49-F238E27FC236}">
                <a16:creationId xmlns:a16="http://schemas.microsoft.com/office/drawing/2014/main" id="{62AB2F86-6F6E-4149-8EE8-1020D52D29B0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R1,RevLoop</a:t>
            </a:r>
          </a:p>
        </p:txBody>
      </p:sp>
      <p:sp>
        <p:nvSpPr>
          <p:cNvPr id="45" name="shape-1051">
            <a:extLst>
              <a:ext uri="{FF2B5EF4-FFF2-40B4-BE49-F238E27FC236}">
                <a16:creationId xmlns:a16="http://schemas.microsoft.com/office/drawing/2014/main" id="{936F5F18-29B7-426D-814B-A218252D6A78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ReopenState</a:t>
            </a:r>
          </a:p>
        </p:txBody>
      </p:sp>
      <p:sp>
        <p:nvSpPr>
          <p:cNvPr id="46" name="shape-1052">
            <a:extLst>
              <a:ext uri="{FF2B5EF4-FFF2-40B4-BE49-F238E27FC236}">
                <a16:creationId xmlns:a16="http://schemas.microsoft.com/office/drawing/2014/main" id="{53A7E007-636C-4557-80DA-926476619862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RevFault:</a:t>
            </a:r>
          </a:p>
        </p:txBody>
      </p:sp>
      <p:sp>
        <p:nvSpPr>
          <p:cNvPr id="47" name="shape-1053">
            <a:extLst>
              <a:ext uri="{FF2B5EF4-FFF2-40B4-BE49-F238E27FC236}">
                <a16:creationId xmlns:a16="http://schemas.microsoft.com/office/drawing/2014/main" id="{7EED35C4-592F-47AD-BA08-0ED304068B95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8" name="shape-1054">
            <a:extLst>
              <a:ext uri="{FF2B5EF4-FFF2-40B4-BE49-F238E27FC236}">
                <a16:creationId xmlns:a16="http://schemas.microsoft.com/office/drawing/2014/main" id="{919EA1F4-51D5-4D00-BD5E-810A70703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FFBEB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1055">
            <a:extLst>
              <a:ext uri="{FF2B5EF4-FFF2-40B4-BE49-F238E27FC236}">
                <a16:creationId xmlns:a16="http://schemas.microsoft.com/office/drawing/2014/main" id="{3C4CD3B3-7FF8-4539-8A8B-4D5CF6B3F2F5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0" name="shape-1056">
            <a:extLst>
              <a:ext uri="{FF2B5EF4-FFF2-40B4-BE49-F238E27FC236}">
                <a16:creationId xmlns:a16="http://schemas.microsoft.com/office/drawing/2014/main" id="{5D76508D-B35E-46C7-9950-120969B74E4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R1,#10</a:t>
            </a:r>
          </a:p>
        </p:txBody>
      </p:sp>
      <p:sp>
        <p:nvSpPr>
          <p:cNvPr id="51" name="shape-1057">
            <a:extLst>
              <a:ext uri="{FF2B5EF4-FFF2-40B4-BE49-F238E27FC236}">
                <a16:creationId xmlns:a16="http://schemas.microsoft.com/office/drawing/2014/main" id="{91CD5111-5ECC-42DA-ACEB-563FB4A7D83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10 × 20 ms = 200 ms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ระหว่างรอยังตรวจ E-stop</a:t>
            </a:r>
          </a:p>
        </p:txBody>
      </p:sp>
      <p:sp>
        <p:nvSpPr>
          <p:cNvPr id="52" name="shape-1058">
            <a:extLst>
              <a:ext uri="{FF2B5EF4-FFF2-40B4-BE49-F238E27FC236}">
                <a16:creationId xmlns:a16="http://schemas.microsoft.com/office/drawing/2014/main" id="{8BD32BDD-6CED-46C0-9E07-EDC88DA5757B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  EN = 0</a:t>
            </a:r>
          </a:p>
        </p:txBody>
      </p:sp>
      <p:sp>
        <p:nvSpPr>
          <p:cNvPr id="53" name="shape-1059">
            <a:extLst>
              <a:ext uri="{FF2B5EF4-FFF2-40B4-BE49-F238E27FC236}">
                <a16:creationId xmlns:a16="http://schemas.microsoft.com/office/drawing/2014/main" id="{9EEFDB5D-AD62-4729-A4FF-A11369749896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 ไม่ใช่เบรกกลไก</a:t>
            </a:r>
          </a:p>
        </p:txBody>
      </p:sp>
      <p:sp>
        <p:nvSpPr>
          <p:cNvPr id="54" name="shape-1060">
            <a:extLst>
              <a:ext uri="{FF2B5EF4-FFF2-40B4-BE49-F238E27FC236}">
                <a16:creationId xmlns:a16="http://schemas.microsoft.com/office/drawing/2014/main" id="{21720212-64B1-4713-B132-3160A032982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5" name="shape-1061">
            <a:extLst>
              <a:ext uri="{FF2B5EF4-FFF2-40B4-BE49-F238E27FC236}">
                <a16:creationId xmlns:a16="http://schemas.microsoft.com/office/drawing/2014/main" id="{204526FB-D5E4-4F8E-9F81-63518A573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1062">
            <a:extLst>
              <a:ext uri="{FF2B5EF4-FFF2-40B4-BE49-F238E27FC236}">
                <a16:creationId xmlns:a16="http://schemas.microsoft.com/office/drawing/2014/main" id="{2BA59BA8-D78F-4D0C-A218-C5B012D0CE23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57" name="shape-1063">
            <a:extLst>
              <a:ext uri="{FF2B5EF4-FFF2-40B4-BE49-F238E27FC236}">
                <a16:creationId xmlns:a16="http://schemas.microsoft.com/office/drawing/2014/main" id="{3971470F-BCFD-4E9C-BD0F-F5D4379087D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58" name="shape-1064">
            <a:extLst>
              <a:ext uri="{FF2B5EF4-FFF2-40B4-BE49-F238E27FC236}">
                <a16:creationId xmlns:a16="http://schemas.microsoft.com/office/drawing/2014/main" id="{E5025214-3356-4C9B-985D-F9E414DC0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065">
            <a:extLst>
              <a:ext uri="{FF2B5EF4-FFF2-40B4-BE49-F238E27FC236}">
                <a16:creationId xmlns:a16="http://schemas.microsoft.com/office/drawing/2014/main" id="{2B0CFAD2-0B81-4AB5-88FD-758A92A63B40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1066">
            <a:extLst>
              <a:ext uri="{FF2B5EF4-FFF2-40B4-BE49-F238E27FC236}">
                <a16:creationId xmlns:a16="http://schemas.microsoft.com/office/drawing/2014/main" id="{9A2655ED-5791-42F6-A819-0B6D514D8F8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1" name="shape-1067">
            <a:extLst>
              <a:ext uri="{FF2B5EF4-FFF2-40B4-BE49-F238E27FC236}">
                <a16:creationId xmlns:a16="http://schemas.microsoft.com/office/drawing/2014/main" id="{430A42D2-27D8-4A80-9920-E8B753B9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068">
            <a:extLst>
              <a:ext uri="{FF2B5EF4-FFF2-40B4-BE49-F238E27FC236}">
                <a16:creationId xmlns:a16="http://schemas.microsoft.com/office/drawing/2014/main" id="{975DA152-87CE-4CA1-B0A4-07CBCE0E2D5A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069">
            <a:extLst>
              <a:ext uri="{FF2B5EF4-FFF2-40B4-BE49-F238E27FC236}">
                <a16:creationId xmlns:a16="http://schemas.microsoft.com/office/drawing/2014/main" id="{406E97DF-C6FF-4313-9550-A84DB5B7FD9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4" name="shape-1070">
            <a:extLst>
              <a:ext uri="{FF2B5EF4-FFF2-40B4-BE49-F238E27FC236}">
                <a16:creationId xmlns:a16="http://schemas.microsoft.com/office/drawing/2014/main" id="{0D0B39BB-70BA-4B11-B98B-1AE635114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071">
            <a:extLst>
              <a:ext uri="{FF2B5EF4-FFF2-40B4-BE49-F238E27FC236}">
                <a16:creationId xmlns:a16="http://schemas.microsoft.com/office/drawing/2014/main" id="{6FFF30FF-6923-464D-8C75-65F15437DE41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1072">
            <a:extLst>
              <a:ext uri="{FF2B5EF4-FFF2-40B4-BE49-F238E27FC236}">
                <a16:creationId xmlns:a16="http://schemas.microsoft.com/office/drawing/2014/main" id="{2B2F7397-F40B-4304-A43B-AE4A39E791C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7" name="shape-1073">
            <a:extLst>
              <a:ext uri="{FF2B5EF4-FFF2-40B4-BE49-F238E27FC236}">
                <a16:creationId xmlns:a16="http://schemas.microsoft.com/office/drawing/2014/main" id="{186EAF06-D7D7-4F13-9F2F-484D8BA1D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074">
            <a:extLst>
              <a:ext uri="{FF2B5EF4-FFF2-40B4-BE49-F238E27FC236}">
                <a16:creationId xmlns:a16="http://schemas.microsoft.com/office/drawing/2014/main" id="{2EB7985A-4486-4FBD-A3D3-123CE5AEBB9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1075">
            <a:extLst>
              <a:ext uri="{FF2B5EF4-FFF2-40B4-BE49-F238E27FC236}">
                <a16:creationId xmlns:a16="http://schemas.microsoft.com/office/drawing/2014/main" id="{629C482F-1346-495D-9689-6FABA4F588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0" name="shape-1076">
            <a:extLst>
              <a:ext uri="{FF2B5EF4-FFF2-40B4-BE49-F238E27FC236}">
                <a16:creationId xmlns:a16="http://schemas.microsoft.com/office/drawing/2014/main" id="{A8628823-1E18-4137-9C8E-2E15DA2A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077">
            <a:extLst>
              <a:ext uri="{FF2B5EF4-FFF2-40B4-BE49-F238E27FC236}">
                <a16:creationId xmlns:a16="http://schemas.microsoft.com/office/drawing/2014/main" id="{454A55F1-0EA9-45F2-ACD5-F5CB7B9EE46D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078">
            <a:extLst>
              <a:ext uri="{FF2B5EF4-FFF2-40B4-BE49-F238E27FC236}">
                <a16:creationId xmlns:a16="http://schemas.microsoft.com/office/drawing/2014/main" id="{24759419-E066-4A0B-B2DC-46B6E863C4C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3" name="shape-1079">
            <a:extLst>
              <a:ext uri="{FF2B5EF4-FFF2-40B4-BE49-F238E27FC236}">
                <a16:creationId xmlns:a16="http://schemas.microsoft.com/office/drawing/2014/main" id="{A8D03560-6FAE-4E89-BCDE-E3A16138C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080">
            <a:extLst>
              <a:ext uri="{FF2B5EF4-FFF2-40B4-BE49-F238E27FC236}">
                <a16:creationId xmlns:a16="http://schemas.microsoft.com/office/drawing/2014/main" id="{BD386FE1-7721-444F-B207-EB7D70F415E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081">
            <a:extLst>
              <a:ext uri="{FF2B5EF4-FFF2-40B4-BE49-F238E27FC236}">
                <a16:creationId xmlns:a16="http://schemas.microsoft.com/office/drawing/2014/main" id="{D656E0D6-09DB-4B08-A180-D8E5E663A6DD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6" name="shape-1082">
            <a:extLst>
              <a:ext uri="{FF2B5EF4-FFF2-40B4-BE49-F238E27FC236}">
                <a16:creationId xmlns:a16="http://schemas.microsoft.com/office/drawing/2014/main" id="{531A865F-D5C2-44EB-91B5-F78C43D7A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083">
            <a:extLst>
              <a:ext uri="{FF2B5EF4-FFF2-40B4-BE49-F238E27FC236}">
                <a16:creationId xmlns:a16="http://schemas.microsoft.com/office/drawing/2014/main" id="{664DD507-672B-4AFF-A2F9-6F03276296D3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084">
            <a:extLst>
              <a:ext uri="{FF2B5EF4-FFF2-40B4-BE49-F238E27FC236}">
                <a16:creationId xmlns:a16="http://schemas.microsoft.com/office/drawing/2014/main" id="{9FA2C622-3151-406C-9DAE-BB9E5D48A685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79" name="shape-1085">
            <a:extLst>
              <a:ext uri="{FF2B5EF4-FFF2-40B4-BE49-F238E27FC236}">
                <a16:creationId xmlns:a16="http://schemas.microsoft.com/office/drawing/2014/main" id="{C04CB8D6-A609-4D69-9309-D1BCA40556C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0" name="shape-1086">
            <a:extLst>
              <a:ext uri="{FF2B5EF4-FFF2-40B4-BE49-F238E27FC236}">
                <a16:creationId xmlns:a16="http://schemas.microsoft.com/office/drawing/2014/main" id="{4FCEE5C3-6B15-4E7C-AC7E-CC7ABEAC5665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1" name="shape-1087">
            <a:extLst>
              <a:ext uri="{FF2B5EF4-FFF2-40B4-BE49-F238E27FC236}">
                <a16:creationId xmlns:a16="http://schemas.microsoft.com/office/drawing/2014/main" id="{7145FB47-6074-4233-B0DE-D8564B439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1088">
            <a:extLst>
              <a:ext uri="{FF2B5EF4-FFF2-40B4-BE49-F238E27FC236}">
                <a16:creationId xmlns:a16="http://schemas.microsoft.com/office/drawing/2014/main" id="{C45E350B-6C30-4E17-BFAC-CA07DE65BABD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1089">
            <a:extLst>
              <a:ext uri="{FF2B5EF4-FFF2-40B4-BE49-F238E27FC236}">
                <a16:creationId xmlns:a16="http://schemas.microsoft.com/office/drawing/2014/main" id="{B90567AA-19DD-4605-9E6E-937B93C598FA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4" name="shape-1090">
            <a:extLst>
              <a:ext uri="{FF2B5EF4-FFF2-40B4-BE49-F238E27FC236}">
                <a16:creationId xmlns:a16="http://schemas.microsoft.com/office/drawing/2014/main" id="{339150C8-AA4F-4BFE-A512-1374EA38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091">
            <a:extLst>
              <a:ext uri="{FF2B5EF4-FFF2-40B4-BE49-F238E27FC236}">
                <a16:creationId xmlns:a16="http://schemas.microsoft.com/office/drawing/2014/main" id="{F8ED3A48-4F70-43E0-943D-C04E73586604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092">
            <a:extLst>
              <a:ext uri="{FF2B5EF4-FFF2-40B4-BE49-F238E27FC236}">
                <a16:creationId xmlns:a16="http://schemas.microsoft.com/office/drawing/2014/main" id="{65B86BC1-EFB6-4B98-847C-254B8458A981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7" name="shape-1093">
            <a:extLst>
              <a:ext uri="{FF2B5EF4-FFF2-40B4-BE49-F238E27FC236}">
                <a16:creationId xmlns:a16="http://schemas.microsoft.com/office/drawing/2014/main" id="{D22B7BF7-0E26-4C1B-AC59-CDD49C38C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094">
            <a:extLst>
              <a:ext uri="{FF2B5EF4-FFF2-40B4-BE49-F238E27FC236}">
                <a16:creationId xmlns:a16="http://schemas.microsoft.com/office/drawing/2014/main" id="{DB518BF4-1E0E-49E7-B0EC-1339AECFA2B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095">
            <a:extLst>
              <a:ext uri="{FF2B5EF4-FFF2-40B4-BE49-F238E27FC236}">
                <a16:creationId xmlns:a16="http://schemas.microsoft.com/office/drawing/2014/main" id="{F3A05804-EFDD-457B-975A-A1E77586CB29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0" name="shape-1096">
            <a:extLst>
              <a:ext uri="{FF2B5EF4-FFF2-40B4-BE49-F238E27FC236}">
                <a16:creationId xmlns:a16="http://schemas.microsoft.com/office/drawing/2014/main" id="{FB442D3B-689C-447F-A3A2-6EBACD821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097">
            <a:extLst>
              <a:ext uri="{FF2B5EF4-FFF2-40B4-BE49-F238E27FC236}">
                <a16:creationId xmlns:a16="http://schemas.microsoft.com/office/drawing/2014/main" id="{BB04E883-9F4E-4783-BF73-92FEBAF42C8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098">
            <a:extLst>
              <a:ext uri="{FF2B5EF4-FFF2-40B4-BE49-F238E27FC236}">
                <a16:creationId xmlns:a16="http://schemas.microsoft.com/office/drawing/2014/main" id="{92A73441-CDD9-482D-A78D-D2226A678DE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3" name="shape-1099">
            <a:extLst>
              <a:ext uri="{FF2B5EF4-FFF2-40B4-BE49-F238E27FC236}">
                <a16:creationId xmlns:a16="http://schemas.microsoft.com/office/drawing/2014/main" id="{F98BF903-52FC-4D4C-AE80-0D6CED63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100">
            <a:extLst>
              <a:ext uri="{FF2B5EF4-FFF2-40B4-BE49-F238E27FC236}">
                <a16:creationId xmlns:a16="http://schemas.microsoft.com/office/drawing/2014/main" id="{DAE47F5A-A2C4-4A81-A200-B45CFE6BC54F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101">
            <a:extLst>
              <a:ext uri="{FF2B5EF4-FFF2-40B4-BE49-F238E27FC236}">
                <a16:creationId xmlns:a16="http://schemas.microsoft.com/office/drawing/2014/main" id="{82AE3785-4A43-4A7A-A867-B5A726E07189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6" name="shape-1102">
            <a:extLst>
              <a:ext uri="{FF2B5EF4-FFF2-40B4-BE49-F238E27FC236}">
                <a16:creationId xmlns:a16="http://schemas.microsoft.com/office/drawing/2014/main" id="{E0668A99-7B54-494A-AF1B-1BBE6E747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103">
            <a:extLst>
              <a:ext uri="{FF2B5EF4-FFF2-40B4-BE49-F238E27FC236}">
                <a16:creationId xmlns:a16="http://schemas.microsoft.com/office/drawing/2014/main" id="{329421B0-688F-4D33-90E5-29A61AF33529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104">
            <a:extLst>
              <a:ext uri="{FF2B5EF4-FFF2-40B4-BE49-F238E27FC236}">
                <a16:creationId xmlns:a16="http://schemas.microsoft.com/office/drawing/2014/main" id="{E9000FDC-AA36-4377-970F-3E5535530963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9" name="shape-1105">
            <a:extLst>
              <a:ext uri="{FF2B5EF4-FFF2-40B4-BE49-F238E27FC236}">
                <a16:creationId xmlns:a16="http://schemas.microsoft.com/office/drawing/2014/main" id="{5CFA0641-7005-4B46-895E-62DDD346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106">
            <a:extLst>
              <a:ext uri="{FF2B5EF4-FFF2-40B4-BE49-F238E27FC236}">
                <a16:creationId xmlns:a16="http://schemas.microsoft.com/office/drawing/2014/main" id="{B443F48B-78FB-46D7-8E6C-0745405C8CD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107">
            <a:extLst>
              <a:ext uri="{FF2B5EF4-FFF2-40B4-BE49-F238E27FC236}">
                <a16:creationId xmlns:a16="http://schemas.microsoft.com/office/drawing/2014/main" id="{CD99609F-429A-4A1B-BB7C-169E7F1A83F7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2" name="shape-1108">
            <a:extLst>
              <a:ext uri="{FF2B5EF4-FFF2-40B4-BE49-F238E27FC236}">
                <a16:creationId xmlns:a16="http://schemas.microsoft.com/office/drawing/2014/main" id="{A19CA69E-C6EF-479E-8C60-A67180044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109">
            <a:extLst>
              <a:ext uri="{FF2B5EF4-FFF2-40B4-BE49-F238E27FC236}">
                <a16:creationId xmlns:a16="http://schemas.microsoft.com/office/drawing/2014/main" id="{D4164B20-9E8B-4C84-8358-CD7E23414D03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110">
            <a:extLst>
              <a:ext uri="{FF2B5EF4-FFF2-40B4-BE49-F238E27FC236}">
                <a16:creationId xmlns:a16="http://schemas.microsoft.com/office/drawing/2014/main" id="{4FE24675-53D5-48DF-87AC-DB965851614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5" name="shape-1111">
            <a:extLst>
              <a:ext uri="{FF2B5EF4-FFF2-40B4-BE49-F238E27FC236}">
                <a16:creationId xmlns:a16="http://schemas.microsoft.com/office/drawing/2014/main" id="{6E84CCE8-6B24-4680-9573-5D368D903B64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03720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112">
            <a:extLst>
              <a:ext uri="{FF2B5EF4-FFF2-40B4-BE49-F238E27FC236}">
                <a16:creationId xmlns:a16="http://schemas.microsoft.com/office/drawing/2014/main" id="{039B087A-AD21-4D84-87DD-26DD4FA0E883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ประตูเปิดกลับ</a:t>
            </a:r>
          </a:p>
        </p:txBody>
      </p:sp>
      <p:sp>
        <p:nvSpPr>
          <p:cNvPr id="2" name="shape-1113">
            <a:extLst>
              <a:ext uri="{FF2B5EF4-FFF2-40B4-BE49-F238E27FC236}">
                <a16:creationId xmlns:a16="http://schemas.microsoft.com/office/drawing/2014/main" id="{7436B2EA-D542-4945-A7D2-68CC5C3B83F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REOPEN ในเฟิร์มแวร์ฉบับสอน</a:t>
            </a:r>
          </a:p>
        </p:txBody>
      </p:sp>
      <p:sp>
        <p:nvSpPr>
          <p:cNvPr id="3" name="shape-1114">
            <a:extLst>
              <a:ext uri="{FF2B5EF4-FFF2-40B4-BE49-F238E27FC236}">
                <a16:creationId xmlns:a16="http://schemas.microsoft.com/office/drawing/2014/main" id="{0A094E22-B6D9-405A-BCDF-99E74494B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115">
            <a:extLst>
              <a:ext uri="{FF2B5EF4-FFF2-40B4-BE49-F238E27FC236}">
                <a16:creationId xmlns:a16="http://schemas.microsoft.com/office/drawing/2014/main" id="{EF7F2521-94EE-4817-9F66-334E7C164E5B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shape-1116">
            <a:extLst>
              <a:ext uri="{FF2B5EF4-FFF2-40B4-BE49-F238E27FC236}">
                <a16:creationId xmlns:a16="http://schemas.microsoft.com/office/drawing/2014/main" id="{D23F9F5B-8B03-4790-8314-B67ED8E47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117">
            <a:extLst>
              <a:ext uri="{FF2B5EF4-FFF2-40B4-BE49-F238E27FC236}">
                <a16:creationId xmlns:a16="http://schemas.microsoft.com/office/drawing/2014/main" id="{906ACED1-CC3C-4EAC-92ED-5AC922D09409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118">
            <a:extLst>
              <a:ext uri="{FF2B5EF4-FFF2-40B4-BE49-F238E27FC236}">
                <a16:creationId xmlns:a16="http://schemas.microsoft.com/office/drawing/2014/main" id="{666179AF-73DE-4BCC-95A8-7CAD152F5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119">
            <a:extLst>
              <a:ext uri="{FF2B5EF4-FFF2-40B4-BE49-F238E27FC236}">
                <a16:creationId xmlns:a16="http://schemas.microsoft.com/office/drawing/2014/main" id="{F7E0EB5F-4A7C-40C2-9B55-78F01DC20412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120">
            <a:extLst>
              <a:ext uri="{FF2B5EF4-FFF2-40B4-BE49-F238E27FC236}">
                <a16:creationId xmlns:a16="http://schemas.microsoft.com/office/drawing/2014/main" id="{9946897D-869D-4DFE-ABD5-CE6801800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121">
            <a:extLst>
              <a:ext uri="{FF2B5EF4-FFF2-40B4-BE49-F238E27FC236}">
                <a16:creationId xmlns:a16="http://schemas.microsoft.com/office/drawing/2014/main" id="{561CD8A2-0D94-4AD2-8A82-45F58F67E751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122">
            <a:extLst>
              <a:ext uri="{FF2B5EF4-FFF2-40B4-BE49-F238E27FC236}">
                <a16:creationId xmlns:a16="http://schemas.microsoft.com/office/drawing/2014/main" id="{541CB288-F4CE-4E7D-9FAB-379637DB1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123">
            <a:extLst>
              <a:ext uri="{FF2B5EF4-FFF2-40B4-BE49-F238E27FC236}">
                <a16:creationId xmlns:a16="http://schemas.microsoft.com/office/drawing/2014/main" id="{905EE2B0-7BAA-4419-8128-8A7799FC1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124">
            <a:extLst>
              <a:ext uri="{FF2B5EF4-FFF2-40B4-BE49-F238E27FC236}">
                <a16:creationId xmlns:a16="http://schemas.microsoft.com/office/drawing/2014/main" id="{74EE2D8D-1BE2-46AC-A584-3A36849ED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25">
            <a:extLst>
              <a:ext uri="{FF2B5EF4-FFF2-40B4-BE49-F238E27FC236}">
                <a16:creationId xmlns:a16="http://schemas.microsoft.com/office/drawing/2014/main" id="{EC0DC2A9-B8D2-4D8C-ADA5-0433A935CCFF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126">
            <a:extLst>
              <a:ext uri="{FF2B5EF4-FFF2-40B4-BE49-F238E27FC236}">
                <a16:creationId xmlns:a16="http://schemas.microsoft.com/office/drawing/2014/main" id="{0C16FF43-4A21-4C7E-BB86-5B8031DDA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127">
            <a:extLst>
              <a:ext uri="{FF2B5EF4-FFF2-40B4-BE49-F238E27FC236}">
                <a16:creationId xmlns:a16="http://schemas.microsoft.com/office/drawing/2014/main" id="{41320656-84A5-4C2D-9C96-27271C76DB2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128">
            <a:extLst>
              <a:ext uri="{FF2B5EF4-FFF2-40B4-BE49-F238E27FC236}">
                <a16:creationId xmlns:a16="http://schemas.microsoft.com/office/drawing/2014/main" id="{F724486E-1254-421B-B7E5-635507F64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129">
            <a:extLst>
              <a:ext uri="{FF2B5EF4-FFF2-40B4-BE49-F238E27FC236}">
                <a16:creationId xmlns:a16="http://schemas.microsoft.com/office/drawing/2014/main" id="{3774DAA2-DCCA-4283-B4AF-EE8175D3E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62674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130">
            <a:extLst>
              <a:ext uri="{FF2B5EF4-FFF2-40B4-BE49-F238E27FC236}">
                <a16:creationId xmlns:a16="http://schemas.microsoft.com/office/drawing/2014/main" id="{A89619EF-0AFA-4F9D-AEEA-8B515201814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131">
            <a:extLst>
              <a:ext uri="{FF2B5EF4-FFF2-40B4-BE49-F238E27FC236}">
                <a16:creationId xmlns:a16="http://schemas.microsoft.com/office/drawing/2014/main" id="{9B1DE1F1-FDE2-4740-A3F1-6CA5A2C79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132">
            <a:extLst>
              <a:ext uri="{FF2B5EF4-FFF2-40B4-BE49-F238E27FC236}">
                <a16:creationId xmlns:a16="http://schemas.microsoft.com/office/drawing/2014/main" id="{276ACD99-886C-49A3-B67C-620754040455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133">
            <a:extLst>
              <a:ext uri="{FF2B5EF4-FFF2-40B4-BE49-F238E27FC236}">
                <a16:creationId xmlns:a16="http://schemas.microsoft.com/office/drawing/2014/main" id="{2E9A2E12-E43C-4A3D-83F9-95EBBA18A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134">
            <a:extLst>
              <a:ext uri="{FF2B5EF4-FFF2-40B4-BE49-F238E27FC236}">
                <a16:creationId xmlns:a16="http://schemas.microsoft.com/office/drawing/2014/main" id="{2E55CDD7-DC6B-44D3-9820-8A6741DE3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135">
            <a:extLst>
              <a:ext uri="{FF2B5EF4-FFF2-40B4-BE49-F238E27FC236}">
                <a16:creationId xmlns:a16="http://schemas.microsoft.com/office/drawing/2014/main" id="{B86F5550-0D79-444C-B83D-7988B2A02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136">
            <a:extLst>
              <a:ext uri="{FF2B5EF4-FFF2-40B4-BE49-F238E27FC236}">
                <a16:creationId xmlns:a16="http://schemas.microsoft.com/office/drawing/2014/main" id="{B12631CB-A8D6-411B-8CB4-85CFDC24B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137">
            <a:extLst>
              <a:ext uri="{FF2B5EF4-FFF2-40B4-BE49-F238E27FC236}">
                <a16:creationId xmlns:a16="http://schemas.microsoft.com/office/drawing/2014/main" id="{691A2D12-572F-473D-9325-7B874F22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138">
            <a:extLst>
              <a:ext uri="{FF2B5EF4-FFF2-40B4-BE49-F238E27FC236}">
                <a16:creationId xmlns:a16="http://schemas.microsoft.com/office/drawing/2014/main" id="{7EAF29DB-1884-4A3E-94AA-CCB09EC46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139">
            <a:extLst>
              <a:ext uri="{FF2B5EF4-FFF2-40B4-BE49-F238E27FC236}">
                <a16:creationId xmlns:a16="http://schemas.microsoft.com/office/drawing/2014/main" id="{9B2ECD9F-9B7C-4171-A9E5-2E49B5B91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140">
            <a:extLst>
              <a:ext uri="{FF2B5EF4-FFF2-40B4-BE49-F238E27FC236}">
                <a16:creationId xmlns:a16="http://schemas.microsoft.com/office/drawing/2014/main" id="{EA76D7E2-995F-4E45-88D1-4F82AE40C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141">
            <a:extLst>
              <a:ext uri="{FF2B5EF4-FFF2-40B4-BE49-F238E27FC236}">
                <a16:creationId xmlns:a16="http://schemas.microsoft.com/office/drawing/2014/main" id="{839A4FA3-F8CB-46F5-B672-94B5165AFE9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142">
            <a:extLst>
              <a:ext uri="{FF2B5EF4-FFF2-40B4-BE49-F238E27FC236}">
                <a16:creationId xmlns:a16="http://schemas.microsoft.com/office/drawing/2014/main" id="{5AEC09C3-330F-42F9-AABF-6C6FEEBF9B26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FEH    P1 = 69H</a:t>
            </a:r>
          </a:p>
        </p:txBody>
      </p:sp>
      <p:sp>
        <p:nvSpPr>
          <p:cNvPr id="32" name="shape-1143">
            <a:extLst>
              <a:ext uri="{FF2B5EF4-FFF2-40B4-BE49-F238E27FC236}">
                <a16:creationId xmlns:a16="http://schemas.microsoft.com/office/drawing/2014/main" id="{8F3E36A5-48FA-46B3-A9E8-06C1D320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144">
            <a:extLst>
              <a:ext uri="{FF2B5EF4-FFF2-40B4-BE49-F238E27FC236}">
                <a16:creationId xmlns:a16="http://schemas.microsoft.com/office/drawing/2014/main" id="{E05B8179-4D8B-4924-B484-8BC8F398CB6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145">
            <a:extLst>
              <a:ext uri="{FF2B5EF4-FFF2-40B4-BE49-F238E27FC236}">
                <a16:creationId xmlns:a16="http://schemas.microsoft.com/office/drawing/2014/main" id="{AFE42361-0BA2-4885-B33D-C483F0E4950E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ReopenState:</a:t>
            </a:r>
          </a:p>
        </p:txBody>
      </p:sp>
      <p:sp>
        <p:nvSpPr>
          <p:cNvPr id="35" name="shape-1146">
            <a:extLst>
              <a:ext uri="{FF2B5EF4-FFF2-40B4-BE49-F238E27FC236}">
                <a16:creationId xmlns:a16="http://schemas.microsoft.com/office/drawing/2014/main" id="{B1C3B97C-43B7-4454-8721-DFFD980F61C8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1147">
            <a:extLst>
              <a:ext uri="{FF2B5EF4-FFF2-40B4-BE49-F238E27FC236}">
                <a16:creationId xmlns:a16="http://schemas.microsoft.com/office/drawing/2014/main" id="{B3909EA2-FDDE-47E6-A22C-887467BF2FA4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P0,#0FEH</a:t>
            </a:r>
          </a:p>
        </p:txBody>
      </p:sp>
      <p:sp>
        <p:nvSpPr>
          <p:cNvPr id="37" name="shape-1148">
            <a:extLst>
              <a:ext uri="{FF2B5EF4-FFF2-40B4-BE49-F238E27FC236}">
                <a16:creationId xmlns:a16="http://schemas.microsoft.com/office/drawing/2014/main" id="{775B0095-57C7-4B20-BE4C-8048BDBAD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1149">
            <a:extLst>
              <a:ext uri="{FF2B5EF4-FFF2-40B4-BE49-F238E27FC236}">
                <a16:creationId xmlns:a16="http://schemas.microsoft.com/office/drawing/2014/main" id="{AE717A1B-4C0A-4988-8C58-BE3D289D844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P1,#06DH</a:t>
            </a:r>
          </a:p>
        </p:txBody>
      </p:sp>
      <p:sp>
        <p:nvSpPr>
          <p:cNvPr id="39" name="shape-1150">
            <a:extLst>
              <a:ext uri="{FF2B5EF4-FFF2-40B4-BE49-F238E27FC236}">
                <a16:creationId xmlns:a16="http://schemas.microsoft.com/office/drawing/2014/main" id="{155D17B0-4E44-4288-AB46-8A125D06C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151">
            <a:extLst>
              <a:ext uri="{FF2B5EF4-FFF2-40B4-BE49-F238E27FC236}">
                <a16:creationId xmlns:a16="http://schemas.microsoft.com/office/drawing/2014/main" id="{628C9E89-2D82-4ECB-BFBA-0AA323DC1813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P1,#069H</a:t>
            </a:r>
          </a:p>
        </p:txBody>
      </p:sp>
      <p:sp>
        <p:nvSpPr>
          <p:cNvPr id="41" name="shape-1152">
            <a:extLst>
              <a:ext uri="{FF2B5EF4-FFF2-40B4-BE49-F238E27FC236}">
                <a16:creationId xmlns:a16="http://schemas.microsoft.com/office/drawing/2014/main" id="{611286BC-A5FB-4085-9ECF-1648449D66A6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1153">
            <a:extLst>
              <a:ext uri="{FF2B5EF4-FFF2-40B4-BE49-F238E27FC236}">
                <a16:creationId xmlns:a16="http://schemas.microsoft.com/office/drawing/2014/main" id="{BC0AF9DE-1A1E-4173-B831-EE1B1C9B2C0B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ReopenLoop:</a:t>
            </a:r>
          </a:p>
        </p:txBody>
      </p:sp>
      <p:sp>
        <p:nvSpPr>
          <p:cNvPr id="43" name="shape-1154">
            <a:extLst>
              <a:ext uri="{FF2B5EF4-FFF2-40B4-BE49-F238E27FC236}">
                <a16:creationId xmlns:a16="http://schemas.microsoft.com/office/drawing/2014/main" id="{8B76B060-70E7-466F-9F8E-57E6F7CD68CB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P2.7,ReopenFault</a:t>
            </a:r>
          </a:p>
        </p:txBody>
      </p:sp>
      <p:sp>
        <p:nvSpPr>
          <p:cNvPr id="44" name="shape-1155">
            <a:extLst>
              <a:ext uri="{FF2B5EF4-FFF2-40B4-BE49-F238E27FC236}">
                <a16:creationId xmlns:a16="http://schemas.microsoft.com/office/drawing/2014/main" id="{EA711EED-32B9-4DE9-81D7-07EB3FEA7F6F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P2.3,ReopenDone</a:t>
            </a:r>
          </a:p>
        </p:txBody>
      </p:sp>
      <p:sp>
        <p:nvSpPr>
          <p:cNvPr id="45" name="shape-1156">
            <a:extLst>
              <a:ext uri="{FF2B5EF4-FFF2-40B4-BE49-F238E27FC236}">
                <a16:creationId xmlns:a16="http://schemas.microsoft.com/office/drawing/2014/main" id="{DA3CE21D-A825-4D7C-8DCD-F24FD5F8D08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157">
            <a:extLst>
              <a:ext uri="{FF2B5EF4-FFF2-40B4-BE49-F238E27FC236}">
                <a16:creationId xmlns:a16="http://schemas.microsoft.com/office/drawing/2014/main" id="{9807D954-9651-4E2E-B71E-592B271269F9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R1,ReopenLoop</a:t>
            </a:r>
          </a:p>
        </p:txBody>
      </p:sp>
      <p:sp>
        <p:nvSpPr>
          <p:cNvPr id="47" name="shape-1158">
            <a:extLst>
              <a:ext uri="{FF2B5EF4-FFF2-40B4-BE49-F238E27FC236}">
                <a16:creationId xmlns:a16="http://schemas.microsoft.com/office/drawing/2014/main" id="{CC70B043-A437-4D87-9970-22E35074918B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ReopenFault:</a:t>
            </a:r>
          </a:p>
        </p:txBody>
      </p:sp>
      <p:sp>
        <p:nvSpPr>
          <p:cNvPr id="48" name="shape-1159">
            <a:extLst>
              <a:ext uri="{FF2B5EF4-FFF2-40B4-BE49-F238E27FC236}">
                <a16:creationId xmlns:a16="http://schemas.microsoft.com/office/drawing/2014/main" id="{CBCC1C51-24AB-4431-B028-780638668C8A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1160">
            <a:extLst>
              <a:ext uri="{FF2B5EF4-FFF2-40B4-BE49-F238E27FC236}">
                <a16:creationId xmlns:a16="http://schemas.microsoft.com/office/drawing/2014/main" id="{A5C84B84-97B5-460B-9181-A1A38A3577A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ReopenDone:</a:t>
            </a:r>
          </a:p>
        </p:txBody>
      </p:sp>
      <p:sp>
        <p:nvSpPr>
          <p:cNvPr id="50" name="shape-1161">
            <a:extLst>
              <a:ext uri="{FF2B5EF4-FFF2-40B4-BE49-F238E27FC236}">
                <a16:creationId xmlns:a16="http://schemas.microsoft.com/office/drawing/2014/main" id="{90C343AF-F5DC-460F-B0BF-6C954FFA7AA6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1162">
            <a:extLst>
              <a:ext uri="{FF2B5EF4-FFF2-40B4-BE49-F238E27FC236}">
                <a16:creationId xmlns:a16="http://schemas.microsoft.com/office/drawing/2014/main" id="{FD71E50F-E39A-4E22-A0EE-5A26D64F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163">
            <a:extLst>
              <a:ext uri="{FF2B5EF4-FFF2-40B4-BE49-F238E27FC236}">
                <a16:creationId xmlns:a16="http://schemas.microsoft.com/office/drawing/2014/main" id="{46B40086-93AC-45ED-BDD2-F325BA5CC6B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164">
            <a:extLst>
              <a:ext uri="{FF2B5EF4-FFF2-40B4-BE49-F238E27FC236}">
                <a16:creationId xmlns:a16="http://schemas.microsoft.com/office/drawing/2014/main" id="{1DFCF1CA-49DE-49B1-87D5-EEB5CA5E4301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P1,#069H</a:t>
            </a:r>
          </a:p>
        </p:txBody>
      </p:sp>
      <p:sp>
        <p:nvSpPr>
          <p:cNvPr id="54" name="shape-1165">
            <a:extLst>
              <a:ext uri="{FF2B5EF4-FFF2-40B4-BE49-F238E27FC236}">
                <a16:creationId xmlns:a16="http://schemas.microsoft.com/office/drawing/2014/main" id="{B363C07B-DFD2-4C03-A065-22A4F8D60CA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ตั้งทิศเปิดก่อนจ่ายแรงขับ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คงไฟแดงและเสียงเตือน</a:t>
            </a:r>
          </a:p>
        </p:txBody>
      </p:sp>
      <p:sp>
        <p:nvSpPr>
          <p:cNvPr id="55" name="shape-1166">
            <a:extLst>
              <a:ext uri="{FF2B5EF4-FFF2-40B4-BE49-F238E27FC236}">
                <a16:creationId xmlns:a16="http://schemas.microsoft.com/office/drawing/2014/main" id="{63B4DA90-6AE1-4AD8-8D47-F0A9FF43BC7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1167">
            <a:extLst>
              <a:ext uri="{FF2B5EF4-FFF2-40B4-BE49-F238E27FC236}">
                <a16:creationId xmlns:a16="http://schemas.microsoft.com/office/drawing/2014/main" id="{298FAE78-78C4-4A15-8F04-08A3A5FAEA8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ถึง LO แล้วกลับเข้า HOLD</a:t>
            </a:r>
          </a:p>
        </p:txBody>
      </p:sp>
      <p:sp>
        <p:nvSpPr>
          <p:cNvPr id="57" name="shape-1168">
            <a:extLst>
              <a:ext uri="{FF2B5EF4-FFF2-40B4-BE49-F238E27FC236}">
                <a16:creationId xmlns:a16="http://schemas.microsoft.com/office/drawing/2014/main" id="{4781D5F2-E5C6-4B03-ADF3-66B62027B62D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01101001B</a:t>
            </a:r>
          </a:p>
        </p:txBody>
      </p:sp>
      <p:sp>
        <p:nvSpPr>
          <p:cNvPr id="58" name="shape-1169">
            <a:extLst>
              <a:ext uri="{FF2B5EF4-FFF2-40B4-BE49-F238E27FC236}">
                <a16:creationId xmlns:a16="http://schemas.microsoft.com/office/drawing/2014/main" id="{3ED47677-51CB-479A-95F6-B2C122508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170">
            <a:extLst>
              <a:ext uri="{FF2B5EF4-FFF2-40B4-BE49-F238E27FC236}">
                <a16:creationId xmlns:a16="http://schemas.microsoft.com/office/drawing/2014/main" id="{00A962E2-B6D5-4FCF-9FC7-747F8F111A8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171">
            <a:extLst>
              <a:ext uri="{FF2B5EF4-FFF2-40B4-BE49-F238E27FC236}">
                <a16:creationId xmlns:a16="http://schemas.microsoft.com/office/drawing/2014/main" id="{B40FC489-8194-457D-8DFF-6EC713EDA148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172">
            <a:extLst>
              <a:ext uri="{FF2B5EF4-FFF2-40B4-BE49-F238E27FC236}">
                <a16:creationId xmlns:a16="http://schemas.microsoft.com/office/drawing/2014/main" id="{C20A1224-5198-41FD-A983-D70BFED2E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173">
            <a:extLst>
              <a:ext uri="{FF2B5EF4-FFF2-40B4-BE49-F238E27FC236}">
                <a16:creationId xmlns:a16="http://schemas.microsoft.com/office/drawing/2014/main" id="{581276FC-795C-4531-96B2-D5847706A288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174">
            <a:extLst>
              <a:ext uri="{FF2B5EF4-FFF2-40B4-BE49-F238E27FC236}">
                <a16:creationId xmlns:a16="http://schemas.microsoft.com/office/drawing/2014/main" id="{07B05022-9126-4FD4-8DF5-554A97BD68A8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175">
            <a:extLst>
              <a:ext uri="{FF2B5EF4-FFF2-40B4-BE49-F238E27FC236}">
                <a16:creationId xmlns:a16="http://schemas.microsoft.com/office/drawing/2014/main" id="{33C91FB2-9543-4F02-9898-B8DBD78A0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176">
            <a:extLst>
              <a:ext uri="{FF2B5EF4-FFF2-40B4-BE49-F238E27FC236}">
                <a16:creationId xmlns:a16="http://schemas.microsoft.com/office/drawing/2014/main" id="{727192F3-5FB6-4CD0-A293-780DDA4B10F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177">
            <a:extLst>
              <a:ext uri="{FF2B5EF4-FFF2-40B4-BE49-F238E27FC236}">
                <a16:creationId xmlns:a16="http://schemas.microsoft.com/office/drawing/2014/main" id="{D30971B9-0F8B-405F-87D6-2B9819A8DE1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178">
            <a:extLst>
              <a:ext uri="{FF2B5EF4-FFF2-40B4-BE49-F238E27FC236}">
                <a16:creationId xmlns:a16="http://schemas.microsoft.com/office/drawing/2014/main" id="{130E37C5-A709-4CE2-BF5F-DB7BB987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179">
            <a:extLst>
              <a:ext uri="{FF2B5EF4-FFF2-40B4-BE49-F238E27FC236}">
                <a16:creationId xmlns:a16="http://schemas.microsoft.com/office/drawing/2014/main" id="{DFFC839A-6915-4EEF-9B61-6F75B2490135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180">
            <a:extLst>
              <a:ext uri="{FF2B5EF4-FFF2-40B4-BE49-F238E27FC236}">
                <a16:creationId xmlns:a16="http://schemas.microsoft.com/office/drawing/2014/main" id="{3C6C3FC0-7769-45DB-9A5E-9960E152CAB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181">
            <a:extLst>
              <a:ext uri="{FF2B5EF4-FFF2-40B4-BE49-F238E27FC236}">
                <a16:creationId xmlns:a16="http://schemas.microsoft.com/office/drawing/2014/main" id="{55C6C344-1BCD-4AB1-A3FB-6CE8E1690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182">
            <a:extLst>
              <a:ext uri="{FF2B5EF4-FFF2-40B4-BE49-F238E27FC236}">
                <a16:creationId xmlns:a16="http://schemas.microsoft.com/office/drawing/2014/main" id="{2A0F14EF-C7C1-4767-8D92-9AD812DDB7A8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183">
            <a:extLst>
              <a:ext uri="{FF2B5EF4-FFF2-40B4-BE49-F238E27FC236}">
                <a16:creationId xmlns:a16="http://schemas.microsoft.com/office/drawing/2014/main" id="{82D74656-A40D-4DA4-8123-1676CB541B66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184">
            <a:extLst>
              <a:ext uri="{FF2B5EF4-FFF2-40B4-BE49-F238E27FC236}">
                <a16:creationId xmlns:a16="http://schemas.microsoft.com/office/drawing/2014/main" id="{6DE6A2C7-672E-4696-87B1-81E914104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185">
            <a:extLst>
              <a:ext uri="{FF2B5EF4-FFF2-40B4-BE49-F238E27FC236}">
                <a16:creationId xmlns:a16="http://schemas.microsoft.com/office/drawing/2014/main" id="{9E2A783C-E7E6-444A-ADD0-672201D6BBF7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186">
            <a:extLst>
              <a:ext uri="{FF2B5EF4-FFF2-40B4-BE49-F238E27FC236}">
                <a16:creationId xmlns:a16="http://schemas.microsoft.com/office/drawing/2014/main" id="{431EBD25-E266-4E1A-AAFF-26253F3E485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187">
            <a:extLst>
              <a:ext uri="{FF2B5EF4-FFF2-40B4-BE49-F238E27FC236}">
                <a16:creationId xmlns:a16="http://schemas.microsoft.com/office/drawing/2014/main" id="{F09B159F-AE46-4696-8BE5-96C18E799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188">
            <a:extLst>
              <a:ext uri="{FF2B5EF4-FFF2-40B4-BE49-F238E27FC236}">
                <a16:creationId xmlns:a16="http://schemas.microsoft.com/office/drawing/2014/main" id="{DCE086A1-C4A8-4E27-9A0A-CE9910878B2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189">
            <a:extLst>
              <a:ext uri="{FF2B5EF4-FFF2-40B4-BE49-F238E27FC236}">
                <a16:creationId xmlns:a16="http://schemas.microsoft.com/office/drawing/2014/main" id="{0EF83BA6-5EE9-4473-B92C-94490C45959C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190">
            <a:extLst>
              <a:ext uri="{FF2B5EF4-FFF2-40B4-BE49-F238E27FC236}">
                <a16:creationId xmlns:a16="http://schemas.microsoft.com/office/drawing/2014/main" id="{73B2134C-370D-415A-BF8B-59C25F34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191">
            <a:extLst>
              <a:ext uri="{FF2B5EF4-FFF2-40B4-BE49-F238E27FC236}">
                <a16:creationId xmlns:a16="http://schemas.microsoft.com/office/drawing/2014/main" id="{5BC7321B-6AD3-43F9-8E79-F0E5A9EFA382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1192">
            <a:extLst>
              <a:ext uri="{FF2B5EF4-FFF2-40B4-BE49-F238E27FC236}">
                <a16:creationId xmlns:a16="http://schemas.microsoft.com/office/drawing/2014/main" id="{6713ED63-74D6-456A-A96B-8A1EFC07F901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193">
            <a:extLst>
              <a:ext uri="{FF2B5EF4-FFF2-40B4-BE49-F238E27FC236}">
                <a16:creationId xmlns:a16="http://schemas.microsoft.com/office/drawing/2014/main" id="{6E9E0CB8-B99F-40D1-A71F-A251773CFAA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194">
            <a:extLst>
              <a:ext uri="{FF2B5EF4-FFF2-40B4-BE49-F238E27FC236}">
                <a16:creationId xmlns:a16="http://schemas.microsoft.com/office/drawing/2014/main" id="{276E4CA3-AB1F-4329-A998-D4460DEBA7CF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195">
            <a:extLst>
              <a:ext uri="{FF2B5EF4-FFF2-40B4-BE49-F238E27FC236}">
                <a16:creationId xmlns:a16="http://schemas.microsoft.com/office/drawing/2014/main" id="{C9254129-83BB-48C5-8F76-ED0FA722D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196">
            <a:extLst>
              <a:ext uri="{FF2B5EF4-FFF2-40B4-BE49-F238E27FC236}">
                <a16:creationId xmlns:a16="http://schemas.microsoft.com/office/drawing/2014/main" id="{8BB18923-185B-4698-93E8-44BC0CF5688B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197">
            <a:extLst>
              <a:ext uri="{FF2B5EF4-FFF2-40B4-BE49-F238E27FC236}">
                <a16:creationId xmlns:a16="http://schemas.microsoft.com/office/drawing/2014/main" id="{B51CDD5B-D823-469C-ADFB-FE394545084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198">
            <a:extLst>
              <a:ext uri="{FF2B5EF4-FFF2-40B4-BE49-F238E27FC236}">
                <a16:creationId xmlns:a16="http://schemas.microsoft.com/office/drawing/2014/main" id="{95EC060F-5C1D-4643-A124-29D0C37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199">
            <a:extLst>
              <a:ext uri="{FF2B5EF4-FFF2-40B4-BE49-F238E27FC236}">
                <a16:creationId xmlns:a16="http://schemas.microsoft.com/office/drawing/2014/main" id="{8B044F29-8060-4732-A986-E29CBE2D530C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200">
            <a:extLst>
              <a:ext uri="{FF2B5EF4-FFF2-40B4-BE49-F238E27FC236}">
                <a16:creationId xmlns:a16="http://schemas.microsoft.com/office/drawing/2014/main" id="{5D234238-3CE7-49B3-A239-1CEAAC7D5935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201">
            <a:extLst>
              <a:ext uri="{FF2B5EF4-FFF2-40B4-BE49-F238E27FC236}">
                <a16:creationId xmlns:a16="http://schemas.microsoft.com/office/drawing/2014/main" id="{349429EB-5EC9-4971-BD01-4A5927D3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202">
            <a:extLst>
              <a:ext uri="{FF2B5EF4-FFF2-40B4-BE49-F238E27FC236}">
                <a16:creationId xmlns:a16="http://schemas.microsoft.com/office/drawing/2014/main" id="{DA2A0254-BE09-43FD-90BA-8753014F7F8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203">
            <a:extLst>
              <a:ext uri="{FF2B5EF4-FFF2-40B4-BE49-F238E27FC236}">
                <a16:creationId xmlns:a16="http://schemas.microsoft.com/office/drawing/2014/main" id="{361E3EDD-2A3B-4CCC-9D85-D52A1FD2A3E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204">
            <a:extLst>
              <a:ext uri="{FF2B5EF4-FFF2-40B4-BE49-F238E27FC236}">
                <a16:creationId xmlns:a16="http://schemas.microsoft.com/office/drawing/2014/main" id="{86467F29-0B91-4B4B-93CF-AEE2A31C9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205">
            <a:extLst>
              <a:ext uri="{FF2B5EF4-FFF2-40B4-BE49-F238E27FC236}">
                <a16:creationId xmlns:a16="http://schemas.microsoft.com/office/drawing/2014/main" id="{9AD974D4-6567-48F1-B519-E5ACC9B355C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206">
            <a:extLst>
              <a:ext uri="{FF2B5EF4-FFF2-40B4-BE49-F238E27FC236}">
                <a16:creationId xmlns:a16="http://schemas.microsoft.com/office/drawing/2014/main" id="{38AA0D63-2755-46AD-A540-2A0E2F3EFF74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207">
            <a:extLst>
              <a:ext uri="{FF2B5EF4-FFF2-40B4-BE49-F238E27FC236}">
                <a16:creationId xmlns:a16="http://schemas.microsoft.com/office/drawing/2014/main" id="{B9C9027B-8407-411F-8AC8-C77C65907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208">
            <a:extLst>
              <a:ext uri="{FF2B5EF4-FFF2-40B4-BE49-F238E27FC236}">
                <a16:creationId xmlns:a16="http://schemas.microsoft.com/office/drawing/2014/main" id="{BC8C8C29-79C1-4ED5-81E5-D0A84B11F5D5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209">
            <a:extLst>
              <a:ext uri="{FF2B5EF4-FFF2-40B4-BE49-F238E27FC236}">
                <a16:creationId xmlns:a16="http://schemas.microsoft.com/office/drawing/2014/main" id="{DEF2264E-E774-4F47-874B-012FE24EE0A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210">
            <a:extLst>
              <a:ext uri="{FF2B5EF4-FFF2-40B4-BE49-F238E27FC236}">
                <a16:creationId xmlns:a16="http://schemas.microsoft.com/office/drawing/2014/main" id="{6B6D65AA-BAE6-4B92-B8AA-FF1074031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211">
            <a:extLst>
              <a:ext uri="{FF2B5EF4-FFF2-40B4-BE49-F238E27FC236}">
                <a16:creationId xmlns:a16="http://schemas.microsoft.com/office/drawing/2014/main" id="{0634989B-F45A-4C2A-9078-EDCF5A0398B5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212">
            <a:extLst>
              <a:ext uri="{FF2B5EF4-FFF2-40B4-BE49-F238E27FC236}">
                <a16:creationId xmlns:a16="http://schemas.microsoft.com/office/drawing/2014/main" id="{B3CB7E4A-2A17-41E7-93E1-4C5F8ECD2C1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213">
            <a:extLst>
              <a:ext uri="{FF2B5EF4-FFF2-40B4-BE49-F238E27FC236}">
                <a16:creationId xmlns:a16="http://schemas.microsoft.com/office/drawing/2014/main" id="{467F5E7F-D13E-4697-A364-2500E0951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214">
            <a:extLst>
              <a:ext uri="{FF2B5EF4-FFF2-40B4-BE49-F238E27FC236}">
                <a16:creationId xmlns:a16="http://schemas.microsoft.com/office/drawing/2014/main" id="{A3A5FCE7-F6EF-44D5-8A5F-14F04928C8F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215">
            <a:extLst>
              <a:ext uri="{FF2B5EF4-FFF2-40B4-BE49-F238E27FC236}">
                <a16:creationId xmlns:a16="http://schemas.microsoft.com/office/drawing/2014/main" id="{015A8563-09BD-432E-BBEF-D53736995AFD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216">
            <a:extLst>
              <a:ext uri="{FF2B5EF4-FFF2-40B4-BE49-F238E27FC236}">
                <a16:creationId xmlns:a16="http://schemas.microsoft.com/office/drawing/2014/main" id="{883DEC83-EAC4-405B-B353-D5397DCEB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217">
            <a:extLst>
              <a:ext uri="{FF2B5EF4-FFF2-40B4-BE49-F238E27FC236}">
                <a16:creationId xmlns:a16="http://schemas.microsoft.com/office/drawing/2014/main" id="{E6C9DBA5-AA7A-4F8E-8290-0432615211D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218">
            <a:extLst>
              <a:ext uri="{FF2B5EF4-FFF2-40B4-BE49-F238E27FC236}">
                <a16:creationId xmlns:a16="http://schemas.microsoft.com/office/drawing/2014/main" id="{EA3492DD-655C-4852-98C4-1D5A8D80D85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219">
            <a:extLst>
              <a:ext uri="{FF2B5EF4-FFF2-40B4-BE49-F238E27FC236}">
                <a16:creationId xmlns:a16="http://schemas.microsoft.com/office/drawing/2014/main" id="{A319B247-BF9B-4A73-958D-21223BED4C2E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5561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220">
            <a:extLst>
              <a:ext uri="{FF2B5EF4-FFF2-40B4-BE49-F238E27FC236}">
                <a16:creationId xmlns:a16="http://schemas.microsoft.com/office/drawing/2014/main" id="{B686CD49-A081-4D78-B6A5-0D56ADB9A13D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หยุดเมื่อพบความผิดปกติ</a:t>
            </a:r>
          </a:p>
        </p:txBody>
      </p:sp>
      <p:sp>
        <p:nvSpPr>
          <p:cNvPr id="2" name="shape-1221">
            <a:extLst>
              <a:ext uri="{FF2B5EF4-FFF2-40B4-BE49-F238E27FC236}">
                <a16:creationId xmlns:a16="http://schemas.microsoft.com/office/drawing/2014/main" id="{645724CB-0ADC-45FC-8ADA-AC9E8FFB1D2C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FAULT ในเฟิร์มแวร์ฉบับสอน</a:t>
            </a:r>
          </a:p>
        </p:txBody>
      </p:sp>
      <p:sp>
        <p:nvSpPr>
          <p:cNvPr id="3" name="shape-1222">
            <a:extLst>
              <a:ext uri="{FF2B5EF4-FFF2-40B4-BE49-F238E27FC236}">
                <a16:creationId xmlns:a16="http://schemas.microsoft.com/office/drawing/2014/main" id="{6D611F64-53C1-4506-9B14-B51F6DFEA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223">
            <a:extLst>
              <a:ext uri="{FF2B5EF4-FFF2-40B4-BE49-F238E27FC236}">
                <a16:creationId xmlns:a16="http://schemas.microsoft.com/office/drawing/2014/main" id="{6C6D9A20-627B-48F9-8A64-BA3E2F04982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shape-1224">
            <a:extLst>
              <a:ext uri="{FF2B5EF4-FFF2-40B4-BE49-F238E27FC236}">
                <a16:creationId xmlns:a16="http://schemas.microsoft.com/office/drawing/2014/main" id="{C9E4D252-C4AE-457A-9199-6871E83C9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225">
            <a:extLst>
              <a:ext uri="{FF2B5EF4-FFF2-40B4-BE49-F238E27FC236}">
                <a16:creationId xmlns:a16="http://schemas.microsoft.com/office/drawing/2014/main" id="{E15053F4-A039-4870-8C99-AFF41B5EC12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226">
            <a:extLst>
              <a:ext uri="{FF2B5EF4-FFF2-40B4-BE49-F238E27FC236}">
                <a16:creationId xmlns:a16="http://schemas.microsoft.com/office/drawing/2014/main" id="{187CC00E-4981-4724-BA13-4A6D03EBF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227">
            <a:extLst>
              <a:ext uri="{FF2B5EF4-FFF2-40B4-BE49-F238E27FC236}">
                <a16:creationId xmlns:a16="http://schemas.microsoft.com/office/drawing/2014/main" id="{8F404277-3E7B-4080-8C53-3E085D148EB6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228">
            <a:extLst>
              <a:ext uri="{FF2B5EF4-FFF2-40B4-BE49-F238E27FC236}">
                <a16:creationId xmlns:a16="http://schemas.microsoft.com/office/drawing/2014/main" id="{11E73736-4C90-42AB-8C8E-F4C3947BE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229">
            <a:extLst>
              <a:ext uri="{FF2B5EF4-FFF2-40B4-BE49-F238E27FC236}">
                <a16:creationId xmlns:a16="http://schemas.microsoft.com/office/drawing/2014/main" id="{92903E98-BB2F-4195-AF56-567A9C863F3E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230">
            <a:extLst>
              <a:ext uri="{FF2B5EF4-FFF2-40B4-BE49-F238E27FC236}">
                <a16:creationId xmlns:a16="http://schemas.microsoft.com/office/drawing/2014/main" id="{279D101C-0F06-490A-923F-F1BACE4F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231">
            <a:extLst>
              <a:ext uri="{FF2B5EF4-FFF2-40B4-BE49-F238E27FC236}">
                <a16:creationId xmlns:a16="http://schemas.microsoft.com/office/drawing/2014/main" id="{1868DD99-23AE-40A7-AAE7-5FF98BFF5E1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232">
            <a:extLst>
              <a:ext uri="{FF2B5EF4-FFF2-40B4-BE49-F238E27FC236}">
                <a16:creationId xmlns:a16="http://schemas.microsoft.com/office/drawing/2014/main" id="{03017639-5F55-44A5-8C1C-D3F51D725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233">
            <a:extLst>
              <a:ext uri="{FF2B5EF4-FFF2-40B4-BE49-F238E27FC236}">
                <a16:creationId xmlns:a16="http://schemas.microsoft.com/office/drawing/2014/main" id="{AD2292AF-3731-45B1-9111-D6BBA77044C0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234">
            <a:extLst>
              <a:ext uri="{FF2B5EF4-FFF2-40B4-BE49-F238E27FC236}">
                <a16:creationId xmlns:a16="http://schemas.microsoft.com/office/drawing/2014/main" id="{592032C5-4788-4F73-B302-D7F00559A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235">
            <a:extLst>
              <a:ext uri="{FF2B5EF4-FFF2-40B4-BE49-F238E27FC236}">
                <a16:creationId xmlns:a16="http://schemas.microsoft.com/office/drawing/2014/main" id="{C8F7A633-558E-4746-A6CD-29E26CA6B91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236">
            <a:extLst>
              <a:ext uri="{FF2B5EF4-FFF2-40B4-BE49-F238E27FC236}">
                <a16:creationId xmlns:a16="http://schemas.microsoft.com/office/drawing/2014/main" id="{8455F558-1FE0-43C8-B783-C287D5D5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237">
            <a:extLst>
              <a:ext uri="{FF2B5EF4-FFF2-40B4-BE49-F238E27FC236}">
                <a16:creationId xmlns:a16="http://schemas.microsoft.com/office/drawing/2014/main" id="{EF014F86-7A35-4D0B-B1F5-FCF29604658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19" name="shape-1238">
            <a:extLst>
              <a:ext uri="{FF2B5EF4-FFF2-40B4-BE49-F238E27FC236}">
                <a16:creationId xmlns:a16="http://schemas.microsoft.com/office/drawing/2014/main" id="{4FD0BA53-BC41-4178-81BD-C08A56B7F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239">
            <a:extLst>
              <a:ext uri="{FF2B5EF4-FFF2-40B4-BE49-F238E27FC236}">
                <a16:creationId xmlns:a16="http://schemas.microsoft.com/office/drawing/2014/main" id="{1A338789-6B87-4D5E-BF02-7B65F6868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7429500"/>
            <a:ext cx="47625" cy="5905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240">
            <a:extLst>
              <a:ext uri="{FF2B5EF4-FFF2-40B4-BE49-F238E27FC236}">
                <a16:creationId xmlns:a16="http://schemas.microsoft.com/office/drawing/2014/main" id="{25357A3E-115C-407B-8D2F-09630A34017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241">
            <a:extLst>
              <a:ext uri="{FF2B5EF4-FFF2-40B4-BE49-F238E27FC236}">
                <a16:creationId xmlns:a16="http://schemas.microsoft.com/office/drawing/2014/main" id="{124A2BA5-F23B-419C-A0B1-88CDF8ACC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242">
            <a:extLst>
              <a:ext uri="{FF2B5EF4-FFF2-40B4-BE49-F238E27FC236}">
                <a16:creationId xmlns:a16="http://schemas.microsoft.com/office/drawing/2014/main" id="{B94CBC19-2A97-4EA0-BFB9-131158D7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243">
            <a:extLst>
              <a:ext uri="{FF2B5EF4-FFF2-40B4-BE49-F238E27FC236}">
                <a16:creationId xmlns:a16="http://schemas.microsoft.com/office/drawing/2014/main" id="{7A05D958-F932-42FA-9013-B5DB32AC1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244">
            <a:extLst>
              <a:ext uri="{FF2B5EF4-FFF2-40B4-BE49-F238E27FC236}">
                <a16:creationId xmlns:a16="http://schemas.microsoft.com/office/drawing/2014/main" id="{6AA36E1F-F905-4F57-9BF4-22EE10FD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245">
            <a:extLst>
              <a:ext uri="{FF2B5EF4-FFF2-40B4-BE49-F238E27FC236}">
                <a16:creationId xmlns:a16="http://schemas.microsoft.com/office/drawing/2014/main" id="{75C74B82-45EB-4809-BD95-A62F95684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246">
            <a:extLst>
              <a:ext uri="{FF2B5EF4-FFF2-40B4-BE49-F238E27FC236}">
                <a16:creationId xmlns:a16="http://schemas.microsoft.com/office/drawing/2014/main" id="{562417C4-B726-4DBD-B5B4-72F2DCF84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247">
            <a:extLst>
              <a:ext uri="{FF2B5EF4-FFF2-40B4-BE49-F238E27FC236}">
                <a16:creationId xmlns:a16="http://schemas.microsoft.com/office/drawing/2014/main" id="{C300D8B4-F693-4EB3-9943-EF5A0039D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248">
            <a:extLst>
              <a:ext uri="{FF2B5EF4-FFF2-40B4-BE49-F238E27FC236}">
                <a16:creationId xmlns:a16="http://schemas.microsoft.com/office/drawing/2014/main" id="{8CD54346-4F1D-4DB6-8C22-66C1D87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249">
            <a:extLst>
              <a:ext uri="{FF2B5EF4-FFF2-40B4-BE49-F238E27FC236}">
                <a16:creationId xmlns:a16="http://schemas.microsoft.com/office/drawing/2014/main" id="{FD6BF8CB-DA78-4C66-A46D-41B1FD83FAC4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250">
            <a:extLst>
              <a:ext uri="{FF2B5EF4-FFF2-40B4-BE49-F238E27FC236}">
                <a16:creationId xmlns:a16="http://schemas.microsoft.com/office/drawing/2014/main" id="{C11BA1C8-FE35-4421-A243-8C2316BC91AB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FFH    P1 = 6CH</a:t>
            </a:r>
          </a:p>
        </p:txBody>
      </p:sp>
      <p:sp>
        <p:nvSpPr>
          <p:cNvPr id="32" name="shape-1251">
            <a:extLst>
              <a:ext uri="{FF2B5EF4-FFF2-40B4-BE49-F238E27FC236}">
                <a16:creationId xmlns:a16="http://schemas.microsoft.com/office/drawing/2014/main" id="{28964671-C1EB-4EF0-B20F-1FBF7E7FA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324350"/>
          </a:xfrm>
          <a:prstGeom prst="roundRect">
            <a:avLst>
              <a:gd name="adj" fmla="val 3524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252">
            <a:extLst>
              <a:ext uri="{FF2B5EF4-FFF2-40B4-BE49-F238E27FC236}">
                <a16:creationId xmlns:a16="http://schemas.microsoft.com/office/drawing/2014/main" id="{0C4812CD-6398-4176-A8EE-2671E01F2FD8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253">
            <a:extLst>
              <a:ext uri="{FF2B5EF4-FFF2-40B4-BE49-F238E27FC236}">
                <a16:creationId xmlns:a16="http://schemas.microsoft.com/office/drawing/2014/main" id="{CA9A79C5-884C-4DD6-AA87-EA4434E1BF8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FaultState:</a:t>
            </a:r>
          </a:p>
        </p:txBody>
      </p:sp>
      <p:sp>
        <p:nvSpPr>
          <p:cNvPr id="35" name="shape-1254">
            <a:extLst>
              <a:ext uri="{FF2B5EF4-FFF2-40B4-BE49-F238E27FC236}">
                <a16:creationId xmlns:a16="http://schemas.microsoft.com/office/drawing/2014/main" id="{EB55A50B-2B5E-4A83-9B24-58488DD00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255">
            <a:extLst>
              <a:ext uri="{FF2B5EF4-FFF2-40B4-BE49-F238E27FC236}">
                <a16:creationId xmlns:a16="http://schemas.microsoft.com/office/drawing/2014/main" id="{5F2247BD-52F1-4378-B527-BDBA9BE7F8C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256">
            <a:extLst>
              <a:ext uri="{FF2B5EF4-FFF2-40B4-BE49-F238E27FC236}">
                <a16:creationId xmlns:a16="http://schemas.microsoft.com/office/drawing/2014/main" id="{C59F5D53-4BA7-4ACB-8FBA-83E84235C6B2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P0,#0FFH</a:t>
            </a:r>
          </a:p>
        </p:txBody>
      </p:sp>
      <p:sp>
        <p:nvSpPr>
          <p:cNvPr id="38" name="shape-1257">
            <a:extLst>
              <a:ext uri="{FF2B5EF4-FFF2-40B4-BE49-F238E27FC236}">
                <a16:creationId xmlns:a16="http://schemas.microsoft.com/office/drawing/2014/main" id="{C81ACACA-2329-402D-A513-2701836FD0DD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258">
            <a:extLst>
              <a:ext uri="{FF2B5EF4-FFF2-40B4-BE49-F238E27FC236}">
                <a16:creationId xmlns:a16="http://schemas.microsoft.com/office/drawing/2014/main" id="{406621C5-D5DC-4B1C-B4C4-1551BF35C8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FaultRelease:</a:t>
            </a:r>
          </a:p>
        </p:txBody>
      </p:sp>
      <p:sp>
        <p:nvSpPr>
          <p:cNvPr id="40" name="shape-1259">
            <a:extLst>
              <a:ext uri="{FF2B5EF4-FFF2-40B4-BE49-F238E27FC236}">
                <a16:creationId xmlns:a16="http://schemas.microsoft.com/office/drawing/2014/main" id="{74BDB3A4-89BD-470D-A445-ABF9BEE66E5C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P2.6,FaultRelease</a:t>
            </a:r>
          </a:p>
        </p:txBody>
      </p:sp>
      <p:sp>
        <p:nvSpPr>
          <p:cNvPr id="41" name="shape-1260">
            <a:extLst>
              <a:ext uri="{FF2B5EF4-FFF2-40B4-BE49-F238E27FC236}">
                <a16:creationId xmlns:a16="http://schemas.microsoft.com/office/drawing/2014/main" id="{7F805717-C692-486B-B863-451606A368D9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FaultLoop:</a:t>
            </a:r>
          </a:p>
        </p:txBody>
      </p:sp>
      <p:sp>
        <p:nvSpPr>
          <p:cNvPr id="42" name="shape-1261">
            <a:extLst>
              <a:ext uri="{FF2B5EF4-FFF2-40B4-BE49-F238E27FC236}">
                <a16:creationId xmlns:a16="http://schemas.microsoft.com/office/drawing/2014/main" id="{7BF74A34-617E-4F90-9618-C62DF0CB9CC0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P2.6,FaultCheck</a:t>
            </a:r>
          </a:p>
        </p:txBody>
      </p:sp>
      <p:sp>
        <p:nvSpPr>
          <p:cNvPr id="43" name="shape-1262">
            <a:extLst>
              <a:ext uri="{FF2B5EF4-FFF2-40B4-BE49-F238E27FC236}">
                <a16:creationId xmlns:a16="http://schemas.microsoft.com/office/drawing/2014/main" id="{827E7C4F-DA36-4BF7-869D-245C986D20BA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FaultLoop</a:t>
            </a:r>
          </a:p>
        </p:txBody>
      </p:sp>
      <p:sp>
        <p:nvSpPr>
          <p:cNvPr id="44" name="shape-1263">
            <a:extLst>
              <a:ext uri="{FF2B5EF4-FFF2-40B4-BE49-F238E27FC236}">
                <a16:creationId xmlns:a16="http://schemas.microsoft.com/office/drawing/2014/main" id="{0850DABA-05A4-48D3-A06A-FF600BFF8534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FaultCheck:</a:t>
            </a:r>
          </a:p>
        </p:txBody>
      </p:sp>
      <p:sp>
        <p:nvSpPr>
          <p:cNvPr id="45" name="shape-1264">
            <a:extLst>
              <a:ext uri="{FF2B5EF4-FFF2-40B4-BE49-F238E27FC236}">
                <a16:creationId xmlns:a16="http://schemas.microsoft.com/office/drawing/2014/main" id="{5BCAEA45-736C-4ADB-A60E-8B523031367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265">
            <a:extLst>
              <a:ext uri="{FF2B5EF4-FFF2-40B4-BE49-F238E27FC236}">
                <a16:creationId xmlns:a16="http://schemas.microsoft.com/office/drawing/2014/main" id="{14256603-9E75-41A0-8A49-3FB6A5851D09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P2.6,FaultLoop</a:t>
            </a:r>
          </a:p>
        </p:txBody>
      </p:sp>
      <p:sp>
        <p:nvSpPr>
          <p:cNvPr id="47" name="shape-1266">
            <a:extLst>
              <a:ext uri="{FF2B5EF4-FFF2-40B4-BE49-F238E27FC236}">
                <a16:creationId xmlns:a16="http://schemas.microsoft.com/office/drawing/2014/main" id="{FEA92C6B-28B4-44DB-B59F-02C69FCBBED1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P2.7,FaultLoop</a:t>
            </a:r>
          </a:p>
        </p:txBody>
      </p:sp>
      <p:sp>
        <p:nvSpPr>
          <p:cNvPr id="48" name="shape-1267">
            <a:extLst>
              <a:ext uri="{FF2B5EF4-FFF2-40B4-BE49-F238E27FC236}">
                <a16:creationId xmlns:a16="http://schemas.microsoft.com/office/drawing/2014/main" id="{E0EEAD72-563F-4467-831F-4BC85F9A9FB5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P2.2,FaultLoop</a:t>
            </a:r>
          </a:p>
        </p:txBody>
      </p:sp>
      <p:sp>
        <p:nvSpPr>
          <p:cNvPr id="49" name="shape-1268">
            <a:extLst>
              <a:ext uri="{FF2B5EF4-FFF2-40B4-BE49-F238E27FC236}">
                <a16:creationId xmlns:a16="http://schemas.microsoft.com/office/drawing/2014/main" id="{1BBF8D56-2A08-479D-9488-8386A2148D00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P2.5,FaultLoop</a:t>
            </a:r>
          </a:p>
        </p:txBody>
      </p:sp>
      <p:sp>
        <p:nvSpPr>
          <p:cNvPr id="50" name="shape-1269">
            <a:extLst>
              <a:ext uri="{FF2B5EF4-FFF2-40B4-BE49-F238E27FC236}">
                <a16:creationId xmlns:a16="http://schemas.microsoft.com/office/drawing/2014/main" id="{FEAC57DC-77C7-4EF2-85CE-0774E7E44969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START</a:t>
            </a:r>
          </a:p>
        </p:txBody>
      </p:sp>
      <p:sp>
        <p:nvSpPr>
          <p:cNvPr id="51" name="shape-1270">
            <a:extLst>
              <a:ext uri="{FF2B5EF4-FFF2-40B4-BE49-F238E27FC236}">
                <a16:creationId xmlns:a16="http://schemas.microsoft.com/office/drawing/2014/main" id="{D489180F-383A-4A6E-8F77-65A066D02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271">
            <a:extLst>
              <a:ext uri="{FF2B5EF4-FFF2-40B4-BE49-F238E27FC236}">
                <a16:creationId xmlns:a16="http://schemas.microsoft.com/office/drawing/2014/main" id="{20053947-5B6A-4DA8-8EA1-10A7026C498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272">
            <a:extLst>
              <a:ext uri="{FF2B5EF4-FFF2-40B4-BE49-F238E27FC236}">
                <a16:creationId xmlns:a16="http://schemas.microsoft.com/office/drawing/2014/main" id="{1E4F0B49-2A44-4814-93F2-A52AAE794EC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4" name="shape-1273">
            <a:extLst>
              <a:ext uri="{FF2B5EF4-FFF2-40B4-BE49-F238E27FC236}">
                <a16:creationId xmlns:a16="http://schemas.microsoft.com/office/drawing/2014/main" id="{D9338F5D-8A99-4957-8BBD-1CC6F0936D56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ตัดแรงขับและคงการเตือน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ต้องปล่อยแล้วกด Reset ใหม่</a:t>
            </a:r>
          </a:p>
        </p:txBody>
      </p:sp>
      <p:sp>
        <p:nvSpPr>
          <p:cNvPr id="55" name="shape-1274">
            <a:extLst>
              <a:ext uri="{FF2B5EF4-FFF2-40B4-BE49-F238E27FC236}">
                <a16:creationId xmlns:a16="http://schemas.microsoft.com/office/drawing/2014/main" id="{3B51F38E-51B9-452D-8232-DD2E9D9EEE5E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ปลด E-stop และให้ลำแสงว่าง</a:t>
            </a:r>
          </a:p>
        </p:txBody>
      </p:sp>
      <p:sp>
        <p:nvSpPr>
          <p:cNvPr id="56" name="shape-1275">
            <a:extLst>
              <a:ext uri="{FF2B5EF4-FFF2-40B4-BE49-F238E27FC236}">
                <a16:creationId xmlns:a16="http://schemas.microsoft.com/office/drawing/2014/main" id="{24B7A884-99FE-4AB5-8D04-CAFE71AEFC7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ตรวจตำแหน่งใหม่ที่ START</a:t>
            </a:r>
          </a:p>
        </p:txBody>
      </p:sp>
      <p:sp>
        <p:nvSpPr>
          <p:cNvPr id="57" name="shape-1276">
            <a:extLst>
              <a:ext uri="{FF2B5EF4-FFF2-40B4-BE49-F238E27FC236}">
                <a16:creationId xmlns:a16="http://schemas.microsoft.com/office/drawing/2014/main" id="{220E8CD2-9277-4533-907F-A148E7A7E71F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8" name="shape-1277">
            <a:extLst>
              <a:ext uri="{FF2B5EF4-FFF2-40B4-BE49-F238E27FC236}">
                <a16:creationId xmlns:a16="http://schemas.microsoft.com/office/drawing/2014/main" id="{7F23C18C-730C-4AD4-8164-A3D21502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278">
            <a:extLst>
              <a:ext uri="{FF2B5EF4-FFF2-40B4-BE49-F238E27FC236}">
                <a16:creationId xmlns:a16="http://schemas.microsoft.com/office/drawing/2014/main" id="{7479B6A4-D8E6-4E5E-9640-3C19138E928A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279">
            <a:extLst>
              <a:ext uri="{FF2B5EF4-FFF2-40B4-BE49-F238E27FC236}">
                <a16:creationId xmlns:a16="http://schemas.microsoft.com/office/drawing/2014/main" id="{3136A2FA-9207-4CB6-B710-7710AB53C7CF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280">
            <a:extLst>
              <a:ext uri="{FF2B5EF4-FFF2-40B4-BE49-F238E27FC236}">
                <a16:creationId xmlns:a16="http://schemas.microsoft.com/office/drawing/2014/main" id="{6A82907A-4F32-4ACA-A584-561A83539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281">
            <a:extLst>
              <a:ext uri="{FF2B5EF4-FFF2-40B4-BE49-F238E27FC236}">
                <a16:creationId xmlns:a16="http://schemas.microsoft.com/office/drawing/2014/main" id="{9633B40C-EC59-4900-89CB-704A3C71C14F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282">
            <a:extLst>
              <a:ext uri="{FF2B5EF4-FFF2-40B4-BE49-F238E27FC236}">
                <a16:creationId xmlns:a16="http://schemas.microsoft.com/office/drawing/2014/main" id="{E525DF83-155F-4330-BCB8-8DCF9703E950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283">
            <a:extLst>
              <a:ext uri="{FF2B5EF4-FFF2-40B4-BE49-F238E27FC236}">
                <a16:creationId xmlns:a16="http://schemas.microsoft.com/office/drawing/2014/main" id="{705AAF6B-2152-4168-8869-3D3CD550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284">
            <a:extLst>
              <a:ext uri="{FF2B5EF4-FFF2-40B4-BE49-F238E27FC236}">
                <a16:creationId xmlns:a16="http://schemas.microsoft.com/office/drawing/2014/main" id="{0769D4E6-B451-49EE-94D0-7FEEE5DAD07B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285">
            <a:extLst>
              <a:ext uri="{FF2B5EF4-FFF2-40B4-BE49-F238E27FC236}">
                <a16:creationId xmlns:a16="http://schemas.microsoft.com/office/drawing/2014/main" id="{43E27981-AA06-45C7-BF10-BB3409B3523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286">
            <a:extLst>
              <a:ext uri="{FF2B5EF4-FFF2-40B4-BE49-F238E27FC236}">
                <a16:creationId xmlns:a16="http://schemas.microsoft.com/office/drawing/2014/main" id="{76B61354-B5C5-4406-814A-20D7FFBD4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287">
            <a:extLst>
              <a:ext uri="{FF2B5EF4-FFF2-40B4-BE49-F238E27FC236}">
                <a16:creationId xmlns:a16="http://schemas.microsoft.com/office/drawing/2014/main" id="{430B99D1-2A15-4DC5-A421-3EBAE7F8A00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288">
            <a:extLst>
              <a:ext uri="{FF2B5EF4-FFF2-40B4-BE49-F238E27FC236}">
                <a16:creationId xmlns:a16="http://schemas.microsoft.com/office/drawing/2014/main" id="{DD7CE630-D996-4482-BDF4-9A6D6833A24B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289">
            <a:extLst>
              <a:ext uri="{FF2B5EF4-FFF2-40B4-BE49-F238E27FC236}">
                <a16:creationId xmlns:a16="http://schemas.microsoft.com/office/drawing/2014/main" id="{B2682C11-D461-4119-82DA-B96231618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290">
            <a:extLst>
              <a:ext uri="{FF2B5EF4-FFF2-40B4-BE49-F238E27FC236}">
                <a16:creationId xmlns:a16="http://schemas.microsoft.com/office/drawing/2014/main" id="{BE718DFA-75BE-43ED-B914-33ECB89949C3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291">
            <a:extLst>
              <a:ext uri="{FF2B5EF4-FFF2-40B4-BE49-F238E27FC236}">
                <a16:creationId xmlns:a16="http://schemas.microsoft.com/office/drawing/2014/main" id="{E57AF497-7767-4A0A-8A29-B9892859A965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292">
            <a:extLst>
              <a:ext uri="{FF2B5EF4-FFF2-40B4-BE49-F238E27FC236}">
                <a16:creationId xmlns:a16="http://schemas.microsoft.com/office/drawing/2014/main" id="{1A24817B-23D6-45A6-B68B-BA01CF869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293">
            <a:extLst>
              <a:ext uri="{FF2B5EF4-FFF2-40B4-BE49-F238E27FC236}">
                <a16:creationId xmlns:a16="http://schemas.microsoft.com/office/drawing/2014/main" id="{F0B42821-F3F6-46C1-9748-739E59C6EB82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5" name="shape-1294">
            <a:extLst>
              <a:ext uri="{FF2B5EF4-FFF2-40B4-BE49-F238E27FC236}">
                <a16:creationId xmlns:a16="http://schemas.microsoft.com/office/drawing/2014/main" id="{031706C9-933F-4C2F-94FF-38934DEE6B5E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295">
            <a:extLst>
              <a:ext uri="{FF2B5EF4-FFF2-40B4-BE49-F238E27FC236}">
                <a16:creationId xmlns:a16="http://schemas.microsoft.com/office/drawing/2014/main" id="{66299C34-5853-4962-AADA-241F9E9D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296">
            <a:extLst>
              <a:ext uri="{FF2B5EF4-FFF2-40B4-BE49-F238E27FC236}">
                <a16:creationId xmlns:a16="http://schemas.microsoft.com/office/drawing/2014/main" id="{25A9DEFD-9F6A-4544-86A6-BFD6303F313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297">
            <a:extLst>
              <a:ext uri="{FF2B5EF4-FFF2-40B4-BE49-F238E27FC236}">
                <a16:creationId xmlns:a16="http://schemas.microsoft.com/office/drawing/2014/main" id="{D6180D9C-C453-4FB6-B92C-58B4169B8193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298">
            <a:extLst>
              <a:ext uri="{FF2B5EF4-FFF2-40B4-BE49-F238E27FC236}">
                <a16:creationId xmlns:a16="http://schemas.microsoft.com/office/drawing/2014/main" id="{88A29FEE-8A1A-4A2B-B1CB-B73E1D1A1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299">
            <a:extLst>
              <a:ext uri="{FF2B5EF4-FFF2-40B4-BE49-F238E27FC236}">
                <a16:creationId xmlns:a16="http://schemas.microsoft.com/office/drawing/2014/main" id="{573217FA-E7E5-4F50-87D3-2A3360427C2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1" name="shape-1300">
            <a:extLst>
              <a:ext uri="{FF2B5EF4-FFF2-40B4-BE49-F238E27FC236}">
                <a16:creationId xmlns:a16="http://schemas.microsoft.com/office/drawing/2014/main" id="{507D8983-F125-4901-AA01-4FCA6D41F082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301">
            <a:extLst>
              <a:ext uri="{FF2B5EF4-FFF2-40B4-BE49-F238E27FC236}">
                <a16:creationId xmlns:a16="http://schemas.microsoft.com/office/drawing/2014/main" id="{22562932-643F-4F01-A951-0D5EDEF09933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302">
            <a:extLst>
              <a:ext uri="{FF2B5EF4-FFF2-40B4-BE49-F238E27FC236}">
                <a16:creationId xmlns:a16="http://schemas.microsoft.com/office/drawing/2014/main" id="{4FBE5949-80C8-4AA9-AAA6-81B798A720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303">
            <a:extLst>
              <a:ext uri="{FF2B5EF4-FFF2-40B4-BE49-F238E27FC236}">
                <a16:creationId xmlns:a16="http://schemas.microsoft.com/office/drawing/2014/main" id="{09039524-113A-4650-908B-AC8B58DB7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304">
            <a:extLst>
              <a:ext uri="{FF2B5EF4-FFF2-40B4-BE49-F238E27FC236}">
                <a16:creationId xmlns:a16="http://schemas.microsoft.com/office/drawing/2014/main" id="{45E1B795-7235-43D1-8F60-4729652542A2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305">
            <a:extLst>
              <a:ext uri="{FF2B5EF4-FFF2-40B4-BE49-F238E27FC236}">
                <a16:creationId xmlns:a16="http://schemas.microsoft.com/office/drawing/2014/main" id="{6E9E5BDE-A2A4-44A9-8296-4F146BBFECA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306">
            <a:extLst>
              <a:ext uri="{FF2B5EF4-FFF2-40B4-BE49-F238E27FC236}">
                <a16:creationId xmlns:a16="http://schemas.microsoft.com/office/drawing/2014/main" id="{87EE8BD2-B7B0-41D5-959D-368A15698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307">
            <a:extLst>
              <a:ext uri="{FF2B5EF4-FFF2-40B4-BE49-F238E27FC236}">
                <a16:creationId xmlns:a16="http://schemas.microsoft.com/office/drawing/2014/main" id="{0695C0C2-29A6-4F84-A759-4CF821DCBCD6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308">
            <a:extLst>
              <a:ext uri="{FF2B5EF4-FFF2-40B4-BE49-F238E27FC236}">
                <a16:creationId xmlns:a16="http://schemas.microsoft.com/office/drawing/2014/main" id="{0AAC136D-BEA2-4C36-8ADC-7BB30653E5B9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309">
            <a:extLst>
              <a:ext uri="{FF2B5EF4-FFF2-40B4-BE49-F238E27FC236}">
                <a16:creationId xmlns:a16="http://schemas.microsoft.com/office/drawing/2014/main" id="{7B8D58BF-7171-460F-B395-381DF9669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310">
            <a:extLst>
              <a:ext uri="{FF2B5EF4-FFF2-40B4-BE49-F238E27FC236}">
                <a16:creationId xmlns:a16="http://schemas.microsoft.com/office/drawing/2014/main" id="{9E4EC5B4-21A9-4744-9B61-75AF2098502D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311">
            <a:extLst>
              <a:ext uri="{FF2B5EF4-FFF2-40B4-BE49-F238E27FC236}">
                <a16:creationId xmlns:a16="http://schemas.microsoft.com/office/drawing/2014/main" id="{11CADB86-CA56-4E0C-BF2D-ED5D2399EF9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312">
            <a:extLst>
              <a:ext uri="{FF2B5EF4-FFF2-40B4-BE49-F238E27FC236}">
                <a16:creationId xmlns:a16="http://schemas.microsoft.com/office/drawing/2014/main" id="{4E6E009A-B2AE-4720-BF0D-8A2F40943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313">
            <a:extLst>
              <a:ext uri="{FF2B5EF4-FFF2-40B4-BE49-F238E27FC236}">
                <a16:creationId xmlns:a16="http://schemas.microsoft.com/office/drawing/2014/main" id="{AB680F18-3566-4A03-8A97-309450E7CBC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314">
            <a:extLst>
              <a:ext uri="{FF2B5EF4-FFF2-40B4-BE49-F238E27FC236}">
                <a16:creationId xmlns:a16="http://schemas.microsoft.com/office/drawing/2014/main" id="{1857B29A-490C-4152-8485-4C06E410E2EB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315">
            <a:extLst>
              <a:ext uri="{FF2B5EF4-FFF2-40B4-BE49-F238E27FC236}">
                <a16:creationId xmlns:a16="http://schemas.microsoft.com/office/drawing/2014/main" id="{FBD42D87-08E0-4D06-9C93-CC5BE6CCE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316">
            <a:extLst>
              <a:ext uri="{FF2B5EF4-FFF2-40B4-BE49-F238E27FC236}">
                <a16:creationId xmlns:a16="http://schemas.microsoft.com/office/drawing/2014/main" id="{579A9F59-EF3A-4E05-86FD-40BCE87B1A0B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317">
            <a:extLst>
              <a:ext uri="{FF2B5EF4-FFF2-40B4-BE49-F238E27FC236}">
                <a16:creationId xmlns:a16="http://schemas.microsoft.com/office/drawing/2014/main" id="{20235479-9F73-435C-A7E4-6B5BFAC99F5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318">
            <a:extLst>
              <a:ext uri="{FF2B5EF4-FFF2-40B4-BE49-F238E27FC236}">
                <a16:creationId xmlns:a16="http://schemas.microsoft.com/office/drawing/2014/main" id="{20EEA84C-A907-49E7-85AB-C65C90378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319">
            <a:extLst>
              <a:ext uri="{FF2B5EF4-FFF2-40B4-BE49-F238E27FC236}">
                <a16:creationId xmlns:a16="http://schemas.microsoft.com/office/drawing/2014/main" id="{3BC509CE-8683-4E16-B748-9023F0C7E29F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320">
            <a:extLst>
              <a:ext uri="{FF2B5EF4-FFF2-40B4-BE49-F238E27FC236}">
                <a16:creationId xmlns:a16="http://schemas.microsoft.com/office/drawing/2014/main" id="{AFC7F3D6-086F-4259-922A-FBF6A6623CBC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321">
            <a:extLst>
              <a:ext uri="{FF2B5EF4-FFF2-40B4-BE49-F238E27FC236}">
                <a16:creationId xmlns:a16="http://schemas.microsoft.com/office/drawing/2014/main" id="{ED535BC0-CC34-41F0-B2F7-F79ADF503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322">
            <a:extLst>
              <a:ext uri="{FF2B5EF4-FFF2-40B4-BE49-F238E27FC236}">
                <a16:creationId xmlns:a16="http://schemas.microsoft.com/office/drawing/2014/main" id="{6B99A5D6-E69E-443A-8C68-4FC4E03EDE63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323">
            <a:extLst>
              <a:ext uri="{FF2B5EF4-FFF2-40B4-BE49-F238E27FC236}">
                <a16:creationId xmlns:a16="http://schemas.microsoft.com/office/drawing/2014/main" id="{526746CB-2A5F-4CE4-87A0-285CC27076D5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324">
            <a:extLst>
              <a:ext uri="{FF2B5EF4-FFF2-40B4-BE49-F238E27FC236}">
                <a16:creationId xmlns:a16="http://schemas.microsoft.com/office/drawing/2014/main" id="{F9E5F3F2-41E7-4327-9578-BF044A66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325">
            <a:extLst>
              <a:ext uri="{FF2B5EF4-FFF2-40B4-BE49-F238E27FC236}">
                <a16:creationId xmlns:a16="http://schemas.microsoft.com/office/drawing/2014/main" id="{C083E78A-A21F-4D3F-889D-82D9FDF40E2E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326">
            <a:extLst>
              <a:ext uri="{FF2B5EF4-FFF2-40B4-BE49-F238E27FC236}">
                <a16:creationId xmlns:a16="http://schemas.microsoft.com/office/drawing/2014/main" id="{C7A288FE-AB06-4799-A23D-E2ABA3B211F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327">
            <a:extLst>
              <a:ext uri="{FF2B5EF4-FFF2-40B4-BE49-F238E27FC236}">
                <a16:creationId xmlns:a16="http://schemas.microsoft.com/office/drawing/2014/main" id="{04F01426-9321-4B06-AD20-8D05F15B16EC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3455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-1328">
            <a:extLst>
              <a:ext uri="{FF2B5EF4-FFF2-40B4-BE49-F238E27FC236}">
                <a16:creationId xmlns:a16="http://schemas.microsoft.com/office/drawing/2014/main" id="{471BA807-54DE-49B9-86EC-AC6F437CFECE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สภาพแวดล้อมและวิธีจำลอง</a:t>
            </a:r>
          </a:p>
        </p:txBody>
      </p:sp>
      <p:sp>
        <p:nvSpPr>
          <p:cNvPr id="2" name="shape-1329">
            <a:extLst>
              <a:ext uri="{FF2B5EF4-FFF2-40B4-BE49-F238E27FC236}">
                <a16:creationId xmlns:a16="http://schemas.microsoft.com/office/drawing/2014/main" id="{244A175C-770E-4A46-9535-84F1F532822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รันเฟิร์มแวร์ด้วย CPU ของ EdSim51 2.1.39 และป้อนสัญญาณด้วยชุดทดสอบอัตโนมัติ</a:t>
            </a:r>
          </a:p>
        </p:txBody>
      </p:sp>
      <p:sp>
        <p:nvSpPr>
          <p:cNvPr id="3" name="shape-1330">
            <a:extLst>
              <a:ext uri="{FF2B5EF4-FFF2-40B4-BE49-F238E27FC236}">
                <a16:creationId xmlns:a16="http://schemas.microsoft.com/office/drawing/2014/main" id="{53F5C366-59B1-4C5A-9E9C-D6C4F13DA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31">
            <a:extLst>
              <a:ext uri="{FF2B5EF4-FFF2-40B4-BE49-F238E27FC236}">
                <a16:creationId xmlns:a16="http://schemas.microsoft.com/office/drawing/2014/main" id="{E87FB623-408C-4D83-B61E-556009F89AE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shape-1332">
            <a:extLst>
              <a:ext uri="{FF2B5EF4-FFF2-40B4-BE49-F238E27FC236}">
                <a16:creationId xmlns:a16="http://schemas.microsoft.com/office/drawing/2014/main" id="{DFB057FF-2AD6-449A-96CB-FD9A7673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8953500" cy="5276850"/>
          </a:xfrm>
          <a:prstGeom prst="roundRect">
            <a:avLst>
              <a:gd name="adj" fmla="val 2888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333">
            <a:extLst>
              <a:ext uri="{FF2B5EF4-FFF2-40B4-BE49-F238E27FC236}">
                <a16:creationId xmlns:a16="http://schemas.microsoft.com/office/drawing/2014/main" id="{ECA797F4-AB0B-470F-A5B8-11F0E61EB6F1}"/>
              </a:ext>
            </a:extLst>
          </p:cNvPr>
          <p:cNvSpPr>
            <a:spLocks noGrp="1"/>
          </p:cNvSpPr>
          <p:nvPr/>
        </p:nvSpPr>
        <p:spPr>
          <a:xfrm>
            <a:off x="1295400" y="2895600"/>
            <a:ext cx="8343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EdSim51DI   CPU 8051</a:t>
            </a:r>
          </a:p>
        </p:txBody>
      </p:sp>
      <p:graphicFrame>
        <p:nvGraphicFramePr>
          <p:cNvPr id="22" name="ตาราง 21"/>
          <p:cNvGraphicFramePr/>
          <p:nvPr/>
        </p:nvGraphicFramePr>
        <p:xfrm>
          <a:off x="1295400" y="3752850"/>
          <a:ext cx="8343900" cy="3314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พารามิเตอร์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ค่าที่ใช้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คริสตัล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12.000 MHz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Timer 0 ฉบับขยาย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Mode 2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TH0 และ TL0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06H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Overflow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250 µs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จังหวะควบคุม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40 ครั้ง = 10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-1334">
            <a:extLst>
              <a:ext uri="{FF2B5EF4-FFF2-40B4-BE49-F238E27FC236}">
                <a16:creationId xmlns:a16="http://schemas.microsoft.com/office/drawing/2014/main" id="{472ACFEB-B38C-429A-9EB6-E583D326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2628900"/>
            <a:ext cx="6896100" cy="2324100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35">
            <a:extLst>
              <a:ext uri="{FF2B5EF4-FFF2-40B4-BE49-F238E27FC236}">
                <a16:creationId xmlns:a16="http://schemas.microsoft.com/office/drawing/2014/main" id="{D1219732-021F-43AF-985B-3AB5B0545B31}"/>
              </a:ext>
            </a:extLst>
          </p:cNvPr>
          <p:cNvSpPr>
            <a:spLocks noGrp="1"/>
          </p:cNvSpPr>
          <p:nvPr/>
        </p:nvSpPr>
        <p:spPr>
          <a:xfrm>
            <a:off x="10706100" y="30289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ผ่าน 36 จาก 36 กรณี</a:t>
            </a:r>
          </a:p>
        </p:txBody>
      </p:sp>
      <p:sp>
        <p:nvSpPr>
          <p:cNvPr id="10" name="shape-1336">
            <a:extLst>
              <a:ext uri="{FF2B5EF4-FFF2-40B4-BE49-F238E27FC236}">
                <a16:creationId xmlns:a16="http://schemas.microsoft.com/office/drawing/2014/main" id="{FF493A08-BB20-4A25-929F-0538D2E905DD}"/>
              </a:ext>
            </a:extLst>
          </p:cNvPr>
          <p:cNvSpPr>
            <a:spLocks noGrp="1"/>
          </p:cNvSpPr>
          <p:nvPr/>
        </p:nvSpPr>
        <p:spPr>
          <a:xfrm>
            <a:off x="10706100" y="3829050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dirty="0" err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ผลของเฟิร์มแวร์ฉบับขยาย</a:t>
            </a:r>
          </a:p>
        </p:txBody>
      </p:sp>
      <p:sp>
        <p:nvSpPr>
          <p:cNvPr id="11" name="shape-1337">
            <a:extLst>
              <a:ext uri="{FF2B5EF4-FFF2-40B4-BE49-F238E27FC236}">
                <a16:creationId xmlns:a16="http://schemas.microsoft.com/office/drawing/2014/main" id="{07164691-E2E6-4B59-B067-15B7CB8C9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5257800"/>
            <a:ext cx="6896100" cy="2647950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38">
            <a:extLst>
              <a:ext uri="{FF2B5EF4-FFF2-40B4-BE49-F238E27FC236}">
                <a16:creationId xmlns:a16="http://schemas.microsoft.com/office/drawing/2014/main" id="{7AE1EDEF-2F2E-40D7-8C66-02B56795A83D}"/>
              </a:ext>
            </a:extLst>
          </p:cNvPr>
          <p:cNvSpPr>
            <a:spLocks noGrp="1"/>
          </p:cNvSpPr>
          <p:nvPr/>
        </p:nvSpPr>
        <p:spPr>
          <a:xfrm>
            <a:off x="10706100" y="5553075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41,686,115 คำสั่ง</a:t>
            </a:r>
          </a:p>
        </p:txBody>
      </p:sp>
      <p:sp>
        <p:nvSpPr>
          <p:cNvPr id="13" name="shape-1339">
            <a:extLst>
              <a:ext uri="{FF2B5EF4-FFF2-40B4-BE49-F238E27FC236}">
                <a16:creationId xmlns:a16="http://schemas.microsoft.com/office/drawing/2014/main" id="{CA44E2DF-297E-4484-A872-9A205484141E}"/>
              </a:ext>
            </a:extLst>
          </p:cNvPr>
          <p:cNvSpPr>
            <a:spLocks noGrp="1"/>
          </p:cNvSpPr>
          <p:nvPr/>
        </p:nvSpPr>
        <p:spPr>
          <a:xfrm>
            <a:off x="10706100" y="6419850"/>
            <a:ext cx="6286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ตรวจอินพุต พอร์ต และเงื่อนไขเปลี่ยนสถานะ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ตลอดลำดับคำสั่งที่รันในชุดทดสอบ</a:t>
            </a:r>
          </a:p>
        </p:txBody>
      </p:sp>
      <p:sp>
        <p:nvSpPr>
          <p:cNvPr id="14" name="shape-1340">
            <a:extLst>
              <a:ext uri="{FF2B5EF4-FFF2-40B4-BE49-F238E27FC236}">
                <a16:creationId xmlns:a16="http://schemas.microsoft.com/office/drawing/2014/main" id="{2D2A35E0-70AD-41AC-A7C6-201FF6FCBB6B}"/>
              </a:ext>
            </a:extLst>
          </p:cNvPr>
          <p:cNvSpPr>
            <a:spLocks noGrp="1"/>
          </p:cNvSpPr>
          <p:nvPr/>
        </p:nvSpPr>
        <p:spPr>
          <a:xfrm>
            <a:off x="990600" y="8248650"/>
            <a:ext cx="163068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โค้ดที่แสดงในสไลด์เป็นฉบับสอน ผ่าน 20 กรณี ใช้ Timer 0 โหมด 1 ค่า B1E0H</a:t>
            </a:r>
          </a:p>
        </p:txBody>
      </p:sp>
      <p:sp>
        <p:nvSpPr>
          <p:cNvPr id="15" name="shape-1341">
            <a:extLst>
              <a:ext uri="{FF2B5EF4-FFF2-40B4-BE49-F238E27FC236}">
                <a16:creationId xmlns:a16="http://schemas.microsoft.com/office/drawing/2014/main" id="{CA2DD8B0-D1DF-4403-8AFE-5C20266C0A3D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รันเฟิร์มแวร์บน CPU จำลองของ EdSim51 แล้วป้อนสัญญาณที่ P2 เพื่อตรวจสถานะ เอาต์พุต และเวลา</a:t>
            </a:r>
          </a:p>
        </p:txBody>
      </p:sp>
    </p:spTree>
    <p:extLst>
      <p:ext uri="{BB962C8B-B14F-4D97-AF65-F5344CB8AC3E}">
        <p14:creationId xmlns:p14="http://schemas.microsoft.com/office/powerpoint/2010/main" val="790934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-1342">
            <a:extLst>
              <a:ext uri="{FF2B5EF4-FFF2-40B4-BE49-F238E27FC236}">
                <a16:creationId xmlns:a16="http://schemas.microsoft.com/office/drawing/2014/main" id="{D38DDC6B-BAFC-42AB-AF16-B60BB480A96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ผลการจำลองเวลาและเงื่อนไขควบคุม</a:t>
            </a:r>
          </a:p>
        </p:txBody>
      </p:sp>
      <p:sp>
        <p:nvSpPr>
          <p:cNvPr id="2" name="shape-1343">
            <a:extLst>
              <a:ext uri="{FF2B5EF4-FFF2-40B4-BE49-F238E27FC236}">
                <a16:creationId xmlns:a16="http://schemas.microsoft.com/office/drawing/2014/main" id="{B12EC1AA-6E57-49AA-A9BE-C05ECE6D467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ผลของเฟิร์มแวร์ฉบับขยาย วัดจากรอบเครื่องใน EdSim51 ที่ 12 MHz แล้วเทียบกับค่าที่ออกแบบ</a:t>
            </a:r>
          </a:p>
        </p:txBody>
      </p:sp>
      <p:sp>
        <p:nvSpPr>
          <p:cNvPr id="3" name="shape-1344">
            <a:extLst>
              <a:ext uri="{FF2B5EF4-FFF2-40B4-BE49-F238E27FC236}">
                <a16:creationId xmlns:a16="http://schemas.microsoft.com/office/drawing/2014/main" id="{8D114401-9490-40BE-BEA6-8D3A5EC7C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45">
            <a:extLst>
              <a:ext uri="{FF2B5EF4-FFF2-40B4-BE49-F238E27FC236}">
                <a16:creationId xmlns:a16="http://schemas.microsoft.com/office/drawing/2014/main" id="{FE53831B-8140-462A-B2F4-5F85D30B34A6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graphicFrame>
        <p:nvGraphicFramePr>
          <p:cNvPr id="34" name="ตาราง 33"/>
          <p:cNvGraphicFramePr/>
          <p:nvPr/>
        </p:nvGraphicFramePr>
        <p:xfrm>
          <a:off x="990600" y="2695575"/>
          <a:ext cx="10629900" cy="4076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ออกแบบ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ค่าจำลอง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ผล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กรองปุ่มเปิด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24.854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พักก่อนเปิดกลับ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209.795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ทางผ่านว่างก่อนปิด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3.019788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ลิมิตต้นทางค้าง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509.988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เดินทางเกินเวลา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5.009978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-1346">
            <a:extLst>
              <a:ext uri="{FF2B5EF4-FFF2-40B4-BE49-F238E27FC236}">
                <a16:creationId xmlns:a16="http://schemas.microsoft.com/office/drawing/2014/main" id="{23241FC1-4951-4D6D-9572-29B07DBD9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47">
            <a:extLst>
              <a:ext uri="{FF2B5EF4-FFF2-40B4-BE49-F238E27FC236}">
                <a16:creationId xmlns:a16="http://schemas.microsoft.com/office/drawing/2014/main" id="{3691A826-7448-4E1E-B009-C19C46975619}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8" name="shape-1348">
            <a:extLst>
              <a:ext uri="{FF2B5EF4-FFF2-40B4-BE49-F238E27FC236}">
                <a16:creationId xmlns:a16="http://schemas.microsoft.com/office/drawing/2014/main" id="{9004B2D6-B4D7-4CD2-9AA4-1AE097600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49">
            <a:extLst>
              <a:ext uri="{FF2B5EF4-FFF2-40B4-BE49-F238E27FC236}">
                <a16:creationId xmlns:a16="http://schemas.microsoft.com/office/drawing/2014/main" id="{D10D2819-FCDF-434C-8897-B4877FAD77DC}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0" name="shape-1350">
            <a:extLst>
              <a:ext uri="{FF2B5EF4-FFF2-40B4-BE49-F238E27FC236}">
                <a16:creationId xmlns:a16="http://schemas.microsoft.com/office/drawing/2014/main" id="{355E3DF9-0FF0-4ED9-83CD-A59A2C69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1351">
            <a:extLst>
              <a:ext uri="{FF2B5EF4-FFF2-40B4-BE49-F238E27FC236}">
                <a16:creationId xmlns:a16="http://schemas.microsoft.com/office/drawing/2014/main" id="{894DC589-1488-4411-9E8A-35412D06ADA4}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2" name="shape-1352">
            <a:extLst>
              <a:ext uri="{FF2B5EF4-FFF2-40B4-BE49-F238E27FC236}">
                <a16:creationId xmlns:a16="http://schemas.microsoft.com/office/drawing/2014/main" id="{71A9F42B-7500-4FB3-B578-162882E2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53">
            <a:extLst>
              <a:ext uri="{FF2B5EF4-FFF2-40B4-BE49-F238E27FC236}">
                <a16:creationId xmlns:a16="http://schemas.microsoft.com/office/drawing/2014/main" id="{EE1B2F5B-A44D-42D3-8FFE-6FD28023D14E}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4" name="shape-1354">
            <a:extLst>
              <a:ext uri="{FF2B5EF4-FFF2-40B4-BE49-F238E27FC236}">
                <a16:creationId xmlns:a16="http://schemas.microsoft.com/office/drawing/2014/main" id="{11E0B8A7-8525-4ABA-84B5-132F2BD12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355">
            <a:extLst>
              <a:ext uri="{FF2B5EF4-FFF2-40B4-BE49-F238E27FC236}">
                <a16:creationId xmlns:a16="http://schemas.microsoft.com/office/drawing/2014/main" id="{CE12B576-7A27-49A6-B673-5B3232E573DF}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6" name="shape-1356">
            <a:extLst>
              <a:ext uri="{FF2B5EF4-FFF2-40B4-BE49-F238E27FC236}">
                <a16:creationId xmlns:a16="http://schemas.microsoft.com/office/drawing/2014/main" id="{AC54200C-E4F2-4826-B50B-905BD88151AA}"/>
              </a:ext>
            </a:extLst>
          </p:cNvPr>
          <p:cNvSpPr>
            <a:spLocks noGrp="1"/>
          </p:cNvSpPr>
          <p:nvPr/>
        </p:nvSpPr>
        <p:spPr>
          <a:xfrm>
            <a:off x="12954000" y="2514600"/>
            <a:ext cx="1430867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ออกแบบ</a:t>
            </a:r>
            <a:endParaRPr sz="1100" b="0" dirty="0">
              <a:solidFill>
                <a:srgbClr val="2563E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hape-1357">
            <a:extLst>
              <a:ext uri="{FF2B5EF4-FFF2-40B4-BE49-F238E27FC236}">
                <a16:creationId xmlns:a16="http://schemas.microsoft.com/office/drawing/2014/main" id="{B851A0E4-B72E-4576-8EA0-776EFEB902F8}"/>
              </a:ext>
            </a:extLst>
          </p:cNvPr>
          <p:cNvSpPr>
            <a:spLocks noGrp="1"/>
          </p:cNvSpPr>
          <p:nvPr/>
        </p:nvSpPr>
        <p:spPr>
          <a:xfrm>
            <a:off x="15049500" y="2514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จำลอง</a:t>
            </a:r>
            <a:endParaRPr sz="1100" b="0" dirty="0">
              <a:solidFill>
                <a:srgbClr val="059669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shape-1358">
            <a:extLst>
              <a:ext uri="{FF2B5EF4-FFF2-40B4-BE49-F238E27FC236}">
                <a16:creationId xmlns:a16="http://schemas.microsoft.com/office/drawing/2014/main" id="{8AFB3A97-4A98-4EB4-B2F4-BF20F0A0B058}"/>
              </a:ext>
            </a:extLst>
          </p:cNvPr>
          <p:cNvSpPr>
            <a:spLocks noGrp="1"/>
          </p:cNvSpPr>
          <p:nvPr/>
        </p:nvSpPr>
        <p:spPr>
          <a:xfrm>
            <a:off x="12172950" y="2933700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กรองปุ่ม (ms)</a:t>
            </a:r>
          </a:p>
        </p:txBody>
      </p:sp>
      <p:graphicFrame>
        <p:nvGraphicFramePr>
          <p:cNvPr id="48" name="Chart"/>
          <p:cNvGraphicFramePr/>
          <p:nvPr>
            <p:extLst>
              <p:ext uri="{D42A27DB-BD31-4B8C-83A1-F6EECF244321}">
                <p14:modId xmlns:p14="http://schemas.microsoft.com/office/powerpoint/2010/main" val="2466633072"/>
              </p:ext>
            </p:extLst>
          </p:nvPr>
        </p:nvGraphicFramePr>
        <p:xfrm>
          <a:off x="12192000" y="332422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-1359">
            <a:extLst>
              <a:ext uri="{FF2B5EF4-FFF2-40B4-BE49-F238E27FC236}">
                <a16:creationId xmlns:a16="http://schemas.microsoft.com/office/drawing/2014/main" id="{22D8E7B7-99BD-4496-98DC-C65F948F0807}"/>
              </a:ext>
            </a:extLst>
          </p:cNvPr>
          <p:cNvSpPr>
            <a:spLocks noGrp="1"/>
          </p:cNvSpPr>
          <p:nvPr/>
        </p:nvSpPr>
        <p:spPr>
          <a:xfrm>
            <a:off x="12172950" y="409166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พักก่อนกลับทิศ (ms)</a:t>
            </a:r>
          </a:p>
        </p:txBody>
      </p:sp>
      <p:graphicFrame>
        <p:nvGraphicFramePr>
          <p:cNvPr id="50" name="Chart"/>
          <p:cNvGraphicFramePr/>
          <p:nvPr>
            <p:extLst>
              <p:ext uri="{D42A27DB-BD31-4B8C-83A1-F6EECF244321}">
                <p14:modId xmlns:p14="http://schemas.microsoft.com/office/powerpoint/2010/main" val="1065028818"/>
              </p:ext>
            </p:extLst>
          </p:nvPr>
        </p:nvGraphicFramePr>
        <p:xfrm>
          <a:off x="12192000" y="443864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-1360">
            <a:extLst>
              <a:ext uri="{FF2B5EF4-FFF2-40B4-BE49-F238E27FC236}">
                <a16:creationId xmlns:a16="http://schemas.microsoft.com/office/drawing/2014/main" id="{8B74824D-5CA0-43D4-8D1E-334F890C12C2}"/>
              </a:ext>
            </a:extLst>
          </p:cNvPr>
          <p:cNvSpPr>
            <a:spLocks noGrp="1"/>
          </p:cNvSpPr>
          <p:nvPr/>
        </p:nvSpPr>
        <p:spPr>
          <a:xfrm>
            <a:off x="12172950" y="5206092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เปิดค้าง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2" name="Chart"/>
          <p:cNvGraphicFramePr/>
          <p:nvPr>
            <p:extLst>
              <p:ext uri="{D42A27DB-BD31-4B8C-83A1-F6EECF244321}">
                <p14:modId xmlns:p14="http://schemas.microsoft.com/office/powerpoint/2010/main" val="748740546"/>
              </p:ext>
            </p:extLst>
          </p:nvPr>
        </p:nvGraphicFramePr>
        <p:xfrm>
          <a:off x="12192000" y="555307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-1361">
            <a:extLst>
              <a:ext uri="{FF2B5EF4-FFF2-40B4-BE49-F238E27FC236}">
                <a16:creationId xmlns:a16="http://schemas.microsoft.com/office/drawing/2014/main" id="{6E507750-C29D-4018-B56D-A72EA772B2C0}"/>
              </a:ext>
            </a:extLst>
          </p:cNvPr>
          <p:cNvSpPr>
            <a:spLocks noGrp="1"/>
          </p:cNvSpPr>
          <p:nvPr/>
        </p:nvSpPr>
        <p:spPr>
          <a:xfrm>
            <a:off x="12172950" y="632051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4" name="Chart"/>
          <p:cNvGraphicFramePr/>
          <p:nvPr>
            <p:extLst>
              <p:ext uri="{D42A27DB-BD31-4B8C-83A1-F6EECF244321}">
                <p14:modId xmlns:p14="http://schemas.microsoft.com/office/powerpoint/2010/main" val="2552360721"/>
              </p:ext>
            </p:extLst>
          </p:nvPr>
        </p:nvGraphicFramePr>
        <p:xfrm>
          <a:off x="12192000" y="666749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-1362">
            <a:extLst>
              <a:ext uri="{FF2B5EF4-FFF2-40B4-BE49-F238E27FC236}">
                <a16:creationId xmlns:a16="http://schemas.microsoft.com/office/drawing/2014/main" id="{A2EBC867-C182-4ECB-BD4E-BE2346A0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15250"/>
            <a:ext cx="16306800" cy="11430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1363">
            <a:extLst>
              <a:ext uri="{FF2B5EF4-FFF2-40B4-BE49-F238E27FC236}">
                <a16:creationId xmlns:a16="http://schemas.microsoft.com/office/drawing/2014/main" id="{0A744B85-D7B1-4DEF-B8BF-3FF2701F9C3E}"/>
              </a:ext>
            </a:extLst>
          </p:cNvPr>
          <p:cNvSpPr>
            <a:spLocks noGrp="1"/>
          </p:cNvSpPr>
          <p:nvPr/>
        </p:nvSpPr>
        <p:spPr>
          <a:xfrm>
            <a:off x="1257300" y="7848600"/>
            <a:ext cx="155829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เงื่อนไขที่ผ่านตลอดการจำลอง</a:t>
            </a:r>
          </a:p>
        </p:txBody>
      </p:sp>
      <p:sp>
        <p:nvSpPr>
          <p:cNvPr id="28" name="shape-1364">
            <a:extLst>
              <a:ext uri="{FF2B5EF4-FFF2-40B4-BE49-F238E27FC236}">
                <a16:creationId xmlns:a16="http://schemas.microsoft.com/office/drawing/2014/main" id="{4069D7FE-B776-4BD0-B349-E2A9BD777D0A}"/>
              </a:ext>
            </a:extLst>
          </p:cNvPr>
          <p:cNvSpPr>
            <a:spLocks noGrp="1"/>
          </p:cNvSpPr>
          <p:nvPr/>
        </p:nvSpPr>
        <p:spPr>
          <a:xfrm>
            <a:off x="1257300" y="8324850"/>
            <a:ext cx="15582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คง FFH และไม่พบ IN1 = IN2 = 1 หลังเขียน P1 ครั้งแรกในลำดับที่ทดสอบ</a:t>
            </a:r>
          </a:p>
        </p:txBody>
      </p:sp>
      <p:sp>
        <p:nvSpPr>
          <p:cNvPr id="29" name="shape-1365">
            <a:extLst>
              <a:ext uri="{FF2B5EF4-FFF2-40B4-BE49-F238E27FC236}">
                <a16:creationId xmlns:a16="http://schemas.microsoft.com/office/drawing/2014/main" id="{0DB0A3D1-9CC3-4EC8-9A1A-D1D1F3186731}"/>
              </a:ext>
            </a:extLst>
          </p:cNvPr>
          <p:cNvSpPr>
            <a:spLocks noGrp="1"/>
          </p:cNvSpPr>
          <p:nvPr/>
        </p:nvSpPr>
        <p:spPr>
          <a:xfrm>
            <a:off x="990600" y="8905875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ทดสอบโดยป้อนสัญญาณปุ่ม ลำแสง และลิมิตจำลอง แล้วตรวจเวลาเปลี่ยนสถานะและเอาต์พุต</a:t>
            </a:r>
            <a:br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PASS หมายถึงผ่านเงื่อนไขในโปรแกรมจำลอง ยังไม่ใช่ผลวัดฮาร์ดแวร์</a:t>
            </a:r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0160AE7F-1231-97EC-9098-7F2B9E612574}"/>
              </a:ext>
            </a:extLst>
          </p:cNvPr>
          <p:cNvSpPr/>
          <p:nvPr/>
        </p:nvSpPr>
        <p:spPr>
          <a:xfrm>
            <a:off x="12835468" y="2644773"/>
            <a:ext cx="152400" cy="152400"/>
          </a:xfrm>
          <a:prstGeom prst="ellipse">
            <a:avLst/>
          </a:prstGeom>
          <a:solidFill>
            <a:srgbClr val="246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วงรี 18">
            <a:extLst>
              <a:ext uri="{FF2B5EF4-FFF2-40B4-BE49-F238E27FC236}">
                <a16:creationId xmlns:a16="http://schemas.microsoft.com/office/drawing/2014/main" id="{351C8941-9DDC-1ADD-B0D7-89AAEA032F1D}"/>
              </a:ext>
            </a:extLst>
          </p:cNvPr>
          <p:cNvSpPr/>
          <p:nvPr/>
        </p:nvSpPr>
        <p:spPr>
          <a:xfrm>
            <a:off x="14905564" y="2644773"/>
            <a:ext cx="152400" cy="152400"/>
          </a:xfrm>
          <a:prstGeom prst="ellipse">
            <a:avLst/>
          </a:prstGeom>
          <a:solidFill>
            <a:srgbClr val="06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862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-1366">
            <a:extLst>
              <a:ext uri="{FF2B5EF4-FFF2-40B4-BE49-F238E27FC236}">
                <a16:creationId xmlns:a16="http://schemas.microsoft.com/office/drawing/2014/main" id="{F91EC8A1-DC33-43E0-B787-937E9BC4497B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สรุปผลและการทดสอบฮาร์ดแวร์ขั้นต่อไป</a:t>
            </a:r>
          </a:p>
        </p:txBody>
      </p:sp>
      <p:sp>
        <p:nvSpPr>
          <p:cNvPr id="2" name="shape-1367">
            <a:extLst>
              <a:ext uri="{FF2B5EF4-FFF2-40B4-BE49-F238E27FC236}">
                <a16:creationId xmlns:a16="http://schemas.microsoft.com/office/drawing/2014/main" id="{46631E42-2104-46D6-8A18-009BEC6500FB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ผลจำลองยืนยันลำดับควบคุม ส่วนพฤติกรรมของมอเตอร์และบานต้องวัดกับชุดจริง</a:t>
            </a:r>
          </a:p>
        </p:txBody>
      </p:sp>
      <p:sp>
        <p:nvSpPr>
          <p:cNvPr id="3" name="shape-1368">
            <a:extLst>
              <a:ext uri="{FF2B5EF4-FFF2-40B4-BE49-F238E27FC236}">
                <a16:creationId xmlns:a16="http://schemas.microsoft.com/office/drawing/2014/main" id="{B2CCA890-6A68-40A7-A408-04D87EAA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69">
            <a:extLst>
              <a:ext uri="{FF2B5EF4-FFF2-40B4-BE49-F238E27FC236}">
                <a16:creationId xmlns:a16="http://schemas.microsoft.com/office/drawing/2014/main" id="{CEFF855B-76FC-41F1-9159-6627B84254E3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shape-1370">
            <a:extLst>
              <a:ext uri="{FF2B5EF4-FFF2-40B4-BE49-F238E27FC236}">
                <a16:creationId xmlns:a16="http://schemas.microsoft.com/office/drawing/2014/main" id="{29A4AFD9-87FD-405D-88A1-2130A8F7A3F0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69532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สิ่งที่ดำเนินการแล้ว</a:t>
            </a:r>
          </a:p>
        </p:txBody>
      </p:sp>
      <p:sp>
        <p:nvSpPr>
          <p:cNvPr id="6" name="shape-1371">
            <a:extLst>
              <a:ext uri="{FF2B5EF4-FFF2-40B4-BE49-F238E27FC236}">
                <a16:creationId xmlns:a16="http://schemas.microsoft.com/office/drawing/2014/main" id="{71F25BD7-1009-4D7A-BD7F-D7E93D9B9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72">
            <a:extLst>
              <a:ext uri="{FF2B5EF4-FFF2-40B4-BE49-F238E27FC236}">
                <a16:creationId xmlns:a16="http://schemas.microsoft.com/office/drawing/2014/main" id="{37F8C6A9-4732-4EC8-AC4E-E9F588F31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373">
            <a:extLst>
              <a:ext uri="{FF2B5EF4-FFF2-40B4-BE49-F238E27FC236}">
                <a16:creationId xmlns:a16="http://schemas.microsoft.com/office/drawing/2014/main" id="{79C9A0B6-9710-4922-9E64-D08FC15AF3F6}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9" name="shape-1374">
            <a:extLst>
              <a:ext uri="{FF2B5EF4-FFF2-40B4-BE49-F238E27FC236}">
                <a16:creationId xmlns:a16="http://schemas.microsoft.com/office/drawing/2014/main" id="{1524E20A-92AC-4777-B64C-42DCADFD1DD2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ออกแบบการตรวจจับสองระดับ</a:t>
            </a:r>
          </a:p>
        </p:txBody>
      </p:sp>
      <p:sp>
        <p:nvSpPr>
          <p:cNvPr id="10" name="shape-1375">
            <a:extLst>
              <a:ext uri="{FF2B5EF4-FFF2-40B4-BE49-F238E27FC236}">
                <a16:creationId xmlns:a16="http://schemas.microsoft.com/office/drawing/2014/main" id="{DADA6BB2-4C8F-41EF-848A-015E9D8AE0F1}"/>
              </a:ext>
            </a:extLst>
          </p:cNvPr>
          <p:cNvSpPr>
            <a:spLocks noGrp="1"/>
          </p:cNvSpPr>
          <p:nvPr/>
        </p:nvSpPr>
        <p:spPr>
          <a:xfrm>
            <a:off x="1866900" y="425767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แยกสัญญาณต่ำและสูงเข้าพอร์ต P2</a:t>
            </a:r>
          </a:p>
        </p:txBody>
      </p:sp>
      <p:sp>
        <p:nvSpPr>
          <p:cNvPr id="11" name="shape-1376">
            <a:extLst>
              <a:ext uri="{FF2B5EF4-FFF2-40B4-BE49-F238E27FC236}">
                <a16:creationId xmlns:a16="http://schemas.microsoft.com/office/drawing/2014/main" id="{1DFF60C8-7691-47E6-AD1D-91A41D11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77">
            <a:extLst>
              <a:ext uri="{FF2B5EF4-FFF2-40B4-BE49-F238E27FC236}">
                <a16:creationId xmlns:a16="http://schemas.microsoft.com/office/drawing/2014/main" id="{8FEDD806-E9F4-4235-A7E9-1D17E794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78">
            <a:extLst>
              <a:ext uri="{FF2B5EF4-FFF2-40B4-BE49-F238E27FC236}">
                <a16:creationId xmlns:a16="http://schemas.microsoft.com/office/drawing/2014/main" id="{E3E3F401-51E3-4FAF-81E9-EB49051BEC01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4" name="shape-1379">
            <a:extLst>
              <a:ext uri="{FF2B5EF4-FFF2-40B4-BE49-F238E27FC236}">
                <a16:creationId xmlns:a16="http://schemas.microsoft.com/office/drawing/2014/main" id="{A03E8ECA-A506-4091-9181-53E1C05EEBC1}"/>
              </a:ext>
            </a:extLst>
          </p:cNvPr>
          <p:cNvSpPr>
            <a:spLocks noGrp="1"/>
          </p:cNvSpPr>
          <p:nvPr/>
        </p:nvSpPr>
        <p:spPr>
          <a:xfrm>
            <a:off x="1866900" y="5257800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กำหนดลำดับหยุดและเปิดกลับ</a:t>
            </a:r>
          </a:p>
        </p:txBody>
      </p:sp>
      <p:sp>
        <p:nvSpPr>
          <p:cNvPr id="15" name="shape-1380">
            <a:extLst>
              <a:ext uri="{FF2B5EF4-FFF2-40B4-BE49-F238E27FC236}">
                <a16:creationId xmlns:a16="http://schemas.microsoft.com/office/drawing/2014/main" id="{350F7ADA-D5E6-429B-B5C3-5F55799B2B81}"/>
              </a:ext>
            </a:extLst>
          </p:cNvPr>
          <p:cNvSpPr>
            <a:spLocks noGrp="1"/>
          </p:cNvSpPr>
          <p:nvPr/>
        </p:nvSpPr>
        <p:spPr>
          <a:xfrm>
            <a:off x="1866900" y="5753100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พักอย่างน้อย 200 ms ก่อนเปลี่ยนทิศ</a:t>
            </a:r>
          </a:p>
        </p:txBody>
      </p:sp>
      <p:sp>
        <p:nvSpPr>
          <p:cNvPr id="16" name="shape-1381">
            <a:extLst>
              <a:ext uri="{FF2B5EF4-FFF2-40B4-BE49-F238E27FC236}">
                <a16:creationId xmlns:a16="http://schemas.microsoft.com/office/drawing/2014/main" id="{787F759C-D950-4B42-AAF8-98F5F307B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659130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382">
            <a:extLst>
              <a:ext uri="{FF2B5EF4-FFF2-40B4-BE49-F238E27FC236}">
                <a16:creationId xmlns:a16="http://schemas.microsoft.com/office/drawing/2014/main" id="{048E2333-05CB-4CBF-8FD4-EAE7DE1AC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383">
            <a:extLst>
              <a:ext uri="{FF2B5EF4-FFF2-40B4-BE49-F238E27FC236}">
                <a16:creationId xmlns:a16="http://schemas.microsoft.com/office/drawing/2014/main" id="{88E15D22-2524-40FD-8CB9-0C13F94B45BB}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shape-1384">
            <a:extLst>
              <a:ext uri="{FF2B5EF4-FFF2-40B4-BE49-F238E27FC236}">
                <a16:creationId xmlns:a16="http://schemas.microsoft.com/office/drawing/2014/main" id="{D3B47453-D05F-46C6-81A0-8EC54A9046C0}"/>
              </a:ext>
            </a:extLst>
          </p:cNvPr>
          <p:cNvSpPr>
            <a:spLocks noGrp="1"/>
          </p:cNvSpPr>
          <p:nvPr/>
        </p:nvSpPr>
        <p:spPr>
          <a:xfrm>
            <a:off x="1866900" y="675322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ผ่านชุดทดสอบเฟิร์มแวร์</a:t>
            </a:r>
          </a:p>
        </p:txBody>
      </p:sp>
      <p:sp>
        <p:nvSpPr>
          <p:cNvPr id="20" name="shape-1385">
            <a:extLst>
              <a:ext uri="{FF2B5EF4-FFF2-40B4-BE49-F238E27FC236}">
                <a16:creationId xmlns:a16="http://schemas.microsoft.com/office/drawing/2014/main" id="{171F6116-CE0C-4997-95EE-97C63E0BAA1F}"/>
              </a:ext>
            </a:extLst>
          </p:cNvPr>
          <p:cNvSpPr>
            <a:spLocks noGrp="1"/>
          </p:cNvSpPr>
          <p:nvPr/>
        </p:nvSpPr>
        <p:spPr>
          <a:xfrm>
            <a:off x="1866900" y="724852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ฉบับสอน 20 กรณี และฉบับขยาย 36 กรณี</a:t>
            </a:r>
          </a:p>
        </p:txBody>
      </p:sp>
      <p:sp>
        <p:nvSpPr>
          <p:cNvPr id="21" name="shape-1386">
            <a:extLst>
              <a:ext uri="{FF2B5EF4-FFF2-40B4-BE49-F238E27FC236}">
                <a16:creationId xmlns:a16="http://schemas.microsoft.com/office/drawing/2014/main" id="{EEED32C9-15BF-4753-8E4F-0BA42FD8BA7D}"/>
              </a:ext>
            </a:extLst>
          </p:cNvPr>
          <p:cNvSpPr>
            <a:spLocks noGrp="1"/>
          </p:cNvSpPr>
          <p:nvPr/>
        </p:nvSpPr>
        <p:spPr>
          <a:xfrm>
            <a:off x="9334500" y="2657475"/>
            <a:ext cx="7962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ลำดับทดสอบชุดจริง</a:t>
            </a:r>
          </a:p>
        </p:txBody>
      </p:sp>
      <p:sp>
        <p:nvSpPr>
          <p:cNvPr id="22" name="shape-1387">
            <a:extLst>
              <a:ext uri="{FF2B5EF4-FFF2-40B4-BE49-F238E27FC236}">
                <a16:creationId xmlns:a16="http://schemas.microsoft.com/office/drawing/2014/main" id="{DDD98215-9A0A-49B6-B1E7-BDED61AB9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35147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1388">
            <a:extLst>
              <a:ext uri="{FF2B5EF4-FFF2-40B4-BE49-F238E27FC236}">
                <a16:creationId xmlns:a16="http://schemas.microsoft.com/office/drawing/2014/main" id="{ACE353D1-9965-45A0-8079-909CE04D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35147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1389">
            <a:extLst>
              <a:ext uri="{FF2B5EF4-FFF2-40B4-BE49-F238E27FC236}">
                <a16:creationId xmlns:a16="http://schemas.microsoft.com/office/drawing/2014/main" id="{9B62C7FC-A6F0-40F8-A0BA-AEFCAF731CB7}"/>
              </a:ext>
            </a:extLst>
          </p:cNvPr>
          <p:cNvSpPr>
            <a:spLocks noGrp="1"/>
          </p:cNvSpPr>
          <p:nvPr/>
        </p:nvSpPr>
        <p:spPr>
          <a:xfrm>
            <a:off x="9410700" y="35909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5" name="shape-1390">
            <a:extLst>
              <a:ext uri="{FF2B5EF4-FFF2-40B4-BE49-F238E27FC236}">
                <a16:creationId xmlns:a16="http://schemas.microsoft.com/office/drawing/2014/main" id="{056AE41B-CEC4-4800-8DE5-72C011272380}"/>
              </a:ext>
            </a:extLst>
          </p:cNvPr>
          <p:cNvSpPr>
            <a:spLocks noGrp="1"/>
          </p:cNvSpPr>
          <p:nvPr/>
        </p:nvSpPr>
        <p:spPr>
          <a:xfrm>
            <a:off x="10191750" y="34099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กระแสเริ่มหมุนและติดขัด</a:t>
            </a:r>
          </a:p>
        </p:txBody>
      </p:sp>
      <p:sp>
        <p:nvSpPr>
          <p:cNvPr id="26" name="shape-1391">
            <a:extLst>
              <a:ext uri="{FF2B5EF4-FFF2-40B4-BE49-F238E27FC236}">
                <a16:creationId xmlns:a16="http://schemas.microsoft.com/office/drawing/2014/main" id="{0C38FF01-F4B2-44F8-8960-FE6A852F057E}"/>
              </a:ext>
            </a:extLst>
          </p:cNvPr>
          <p:cNvSpPr>
            <a:spLocks noGrp="1"/>
          </p:cNvSpPr>
          <p:nvPr/>
        </p:nvSpPr>
        <p:spPr>
          <a:xfrm>
            <a:off x="10191750" y="38957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ตรวจแหล่งจ่าย 0.50 A และตัวต้านทาน</a:t>
            </a:r>
          </a:p>
        </p:txBody>
      </p:sp>
      <p:sp>
        <p:nvSpPr>
          <p:cNvPr id="27" name="orthogonal-1392">
            <a:extLst>
              <a:ext uri="{FF2B5EF4-FFF2-40B4-BE49-F238E27FC236}">
                <a16:creationId xmlns:a16="http://schemas.microsoft.com/office/drawing/2014/main" id="{FF677090-AC6D-44EF-A2BE-759ED6AFE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41052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1393">
            <a:extLst>
              <a:ext uri="{FF2B5EF4-FFF2-40B4-BE49-F238E27FC236}">
                <a16:creationId xmlns:a16="http://schemas.microsoft.com/office/drawing/2014/main" id="{467D83BF-40F9-461A-AB2C-C33EB1332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47910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1394">
            <a:extLst>
              <a:ext uri="{FF2B5EF4-FFF2-40B4-BE49-F238E27FC236}">
                <a16:creationId xmlns:a16="http://schemas.microsoft.com/office/drawing/2014/main" id="{4C7E7BD8-E7BB-4B13-81CB-A1650C96F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47910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395">
            <a:extLst>
              <a:ext uri="{FF2B5EF4-FFF2-40B4-BE49-F238E27FC236}">
                <a16:creationId xmlns:a16="http://schemas.microsoft.com/office/drawing/2014/main" id="{2E3A5931-DA9D-44D1-B214-E3034EFB258D}"/>
              </a:ext>
            </a:extLst>
          </p:cNvPr>
          <p:cNvSpPr>
            <a:spLocks noGrp="1"/>
          </p:cNvSpPr>
          <p:nvPr/>
        </p:nvSpPr>
        <p:spPr>
          <a:xfrm>
            <a:off x="9410700" y="48672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1" name="shape-1396">
            <a:extLst>
              <a:ext uri="{FF2B5EF4-FFF2-40B4-BE49-F238E27FC236}">
                <a16:creationId xmlns:a16="http://schemas.microsoft.com/office/drawing/2014/main" id="{40AC67BA-31E2-45E0-9D4B-987E7D25789F}"/>
              </a:ext>
            </a:extLst>
          </p:cNvPr>
          <p:cNvSpPr>
            <a:spLocks noGrp="1"/>
          </p:cNvSpPr>
          <p:nvPr/>
        </p:nvSpPr>
        <p:spPr>
          <a:xfrm>
            <a:off x="10191750" y="46863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เวลาหยุดและระยะไหลต่อ</a:t>
            </a:r>
          </a:p>
        </p:txBody>
      </p:sp>
      <p:sp>
        <p:nvSpPr>
          <p:cNvPr id="32" name="shape-1397">
            <a:extLst>
              <a:ext uri="{FF2B5EF4-FFF2-40B4-BE49-F238E27FC236}">
                <a16:creationId xmlns:a16="http://schemas.microsoft.com/office/drawing/2014/main" id="{452418D4-4A1B-4804-A164-FEFDD4BA6764}"/>
              </a:ext>
            </a:extLst>
          </p:cNvPr>
          <p:cNvSpPr>
            <a:spLocks noGrp="1"/>
          </p:cNvSpPr>
          <p:nvPr/>
        </p:nvSpPr>
        <p:spPr>
          <a:xfrm>
            <a:off x="10191750" y="51720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เทียบกับค่าพักมอเตอร์ 200 ms</a:t>
            </a:r>
          </a:p>
        </p:txBody>
      </p:sp>
      <p:sp>
        <p:nvSpPr>
          <p:cNvPr id="33" name="orthogonal-1398">
            <a:extLst>
              <a:ext uri="{FF2B5EF4-FFF2-40B4-BE49-F238E27FC236}">
                <a16:creationId xmlns:a16="http://schemas.microsoft.com/office/drawing/2014/main" id="{A2E169F2-453B-434E-B64B-71DBFD705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538162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1399">
            <a:extLst>
              <a:ext uri="{FF2B5EF4-FFF2-40B4-BE49-F238E27FC236}">
                <a16:creationId xmlns:a16="http://schemas.microsoft.com/office/drawing/2014/main" id="{57C29775-3D11-4F46-8F4C-E52567E5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60674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-1400">
            <a:extLst>
              <a:ext uri="{FF2B5EF4-FFF2-40B4-BE49-F238E27FC236}">
                <a16:creationId xmlns:a16="http://schemas.microsoft.com/office/drawing/2014/main" id="{EB15D98A-7876-480F-82F5-990EFBF7D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60674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401">
            <a:extLst>
              <a:ext uri="{FF2B5EF4-FFF2-40B4-BE49-F238E27FC236}">
                <a16:creationId xmlns:a16="http://schemas.microsoft.com/office/drawing/2014/main" id="{EEB47229-521B-4C79-B66E-37016C58F08F}"/>
              </a:ext>
            </a:extLst>
          </p:cNvPr>
          <p:cNvSpPr>
            <a:spLocks noGrp="1"/>
          </p:cNvSpPr>
          <p:nvPr/>
        </p:nvSpPr>
        <p:spPr>
          <a:xfrm>
            <a:off x="9410700" y="614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7" name="shape-1402">
            <a:extLst>
              <a:ext uri="{FF2B5EF4-FFF2-40B4-BE49-F238E27FC236}">
                <a16:creationId xmlns:a16="http://schemas.microsoft.com/office/drawing/2014/main" id="{D6E3E4BE-270F-46FD-81E0-ED76F20F746B}"/>
              </a:ext>
            </a:extLst>
          </p:cNvPr>
          <p:cNvSpPr>
            <a:spLocks noGrp="1"/>
          </p:cNvSpPr>
          <p:nvPr/>
        </p:nvSpPr>
        <p:spPr>
          <a:xfrm>
            <a:off x="10191750" y="5962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อุณหภูมิระหว่างทำงาน</a:t>
            </a:r>
          </a:p>
        </p:txBody>
      </p:sp>
      <p:sp>
        <p:nvSpPr>
          <p:cNvPr id="38" name="shape-1403">
            <a:extLst>
              <a:ext uri="{FF2B5EF4-FFF2-40B4-BE49-F238E27FC236}">
                <a16:creationId xmlns:a16="http://schemas.microsoft.com/office/drawing/2014/main" id="{664DB8E9-6D2E-4166-B659-C97ECE4A54E3}"/>
              </a:ext>
            </a:extLst>
          </p:cNvPr>
          <p:cNvSpPr>
            <a:spLocks noGrp="1"/>
          </p:cNvSpPr>
          <p:nvPr/>
        </p:nvSpPr>
        <p:spPr>
          <a:xfrm>
            <a:off x="10191750" y="64484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วัด L293D และตัวต้านทานกำลัง</a:t>
            </a:r>
          </a:p>
        </p:txBody>
      </p:sp>
      <p:sp>
        <p:nvSpPr>
          <p:cNvPr id="39" name="orthogonal-1404">
            <a:extLst>
              <a:ext uri="{FF2B5EF4-FFF2-40B4-BE49-F238E27FC236}">
                <a16:creationId xmlns:a16="http://schemas.microsoft.com/office/drawing/2014/main" id="{A806CA78-A896-44CE-99BC-5D225A7B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66579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405">
            <a:extLst>
              <a:ext uri="{FF2B5EF4-FFF2-40B4-BE49-F238E27FC236}">
                <a16:creationId xmlns:a16="http://schemas.microsoft.com/office/drawing/2014/main" id="{F3C6F8B6-ECEE-4AC6-B2B0-7C3DD7972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73437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1406">
            <a:extLst>
              <a:ext uri="{FF2B5EF4-FFF2-40B4-BE49-F238E27FC236}">
                <a16:creationId xmlns:a16="http://schemas.microsoft.com/office/drawing/2014/main" id="{3AD18AB9-5D10-42B7-B1C7-C4BC3A71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73437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1407">
            <a:extLst>
              <a:ext uri="{FF2B5EF4-FFF2-40B4-BE49-F238E27FC236}">
                <a16:creationId xmlns:a16="http://schemas.microsoft.com/office/drawing/2014/main" id="{A1CF928A-109A-4B3F-9A3E-83C6B8173B63}"/>
              </a:ext>
            </a:extLst>
          </p:cNvPr>
          <p:cNvSpPr>
            <a:spLocks noGrp="1"/>
          </p:cNvSpPr>
          <p:nvPr/>
        </p:nvSpPr>
        <p:spPr>
          <a:xfrm>
            <a:off x="9410700" y="74199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43" name="shape-1408">
            <a:extLst>
              <a:ext uri="{FF2B5EF4-FFF2-40B4-BE49-F238E27FC236}">
                <a16:creationId xmlns:a16="http://schemas.microsoft.com/office/drawing/2014/main" id="{2F624063-B2EC-471C-9D04-FA522F6A422E}"/>
              </a:ext>
            </a:extLst>
          </p:cNvPr>
          <p:cNvSpPr>
            <a:spLocks noGrp="1"/>
          </p:cNvSpPr>
          <p:nvPr/>
        </p:nvSpPr>
        <p:spPr>
          <a:xfrm>
            <a:off x="10191750" y="72390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แนวลำแสงและพื้นที่ตรวจจับ</a:t>
            </a:r>
          </a:p>
        </p:txBody>
      </p:sp>
      <p:sp>
        <p:nvSpPr>
          <p:cNvPr id="44" name="shape-1409">
            <a:extLst>
              <a:ext uri="{FF2B5EF4-FFF2-40B4-BE49-F238E27FC236}">
                <a16:creationId xmlns:a16="http://schemas.microsoft.com/office/drawing/2014/main" id="{391AA55E-81AE-4ED1-9B61-93BB60B9BD64}"/>
              </a:ext>
            </a:extLst>
          </p:cNvPr>
          <p:cNvSpPr>
            <a:spLocks noGrp="1"/>
          </p:cNvSpPr>
          <p:nvPr/>
        </p:nvSpPr>
        <p:spPr>
          <a:xfrm>
            <a:off x="10191750" y="77247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ตรวจวัตถุขนาดเล็กและแสงรบกวน</a:t>
            </a:r>
          </a:p>
        </p:txBody>
      </p:sp>
      <p:sp>
        <p:nvSpPr>
          <p:cNvPr id="45" name="shape-1410">
            <a:extLst>
              <a:ext uri="{FF2B5EF4-FFF2-40B4-BE49-F238E27FC236}">
                <a16:creationId xmlns:a16="http://schemas.microsoft.com/office/drawing/2014/main" id="{D9647C27-7B92-4BEB-9285-1E15C91F0BE9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ชุดสาธิตออกแบบระยะวิ่ง 200 mm ยังต้องตรวจสมรรถนะฮาร์ดแวร์ก่อนประเมินการใช้งานจริง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098623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3632</Words>
  <Application>Microsoft Macintosh PowerPoint</Application>
  <DocSecurity>0</DocSecurity>
  <PresentationFormat>กำหนดเอง</PresentationFormat>
  <Paragraphs>1024</Paragraphs>
  <Slides>19</Slides>
  <Notes>19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3" baseType="lpstr">
      <vt:lpstr>Calibri</vt:lpstr>
      <vt:lpstr>Courier New</vt:lpstr>
      <vt:lpstr>Tahoma</vt:lpstr>
      <vt:lpstr>ChatGPT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THEERAPAT POORAYA</cp:lastModifiedBy>
  <cp:revision>13</cp:revision>
  <dcterms:created xsi:type="dcterms:W3CDTF">2026-09-17T17:35:44Z</dcterms:created>
  <dcterms:modified xsi:type="dcterms:W3CDTF">2026-09-24T02:45:40Z</dcterms:modified>
</cp:coreProperties>
</file>