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3" r:id="rId10"/>
    <p:sldId id="264" r:id="rId11"/>
    <p:sldId id="262" r:id="rId12"/>
    <p:sldId id="265" r:id="rId13"/>
    <p:sldId id="267" r:id="rId14"/>
    <p:sldId id="269" r:id="rId15"/>
    <p:sldId id="266" r:id="rId16"/>
    <p:sldId id="257" r:id="rId17"/>
    <p:sldId id="268" r:id="rId18"/>
    <p:sldId id="270" r:id="rId19"/>
    <p:sldId id="271" r:id="rId20"/>
    <p:sldId id="274" r:id="rId21"/>
    <p:sldId id="275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BFF4D-B97C-00BC-671A-5963B925D9F7}" v="2" dt="2025-10-19T10:24:3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6" autoAdjust="0"/>
    <p:restoredTop sz="94660"/>
  </p:normalViewPr>
  <p:slideViewPr>
    <p:cSldViewPr snapToGrid="0">
      <p:cViewPr varScale="1">
        <p:scale>
          <a:sx n="79" d="100"/>
          <a:sy n="79" d="100"/>
        </p:scale>
        <p:origin x="9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dit Phumchun" userId="S::phuditp66@nu.ac.th::55dcafe8-6b49-407e-afd7-dea649f7c26e" providerId="AD" clId="Web-{4F6BFF4D-B97C-00BC-671A-5963B925D9F7}"/>
    <pc:docChg chg="modSld">
      <pc:chgData name="Phudit Phumchun" userId="S::phuditp66@nu.ac.th::55dcafe8-6b49-407e-afd7-dea649f7c26e" providerId="AD" clId="Web-{4F6BFF4D-B97C-00BC-671A-5963B925D9F7}" dt="2025-10-19T10:24:31.943" v="1" actId="1076"/>
      <pc:docMkLst>
        <pc:docMk/>
      </pc:docMkLst>
      <pc:sldChg chg="modSp">
        <pc:chgData name="Phudit Phumchun" userId="S::phuditp66@nu.ac.th::55dcafe8-6b49-407e-afd7-dea649f7c26e" providerId="AD" clId="Web-{4F6BFF4D-B97C-00BC-671A-5963B925D9F7}" dt="2025-10-19T10:24:31.943" v="1" actId="1076"/>
        <pc:sldMkLst>
          <pc:docMk/>
          <pc:sldMk cId="435272591" sldId="262"/>
        </pc:sldMkLst>
        <pc:picChg chg="mod">
          <ac:chgData name="Phudit Phumchun" userId="S::phuditp66@nu.ac.th::55dcafe8-6b49-407e-afd7-dea649f7c26e" providerId="AD" clId="Web-{4F6BFF4D-B97C-00BC-671A-5963B925D9F7}" dt="2025-10-19T10:24:31.943" v="1" actId="1076"/>
          <ac:picMkLst>
            <pc:docMk/>
            <pc:sldMk cId="435272591" sldId="262"/>
            <ac:picMk id="5" creationId="{D65566B9-0D8E-2B35-7CAD-48501A295A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8B21-0FED-58DB-1F59-7F1E54468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A079B-210E-12BB-E92A-4F3107FD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2EC20-77E8-CC33-E84B-30669C62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502D-2248-4943-41EB-9F8125DAF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DB7E-FC16-D4E0-F12C-C610F179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9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00B1-3D8F-3333-5A01-36800CB3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5D9A-AF5C-03B8-F39D-223A2CB26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807D-F989-9A74-1526-9CFED043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BD4C4-A193-E3FC-9713-4E1F7DF9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2993B-A698-5CBC-E208-596B309A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2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147F-5C92-EB75-84C0-0F8CB815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B6F06-FB55-961E-8FBA-315A7EA58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C0042-2410-AC0E-45F6-CE097866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277B5-62A5-B734-67F2-3C9E80D3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EA01-F459-4F1F-67F6-275B7C4C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3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0617-7F29-1149-80B9-A237388A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4624-3A38-4756-0BC8-456ABD580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DDCE2-7A44-8BDA-A84D-49ACA3AA0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A31EB-93EE-1440-7511-E7A8747A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4150-B8D2-67EA-0689-D7B033B5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D53FD-042A-985D-6382-41D52419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2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DFF1-F84C-D049-5AA4-08533981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3821D-FC9A-3DF1-F512-485D7C4E2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36290-A2FB-8077-DDED-0FB51866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3F389-A7BC-8377-669A-4B0BBD87B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7F770-1421-D143-93CB-A9DC7594F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BA237-87D5-1F4B-FB28-D0B0350A8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97BD7-FAB0-1CAD-E0A3-D5352E97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76811-293C-E7EA-3C76-D3F8C411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0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B295-B5D7-DF0B-2AEE-2666B859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BA622-9B98-0FCF-79A8-E94AF656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DE1C2-15AA-66FF-61EB-B6DAB9A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77135-55A9-5E6E-B5CD-B5E5095A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9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71168-9D6A-62C1-325D-336D8A04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E7423-9794-45BF-0896-41A8BC9D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1CB85-1E8A-0764-C4E9-6F1750E7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8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E760-9721-CE2A-8040-3EE56408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E3A8D-DB6B-AA55-6BB0-BEC6C1D0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7A135-AE8C-0AAB-5C54-8C90C965F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3C81B-314D-C87A-E515-836861FD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B6BEA-74AD-48DD-E000-DA37658C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3DC4E-31B6-BC8C-B5D6-8C695CAD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9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7C66-9D2D-4725-A01E-759AA51B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D7137-2D21-C708-34AB-98D021972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5967C-F27B-156B-A797-9FFA177EB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0B059-57ED-6469-ABFD-BDDDE2F8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A9D2F-220C-7C5D-D5C9-7AF0BFDF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859F7-2DF8-A5E8-2BAE-3AC5A1DC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8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6392-F952-4F93-171A-5842DEA5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C734B-FB6F-B373-F0CA-649BE39AB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711F7-D146-CF6D-B6AF-85173D06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516B8-D980-9FB1-F224-64443679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DFB76-AE10-7086-2D75-858981E4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4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8B208-C427-6E19-4AF8-EB6A9F1F1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AB353-72C9-A10A-A761-40DE98393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4CD3-CB68-CFCB-4879-7A774F1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FD6A8-9547-9CE4-5AEB-5D415698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D18B7-E1AD-96E8-EC12-5EA1D05A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51D99-14B4-22BA-F7CB-3715726D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EBE05-864E-5037-930D-38914E1D2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5240F-1012-1ADB-C532-2D34BF243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8AC80-52F9-4B83-A836-7E7B7185EFE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30A27-86E0-406F-77C1-2EBA0514F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28185-0A34-0378-A6F5-391C39BB6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D2B6E-1CC1-4D2C-8F10-93228F147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6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8735-7BE8-BD9C-1A2F-A49264948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A4A9B-21D9-E70F-7FB1-2526D0E3AF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D6D0-9540-7AA3-F496-ABB5D270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Serial Communication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24C7EA-36F1-6492-BFAD-D080E3C94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592" y="1659064"/>
            <a:ext cx="5267325" cy="3124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8CC267-9748-21A2-E845-766C377B78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702"/>
          <a:stretch/>
        </p:blipFill>
        <p:spPr>
          <a:xfrm>
            <a:off x="5832917" y="1962150"/>
            <a:ext cx="5372100" cy="1466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68E60-DA77-4737-494A-C35FD501E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917" y="3729805"/>
            <a:ext cx="5464358" cy="7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7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42B3-7448-0F53-05F2-A7E67716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Serial Communication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B97D87-E709-04D9-02C4-3E17DA7E9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975517"/>
            <a:ext cx="5448300" cy="32956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170A4-8DE2-68BC-B16E-647E714F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013617"/>
            <a:ext cx="5562600" cy="3257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4F888A-759A-6CCF-EAC6-F0FBBA093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855" y="5034743"/>
            <a:ext cx="5371042" cy="10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AE2F-6878-97CE-B84C-5CE99466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SCON registers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C552C-0261-DD30-63C8-34D6FB9F6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5418"/>
            <a:ext cx="6010275" cy="11144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813D5-D02F-40A4-BDC8-BF4E4E43F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726" y="3429000"/>
            <a:ext cx="77724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1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AE2F-6878-97CE-B84C-5CE99466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SCON registers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C552C-0261-DD30-63C8-34D6FB9F6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5418"/>
            <a:ext cx="6010275" cy="11144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22FC7D-4DBD-4B13-B19C-78FBAC29C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68" y="2770981"/>
            <a:ext cx="78009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AE2F-6878-97CE-B84C-5CE99466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SCON registers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C552C-0261-DD30-63C8-34D6FB9F6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0616" y="576263"/>
            <a:ext cx="6010275" cy="111442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02FCFC-04F3-C74A-E33C-9F3CC55831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5" r="-2745" b="30309"/>
          <a:stretch/>
        </p:blipFill>
        <p:spPr>
          <a:xfrm>
            <a:off x="2303646" y="1804290"/>
            <a:ext cx="7218947" cy="477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7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AE2F-6878-97CE-B84C-5CE99466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SCON registers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C552C-0261-DD30-63C8-34D6FB9F6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5418"/>
            <a:ext cx="6010275" cy="111442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02FCFC-04F3-C74A-E33C-9F3CC55831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867"/>
          <a:stretch/>
        </p:blipFill>
        <p:spPr>
          <a:xfrm>
            <a:off x="2970777" y="3264886"/>
            <a:ext cx="7218947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0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4D63-2F43-AA5D-AE76-6D631D39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Basics of Interrupts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566B9-0D8E-2B35-7CAD-48501A295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719" y="2321242"/>
            <a:ext cx="10476467" cy="2212308"/>
          </a:xfrm>
        </p:spPr>
      </p:pic>
    </p:spTree>
    <p:extLst>
      <p:ext uri="{BB962C8B-B14F-4D97-AF65-F5344CB8AC3E}">
        <p14:creationId xmlns:p14="http://schemas.microsoft.com/office/powerpoint/2010/main" val="43527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CD02-07DD-586F-1BD5-B272AF39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Basics of Interrupts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5DF335-BAEC-2329-8DFA-A896E0B14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017" y="2605200"/>
            <a:ext cx="5282184" cy="25474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302B7-E098-E45F-C497-0BA55CD71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128" y="2280666"/>
            <a:ext cx="6492531" cy="263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0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9EFA-BAD7-931C-B69D-EFD82B48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IE registers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D945E9-E6BA-0101-4986-5DBEB49CF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080" y="1797732"/>
            <a:ext cx="6805807" cy="237439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94BB19-E03F-FD61-D541-9DDE52FC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973" y="4172124"/>
            <a:ext cx="6346486" cy="257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48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9EFA-BAD7-931C-B69D-EFD82B48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IP registers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4BB19-E03F-FD61-D541-9DDE52FC0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973" y="4172124"/>
            <a:ext cx="6346486" cy="257883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E3D58C-8847-9E07-BEE9-0562F965B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3998" y="1735727"/>
            <a:ext cx="6664004" cy="20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0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DAF9-0E9D-0B83-607E-35E0D44E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ISR programming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C1915D-2D7D-927D-3D78-E93F1A004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2329"/>
            <a:ext cx="4806696" cy="523081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AE72A1-E903-5600-299B-2ABD692A3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8692" y="3967737"/>
            <a:ext cx="6343448" cy="257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B86D-A583-9770-91DC-C14FCA13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 8051 microcontroller Vector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991BFB-E4C9-B24B-3AEA-D458363BC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865" y="2304288"/>
            <a:ext cx="8956269" cy="29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1CAB-231E-E951-AFCA-3EBC60E3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Saving Modes 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458A21-0265-9BC0-19D2-215A4EEF0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795" y="1955704"/>
            <a:ext cx="10382386" cy="2384647"/>
          </a:xfrm>
        </p:spPr>
      </p:pic>
    </p:spTree>
    <p:extLst>
      <p:ext uri="{BB962C8B-B14F-4D97-AF65-F5344CB8AC3E}">
        <p14:creationId xmlns:p14="http://schemas.microsoft.com/office/powerpoint/2010/main" val="364372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7123-9408-65C7-80C2-9F1E67F1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Saving Modes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EF2B9-11E5-173C-AF9C-26011BFFE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615" y="1979215"/>
            <a:ext cx="9796769" cy="2899569"/>
          </a:xfrm>
        </p:spPr>
      </p:pic>
    </p:spTree>
    <p:extLst>
      <p:ext uri="{BB962C8B-B14F-4D97-AF65-F5344CB8AC3E}">
        <p14:creationId xmlns:p14="http://schemas.microsoft.com/office/powerpoint/2010/main" val="2894014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E69C-2E74-BEB6-C933-8D868A75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PCON register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B1C8DF-F9CD-EF42-88DD-EE1E587AC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657" y="1916166"/>
            <a:ext cx="7791832" cy="38579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37D0B2-6D34-BED2-7DD7-E10806D47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31" y="5807075"/>
            <a:ext cx="74104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15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106AE-0B6A-798D-0261-6C729D99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Idle Mode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283FF-A638-E8FC-8FA3-341D28FA9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515" y="1926337"/>
            <a:ext cx="8962623" cy="4286472"/>
          </a:xfrm>
        </p:spPr>
      </p:pic>
    </p:spTree>
    <p:extLst>
      <p:ext uri="{BB962C8B-B14F-4D97-AF65-F5344CB8AC3E}">
        <p14:creationId xmlns:p14="http://schemas.microsoft.com/office/powerpoint/2010/main" val="3139691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7E89-2823-C836-9D90-5B3E5BE5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Down Mode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5D758-7415-428D-A325-E1AC644A6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2640"/>
            <a:ext cx="10277807" cy="3501231"/>
          </a:xfrm>
        </p:spPr>
      </p:pic>
    </p:spTree>
    <p:extLst>
      <p:ext uri="{BB962C8B-B14F-4D97-AF65-F5344CB8AC3E}">
        <p14:creationId xmlns:p14="http://schemas.microsoft.com/office/powerpoint/2010/main" val="841350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1AF6-1C2C-FC44-AEF1-13D4B516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Down Mode Circuit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8FEE7-51BA-4BE4-8746-7143A98E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6E4B7-BEF7-A55F-F131-49CF65D8F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541905"/>
            <a:ext cx="9671304" cy="49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32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CF44-1453-DD0D-CC53-2DBF1B66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Idle Mode Circuit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31BBF3-36EC-45F1-C66F-A7E7EFAD3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038" y="1484249"/>
            <a:ext cx="10157924" cy="4351338"/>
          </a:xfrm>
        </p:spPr>
      </p:pic>
    </p:spTree>
    <p:extLst>
      <p:ext uri="{BB962C8B-B14F-4D97-AF65-F5344CB8AC3E}">
        <p14:creationId xmlns:p14="http://schemas.microsoft.com/office/powerpoint/2010/main" val="263718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D1EBEB81848CA442AA2D3BD00A16A08B" ma:contentTypeVersion="3" ma:contentTypeDescription="สร้างเอกสารใหม่" ma:contentTypeScope="" ma:versionID="e44c085c2b27ab1b61758302b7b2f6d2">
  <xsd:schema xmlns:xsd="http://www.w3.org/2001/XMLSchema" xmlns:xs="http://www.w3.org/2001/XMLSchema" xmlns:p="http://schemas.microsoft.com/office/2006/metadata/properties" xmlns:ns2="dfb0a9bc-8170-4ff1-bec7-2c35082fe49c" targetNamespace="http://schemas.microsoft.com/office/2006/metadata/properties" ma:root="true" ma:fieldsID="185265ed92d36949aab70d8454742f04" ns2:_="">
    <xsd:import namespace="dfb0a9bc-8170-4ff1-bec7-2c35082fe4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0a9bc-8170-4ff1-bec7-2c35082fe4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A55A79-285B-4543-95EB-A87605F1432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26C43B-173D-4F00-B349-B404AAC133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7B26BE-8D7D-4400-84B4-61FB9E8AC3A1}"/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51</Words>
  <Application>Microsoft Office PowerPoint</Application>
  <PresentationFormat>Widescreen</PresentationFormat>
  <Paragraphs>20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Lecture 6</vt:lpstr>
      <vt:lpstr>Serial Communication</vt:lpstr>
      <vt:lpstr>Serial Communication</vt:lpstr>
      <vt:lpstr>SCON registers</vt:lpstr>
      <vt:lpstr>SCON registers</vt:lpstr>
      <vt:lpstr>SCON registers</vt:lpstr>
      <vt:lpstr>SCON registers</vt:lpstr>
      <vt:lpstr>Basics of Interrupts</vt:lpstr>
      <vt:lpstr>Basics of Interrupts</vt:lpstr>
      <vt:lpstr>IE registers</vt:lpstr>
      <vt:lpstr>IP registers</vt:lpstr>
      <vt:lpstr>ISR programming</vt:lpstr>
      <vt:lpstr>Interrupts 8051 microcontroller Vector Table</vt:lpstr>
      <vt:lpstr>Power Saving Modes </vt:lpstr>
      <vt:lpstr>Power Saving Modes </vt:lpstr>
      <vt:lpstr>PCON register</vt:lpstr>
      <vt:lpstr>Idle Mode</vt:lpstr>
      <vt:lpstr>Power Down Mode</vt:lpstr>
      <vt:lpstr>Power Down Mode Circuit</vt:lpstr>
      <vt:lpstr>Idle Mode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sangchai monkronthong</dc:creator>
  <cp:lastModifiedBy>sangchai monkronthong</cp:lastModifiedBy>
  <cp:revision>10</cp:revision>
  <dcterms:created xsi:type="dcterms:W3CDTF">2023-09-08T14:42:38Z</dcterms:created>
  <dcterms:modified xsi:type="dcterms:W3CDTF">2025-10-19T19:45:33Z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0x010100D1EBEB81848CA442AA2D3BD00A16A08B</vt:lpwstr>
  </property>
</Properties>
</file>