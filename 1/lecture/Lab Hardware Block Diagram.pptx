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1" r:id="rId14"/>
    <p:sldId id="265" r:id="rId15"/>
    <p:sldId id="269" r:id="rId16"/>
    <p:sldId id="266" r:id="rId17"/>
    <p:sldId id="268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taraporn Sangkawsuk" userId="S::pattaraporns67@nu.ac.th::e9a00e12-9fd5-41ed-a6e5-84e7090ceddb" providerId="AD" clId="Web-{570157FB-45D3-12D0-C317-0340B1315141}"/>
    <pc:docChg chg="addSld delSld">
      <pc:chgData name="Pattaraporn Sangkawsuk" userId="S::pattaraporns67@nu.ac.th::e9a00e12-9fd5-41ed-a6e5-84e7090ceddb" providerId="AD" clId="Web-{570157FB-45D3-12D0-C317-0340B1315141}" dt="2026-09-17T13:16:58.215" v="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12FAD-A412-492D-9DED-F47CB0B914F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C26D7-BD95-4AD2-B675-037C6B31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46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C26D7-BD95-4AD2-B675-037C6B3103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70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C26D7-BD95-4AD2-B675-037C6B3103C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16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EE36-E8D7-CA0B-6A09-68663D26B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07062-C727-A89C-911D-42C7F2B7E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05D5-F901-BAF7-1A88-F63B34EA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4B60D-A2BF-7CA4-8F73-F9CEA3BB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E7AAD-15AA-90D6-F03E-F4261749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4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19E-9EC7-EC6E-DB5A-1704476E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352BA-2465-C3DE-F467-C2778414A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B730-D290-A464-267C-4ED633A3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00F0B-016A-9D9A-5BE0-4530421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45F0-918D-98D9-B7C6-A33B1293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9E96-5108-0F79-C842-941DFC06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701F2-290A-0952-65F6-851FA995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4D4CC-8B0F-799F-1ED8-EA2B33AA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BA3C5-BC6C-37F4-A5E9-0F4AF6E0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3F6F4-E4E5-1F43-CFB9-D26ED81B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8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7E4D-F64A-ED65-24EB-D9A82706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23D1-A86E-DA01-2861-538CC434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46864-3DE7-D52B-BB95-188364C48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D7874-BAF4-9606-7999-73ED24E2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E9E12-4265-4C88-6F01-AD85104A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1538F-AAC7-CAAB-83FB-9A43EC30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5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5AAD-8271-CDA0-62CA-D34A6687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FA11-F341-9FC6-C442-768BE9E4C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C8881-DE68-B0D2-424F-5DE8CD71E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BAB5C-E7F3-0A21-7C8F-1A1878EEF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631FD-CE75-676F-FF09-8874C4D34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C887A-A010-3B46-86E2-7037433E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44CC4-2030-6E9D-2BBE-DC48E45B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31B21-8CFC-890E-D4B4-137545F7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3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5EC9-098B-994D-7B7C-66003966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521FB-5E52-EE1C-EBA7-58D892F6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1287B-E516-5475-604C-40E01614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5032D-F305-5850-B62C-DEC0110B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5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185FE-5695-7F1E-E527-14534729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1F40B-4543-89AB-6A15-8F3250A0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DAE04-D6A3-339A-4CE8-68A489A2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0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AF00-6E59-CEEB-51B9-68287196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377C7-870A-E432-AC42-56B0CF318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7F735-F995-743E-8EF7-7812A0631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D267D-0B4D-F63B-D877-3C8FCD70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E712A-941C-CB65-C10B-93D21F97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C8B56-E860-E54C-2DD3-87F91BEB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9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8E2C-7559-3A4B-C6D9-FC0B43F2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53B5E-301D-692C-ED7A-71E9A3D5E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DED3B-5C88-B567-AAFB-8B5024E7D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9E448-A959-6DEA-F9B5-963127D9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EB51F-681E-A0FD-76DB-FE38C5CC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D88A2-D2EC-31D8-55BC-13C084AF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5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DDB8-72D8-E6EE-6C6A-D20D7901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C3D154-E602-3BC6-9EC0-7823D6CFF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3235C-1A1D-0F95-CF73-B966F62A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FE58E-D689-726C-8EEB-2405B5F4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4BE6-F6D8-FDB8-F486-C0BD8351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516C07-98FA-B68A-1216-D7425FE00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49445-99E9-92B4-B9B6-22A5D8070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70480-812E-27DA-DD00-EF5DDE86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D456E-44DE-D274-3042-32A0121D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BFA8-D284-8AD2-0F34-3973CE55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1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B9A5FF-F9E1-9AF4-F682-114D9113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40D49-F650-0591-7BAD-14770400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82438-E4A2-6E2B-811F-42948C18F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CA1F5-BD55-4FC8-87BB-8E404A1087F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5914F-9BF2-854E-C39B-84353B3B9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2842D-BC4C-011D-EDB3-D2A993314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F19A5-76C4-4C8B-A6B5-69C92D5D6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6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64AB-EC81-0B38-62F5-9DAF5BD8B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06CE3-FC9A-D9AC-0B31-8AF499299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6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BE4A-541A-0614-F667-522479518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DC Motor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54BCE-3326-CA73-B26B-8CDAF19D8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translates electrical pulse to mechanical movement</a:t>
            </a:r>
          </a:p>
          <a:p>
            <a:r>
              <a:rPr lang="en-US"/>
              <a:t>It has only + and – terminals which rotate the motor in one direction</a:t>
            </a:r>
          </a:p>
          <a:p>
            <a:r>
              <a:rPr lang="en-US"/>
              <a:t>By reversing supply of motor  change its direction</a:t>
            </a:r>
          </a:p>
          <a:p>
            <a:r>
              <a:rPr lang="en-US"/>
              <a:t>Maximum speed is indicated in rpm(round per minute)</a:t>
            </a:r>
          </a:p>
          <a:p>
            <a:r>
              <a:rPr lang="en-US"/>
              <a:t>Nominal voltage will vary from 1 to 150 V. As DC Volage increases, Rpm also increases  </a:t>
            </a:r>
          </a:p>
          <a:p>
            <a:r>
              <a:rPr lang="en-US"/>
              <a:t>Current rating is the nominal current consumption with no load condition. It range from 25 mA  to few Amp</a:t>
            </a:r>
          </a:p>
        </p:txBody>
      </p:sp>
    </p:spTree>
    <p:extLst>
      <p:ext uri="{BB962C8B-B14F-4D97-AF65-F5344CB8AC3E}">
        <p14:creationId xmlns:p14="http://schemas.microsoft.com/office/powerpoint/2010/main" val="416948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43D1-6792-E72F-CCAE-114F95E4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DC Motor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7DF59-066A-B968-6A62-4687EAC9A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 the load increases the RPM is decreased unless voltage or current is increased</a:t>
            </a:r>
          </a:p>
          <a:p>
            <a:r>
              <a:rPr lang="en-US"/>
              <a:t>With a fixed voltage as the load increases current consumption will also be increased</a:t>
            </a:r>
          </a:p>
          <a:p>
            <a:r>
              <a:rPr lang="en-US"/>
              <a:t>If we overload the </a:t>
            </a:r>
            <a:r>
              <a:rPr lang="en-US" err="1"/>
              <a:t>moter</a:t>
            </a:r>
            <a:r>
              <a:rPr lang="en-US"/>
              <a:t>, it will halt and can </a:t>
            </a:r>
            <a:r>
              <a:rPr lang="en-US" err="1"/>
              <a:t>demage</a:t>
            </a:r>
            <a:r>
              <a:rPr lang="en-US"/>
              <a:t> the </a:t>
            </a:r>
            <a:r>
              <a:rPr lang="en-US" err="1"/>
              <a:t>moter</a:t>
            </a:r>
            <a:r>
              <a:rPr lang="en-US"/>
              <a:t> due to the heat</a:t>
            </a:r>
          </a:p>
        </p:txBody>
      </p:sp>
    </p:spTree>
    <p:extLst>
      <p:ext uri="{BB962C8B-B14F-4D97-AF65-F5344CB8AC3E}">
        <p14:creationId xmlns:p14="http://schemas.microsoft.com/office/powerpoint/2010/main" val="258639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3A7E-E060-65BC-3F4D-3B0668FE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Direction of DC motor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92213E-76B4-ECD6-9716-E02E14691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3004" y="1988782"/>
            <a:ext cx="7505992" cy="4045518"/>
          </a:xfrm>
        </p:spPr>
      </p:pic>
    </p:spTree>
    <p:extLst>
      <p:ext uri="{BB962C8B-B14F-4D97-AF65-F5344CB8AC3E}">
        <p14:creationId xmlns:p14="http://schemas.microsoft.com/office/powerpoint/2010/main" val="45520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6E1E-56B1-0DB2-6446-7DCEC076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 bridge </a:t>
            </a:r>
            <a:r>
              <a:rPr lang="en-US" err="1"/>
              <a:t>conection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772FCA-FCBC-7BF1-260A-475489E98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075" y="2417811"/>
            <a:ext cx="8705850" cy="3390900"/>
          </a:xfrm>
        </p:spPr>
      </p:pic>
    </p:spTree>
    <p:extLst>
      <p:ext uri="{BB962C8B-B14F-4D97-AF65-F5344CB8AC3E}">
        <p14:creationId xmlns:p14="http://schemas.microsoft.com/office/powerpoint/2010/main" val="140115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14EB-135A-1401-FF77-F5E6BA76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Controlling the speed of the DC motor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36AA9-5404-674D-916A-809E82CFF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921" y="3529791"/>
            <a:ext cx="9109760" cy="30951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ECAAF-B0CB-4A71-3546-FAB1B8EF714A}"/>
              </a:ext>
            </a:extLst>
          </p:cNvPr>
          <p:cNvSpPr txBox="1"/>
          <p:nvPr/>
        </p:nvSpPr>
        <p:spPr>
          <a:xfrm>
            <a:off x="487123" y="2374103"/>
            <a:ext cx="108666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We can increase of decreases the motor speed by changing the amount of power to it by using PWM techniques</a:t>
            </a:r>
          </a:p>
        </p:txBody>
      </p:sp>
    </p:spTree>
    <p:extLst>
      <p:ext uri="{BB962C8B-B14F-4D97-AF65-F5344CB8AC3E}">
        <p14:creationId xmlns:p14="http://schemas.microsoft.com/office/powerpoint/2010/main" val="182388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473F-98C2-761A-7E81-03167D88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L293D DC motor driver IC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6A737F-758F-F976-0408-796B611C6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658" y="1290487"/>
            <a:ext cx="9061677" cy="579507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41B9D1-5BCA-F104-300D-04DE3F412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132" y="3429000"/>
            <a:ext cx="1204824" cy="194309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FD4E00-7EE5-B12A-4691-2617BBD6F1EB}"/>
              </a:ext>
            </a:extLst>
          </p:cNvPr>
          <p:cNvCxnSpPr>
            <a:cxnSpLocks/>
          </p:cNvCxnSpPr>
          <p:nvPr/>
        </p:nvCxnSpPr>
        <p:spPr>
          <a:xfrm>
            <a:off x="2908548" y="3550920"/>
            <a:ext cx="1485900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0429B2-8CE2-C75C-FA2C-0A1E4D00F2B9}"/>
              </a:ext>
            </a:extLst>
          </p:cNvPr>
          <p:cNvCxnSpPr>
            <a:cxnSpLocks/>
          </p:cNvCxnSpPr>
          <p:nvPr/>
        </p:nvCxnSpPr>
        <p:spPr>
          <a:xfrm>
            <a:off x="2806700" y="5257800"/>
            <a:ext cx="1689597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99FED6-A161-C918-1CEA-F37117FB75CE}"/>
              </a:ext>
            </a:extLst>
          </p:cNvPr>
          <p:cNvSpPr txBox="1"/>
          <p:nvPr/>
        </p:nvSpPr>
        <p:spPr>
          <a:xfrm>
            <a:off x="2053458" y="2807499"/>
            <a:ext cx="2085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Input from 8051 for </a:t>
            </a:r>
          </a:p>
          <a:p>
            <a:r>
              <a:rPr lang="en-US"/>
              <a:t>Direction controlling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6665A5-D98B-A256-B5B8-776F1DADDCD0}"/>
              </a:ext>
            </a:extLst>
          </p:cNvPr>
          <p:cNvSpPr txBox="1"/>
          <p:nvPr/>
        </p:nvSpPr>
        <p:spPr>
          <a:xfrm>
            <a:off x="2152580" y="5567513"/>
            <a:ext cx="2099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Input from 8051 for </a:t>
            </a:r>
          </a:p>
          <a:p>
            <a:r>
              <a:rPr lang="en-US"/>
              <a:t>Direction controlling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90CA52-8A4E-FFAF-42BE-3F802BD0EF5D}"/>
              </a:ext>
            </a:extLst>
          </p:cNvPr>
          <p:cNvSpPr txBox="1"/>
          <p:nvPr/>
        </p:nvSpPr>
        <p:spPr>
          <a:xfrm>
            <a:off x="1860824" y="2232729"/>
            <a:ext cx="2361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PWM for control speed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73CC34-9C80-53BA-E779-BD8A9ABF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132" y="1740604"/>
            <a:ext cx="1037783" cy="52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72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19D5-B22D-764F-D2CD-0899CC3B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Block Diagram of Hardware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6170-8901-C73B-AED3-C9446D9E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173E3-61CF-BAD7-3778-E4F06706C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825625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0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0572-7CE0-3131-4CE6-2000619F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228A6B-F7C9-B9CA-8567-749C41965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064" y="1980406"/>
            <a:ext cx="6969872" cy="4646581"/>
          </a:xfrm>
        </p:spPr>
      </p:pic>
    </p:spTree>
    <p:extLst>
      <p:ext uri="{BB962C8B-B14F-4D97-AF65-F5344CB8AC3E}">
        <p14:creationId xmlns:p14="http://schemas.microsoft.com/office/powerpoint/2010/main" val="333539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5295-DC1E-6776-2954-CA10C5C0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 A Simplified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1095-8AED-3B2B-0944-5BFA635CC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40" y="1977708"/>
            <a:ext cx="10515600" cy="4351338"/>
          </a:xfrm>
        </p:spPr>
        <p:txBody>
          <a:bodyPr/>
          <a:lstStyle/>
          <a:p>
            <a:r>
              <a:rPr lang="en-US"/>
              <a:t>Scenario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084B0-7993-F6F0-B8AB-7DEE45DCF690}"/>
              </a:ext>
            </a:extLst>
          </p:cNvPr>
          <p:cNvSpPr/>
          <p:nvPr/>
        </p:nvSpPr>
        <p:spPr>
          <a:xfrm>
            <a:off x="5590032" y="2304288"/>
            <a:ext cx="1011936" cy="4553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0421B5-ECE9-7384-0050-0ED0CD31FD9C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2304288"/>
            <a:ext cx="0" cy="455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350B39-5A8C-A3BF-2F1E-6328626426B7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2304288"/>
            <a:ext cx="0" cy="455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AA7498-3B44-8CF8-FE6A-83529F90C0AD}"/>
              </a:ext>
            </a:extLst>
          </p:cNvPr>
          <p:cNvCxnSpPr>
            <a:endCxn id="4" idx="2"/>
          </p:cNvCxnSpPr>
          <p:nvPr/>
        </p:nvCxnSpPr>
        <p:spPr>
          <a:xfrm>
            <a:off x="6096000" y="2292096"/>
            <a:ext cx="0" cy="4565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DE8658-8064-A3E0-4365-A0678BCAB0D4}"/>
              </a:ext>
            </a:extLst>
          </p:cNvPr>
          <p:cNvCxnSpPr/>
          <p:nvPr/>
        </p:nvCxnSpPr>
        <p:spPr>
          <a:xfrm>
            <a:off x="6096000" y="2292096"/>
            <a:ext cx="0" cy="4553712"/>
          </a:xfrm>
          <a:prstGeom prst="line">
            <a:avLst/>
          </a:prstGeom>
          <a:ln w="603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9BE680-77B4-325F-447D-D0A4F6B33A97}"/>
              </a:ext>
            </a:extLst>
          </p:cNvPr>
          <p:cNvSpPr/>
          <p:nvPr/>
        </p:nvSpPr>
        <p:spPr>
          <a:xfrm>
            <a:off x="5590032" y="4255008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1A0C7-6F7F-3BC4-F2BA-24ED1CC8F45C}"/>
              </a:ext>
            </a:extLst>
          </p:cNvPr>
          <p:cNvSpPr/>
          <p:nvPr/>
        </p:nvSpPr>
        <p:spPr>
          <a:xfrm>
            <a:off x="5803392" y="4248912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1D5CAF-6252-87AE-7E6A-AA2BC99E3C3C}"/>
              </a:ext>
            </a:extLst>
          </p:cNvPr>
          <p:cNvSpPr/>
          <p:nvPr/>
        </p:nvSpPr>
        <p:spPr>
          <a:xfrm>
            <a:off x="6010659" y="4251960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22D151-44F0-63B9-A958-B4802EA6D356}"/>
              </a:ext>
            </a:extLst>
          </p:cNvPr>
          <p:cNvSpPr/>
          <p:nvPr/>
        </p:nvSpPr>
        <p:spPr>
          <a:xfrm>
            <a:off x="6224019" y="4258056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098AF7-AC19-2575-6535-7D9211368182}"/>
              </a:ext>
            </a:extLst>
          </p:cNvPr>
          <p:cNvSpPr/>
          <p:nvPr/>
        </p:nvSpPr>
        <p:spPr>
          <a:xfrm>
            <a:off x="6428240" y="4264152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2763964-BC17-263F-DA01-F94B4AAB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4" y="2909157"/>
            <a:ext cx="1061847" cy="106184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82AE228-541C-1846-EA03-1C7C475554E2}"/>
              </a:ext>
            </a:extLst>
          </p:cNvPr>
          <p:cNvSpPr/>
          <p:nvPr/>
        </p:nvSpPr>
        <p:spPr>
          <a:xfrm>
            <a:off x="4754877" y="4047744"/>
            <a:ext cx="414529" cy="40233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DCF02B-F342-CAB9-9E36-EA74B3A7FCAD}"/>
              </a:ext>
            </a:extLst>
          </p:cNvPr>
          <p:cNvSpPr/>
          <p:nvPr/>
        </p:nvSpPr>
        <p:spPr>
          <a:xfrm>
            <a:off x="4883566" y="4153377"/>
            <a:ext cx="156023" cy="1814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2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B05B24-6B5B-DEC7-2A5B-145FC04848D4}"/>
              </a:ext>
            </a:extLst>
          </p:cNvPr>
          <p:cNvSpPr/>
          <p:nvPr/>
        </p:nvSpPr>
        <p:spPr>
          <a:xfrm>
            <a:off x="1903445" y="266640"/>
            <a:ext cx="3046507" cy="4768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0A0D5-05E0-49AB-A110-E12C8EABA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47" y="266640"/>
            <a:ext cx="2793741" cy="63247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EF0392-B137-6AED-4126-93CD366B3A03}"/>
              </a:ext>
            </a:extLst>
          </p:cNvPr>
          <p:cNvCxnSpPr>
            <a:cxnSpLocks/>
          </p:cNvCxnSpPr>
          <p:nvPr/>
        </p:nvCxnSpPr>
        <p:spPr>
          <a:xfrm>
            <a:off x="4949952" y="4486656"/>
            <a:ext cx="2775795" cy="0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278C9C-D13D-6645-42D6-7176F377F101}"/>
              </a:ext>
            </a:extLst>
          </p:cNvPr>
          <p:cNvCxnSpPr>
            <a:cxnSpLocks/>
          </p:cNvCxnSpPr>
          <p:nvPr/>
        </p:nvCxnSpPr>
        <p:spPr>
          <a:xfrm flipV="1">
            <a:off x="4949952" y="3133408"/>
            <a:ext cx="2906424" cy="194696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C05759-ECC6-237D-793F-06964444C40C}"/>
              </a:ext>
            </a:extLst>
          </p:cNvPr>
          <p:cNvCxnSpPr>
            <a:cxnSpLocks/>
          </p:cNvCxnSpPr>
          <p:nvPr/>
        </p:nvCxnSpPr>
        <p:spPr>
          <a:xfrm flipV="1">
            <a:off x="4949952" y="2015412"/>
            <a:ext cx="2775795" cy="764053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0CA0E1-3A96-236D-FBC8-508C2991CD21}"/>
              </a:ext>
            </a:extLst>
          </p:cNvPr>
          <p:cNvSpPr txBox="1"/>
          <p:nvPr/>
        </p:nvSpPr>
        <p:spPr>
          <a:xfrm>
            <a:off x="3769505" y="4132713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P2.0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C8732-2A0F-6668-D908-47D544677726}"/>
              </a:ext>
            </a:extLst>
          </p:cNvPr>
          <p:cNvSpPr txBox="1"/>
          <p:nvPr/>
        </p:nvSpPr>
        <p:spPr>
          <a:xfrm>
            <a:off x="3769505" y="3022523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0CA96-6B20-F647-5408-0D9B142C59DA}"/>
              </a:ext>
            </a:extLst>
          </p:cNvPr>
          <p:cNvSpPr txBox="1"/>
          <p:nvPr/>
        </p:nvSpPr>
        <p:spPr>
          <a:xfrm>
            <a:off x="3786051" y="2425522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C8FF9-29B4-D942-9E19-0CEC2185A1F8}"/>
              </a:ext>
            </a:extLst>
          </p:cNvPr>
          <p:cNvSpPr txBox="1"/>
          <p:nvPr/>
        </p:nvSpPr>
        <p:spPr>
          <a:xfrm>
            <a:off x="2815652" y="502917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8051</a:t>
            </a:r>
          </a:p>
        </p:txBody>
      </p:sp>
    </p:spTree>
    <p:extLst>
      <p:ext uri="{BB962C8B-B14F-4D97-AF65-F5344CB8AC3E}">
        <p14:creationId xmlns:p14="http://schemas.microsoft.com/office/powerpoint/2010/main" val="4065250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5295-DC1E-6776-2954-CA10C5C0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 A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1095-8AED-3B2B-0944-5BFA635CC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40" y="1977708"/>
            <a:ext cx="10515600" cy="4351338"/>
          </a:xfrm>
        </p:spPr>
        <p:txBody>
          <a:bodyPr/>
          <a:lstStyle/>
          <a:p>
            <a:r>
              <a:rPr lang="en-US"/>
              <a:t>Scenario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084B0-7993-F6F0-B8AB-7DEE45DCF690}"/>
              </a:ext>
            </a:extLst>
          </p:cNvPr>
          <p:cNvSpPr/>
          <p:nvPr/>
        </p:nvSpPr>
        <p:spPr>
          <a:xfrm>
            <a:off x="5590032" y="2304288"/>
            <a:ext cx="1011936" cy="4553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0421B5-ECE9-7384-0050-0ED0CD31FD9C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2304288"/>
            <a:ext cx="0" cy="455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350B39-5A8C-A3BF-2F1E-6328626426B7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2304288"/>
            <a:ext cx="0" cy="455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AA7498-3B44-8CF8-FE6A-83529F90C0AD}"/>
              </a:ext>
            </a:extLst>
          </p:cNvPr>
          <p:cNvCxnSpPr>
            <a:endCxn id="4" idx="2"/>
          </p:cNvCxnSpPr>
          <p:nvPr/>
        </p:nvCxnSpPr>
        <p:spPr>
          <a:xfrm>
            <a:off x="6096000" y="2292096"/>
            <a:ext cx="0" cy="4565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DE8658-8064-A3E0-4365-A0678BCAB0D4}"/>
              </a:ext>
            </a:extLst>
          </p:cNvPr>
          <p:cNvCxnSpPr/>
          <p:nvPr/>
        </p:nvCxnSpPr>
        <p:spPr>
          <a:xfrm>
            <a:off x="6096000" y="2292096"/>
            <a:ext cx="0" cy="4553712"/>
          </a:xfrm>
          <a:prstGeom prst="line">
            <a:avLst/>
          </a:prstGeom>
          <a:ln w="603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9BE680-77B4-325F-447D-D0A4F6B33A97}"/>
              </a:ext>
            </a:extLst>
          </p:cNvPr>
          <p:cNvSpPr/>
          <p:nvPr/>
        </p:nvSpPr>
        <p:spPr>
          <a:xfrm>
            <a:off x="5590032" y="4255008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1A0C7-6F7F-3BC4-F2BA-24ED1CC8F45C}"/>
              </a:ext>
            </a:extLst>
          </p:cNvPr>
          <p:cNvSpPr/>
          <p:nvPr/>
        </p:nvSpPr>
        <p:spPr>
          <a:xfrm>
            <a:off x="5803392" y="4248912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1D5CAF-6252-87AE-7E6A-AA2BC99E3C3C}"/>
              </a:ext>
            </a:extLst>
          </p:cNvPr>
          <p:cNvSpPr/>
          <p:nvPr/>
        </p:nvSpPr>
        <p:spPr>
          <a:xfrm>
            <a:off x="6010659" y="4251960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22D151-44F0-63B9-A958-B4802EA6D356}"/>
              </a:ext>
            </a:extLst>
          </p:cNvPr>
          <p:cNvSpPr/>
          <p:nvPr/>
        </p:nvSpPr>
        <p:spPr>
          <a:xfrm>
            <a:off x="6224019" y="4258056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098AF7-AC19-2575-6535-7D9211368182}"/>
              </a:ext>
            </a:extLst>
          </p:cNvPr>
          <p:cNvSpPr/>
          <p:nvPr/>
        </p:nvSpPr>
        <p:spPr>
          <a:xfrm>
            <a:off x="6428240" y="4264152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2763964-BC17-263F-DA01-F94B4AAB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4" y="2909157"/>
            <a:ext cx="1061847" cy="106184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82AE228-541C-1846-EA03-1C7C475554E2}"/>
              </a:ext>
            </a:extLst>
          </p:cNvPr>
          <p:cNvSpPr/>
          <p:nvPr/>
        </p:nvSpPr>
        <p:spPr>
          <a:xfrm>
            <a:off x="4754877" y="4047744"/>
            <a:ext cx="414529" cy="40233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DCF02B-F342-CAB9-9E36-EA74B3A7FCAD}"/>
              </a:ext>
            </a:extLst>
          </p:cNvPr>
          <p:cNvSpPr/>
          <p:nvPr/>
        </p:nvSpPr>
        <p:spPr>
          <a:xfrm>
            <a:off x="4883566" y="4153377"/>
            <a:ext cx="156023" cy="1814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434F4-5C11-1E6D-126B-1F698408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309" y="4450080"/>
            <a:ext cx="1011936" cy="92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5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60A0D5-05E0-49AB-A110-E12C8EABA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542" y="1891100"/>
            <a:ext cx="2793741" cy="63247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EF0392-B137-6AED-4126-93CD366B3A03}"/>
              </a:ext>
            </a:extLst>
          </p:cNvPr>
          <p:cNvCxnSpPr>
            <a:cxnSpLocks/>
          </p:cNvCxnSpPr>
          <p:nvPr/>
        </p:nvCxnSpPr>
        <p:spPr>
          <a:xfrm>
            <a:off x="4670034" y="6309360"/>
            <a:ext cx="2775795" cy="0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278C9C-D13D-6645-42D6-7176F377F101}"/>
              </a:ext>
            </a:extLst>
          </p:cNvPr>
          <p:cNvCxnSpPr>
            <a:cxnSpLocks/>
          </p:cNvCxnSpPr>
          <p:nvPr/>
        </p:nvCxnSpPr>
        <p:spPr>
          <a:xfrm flipV="1">
            <a:off x="4670034" y="4956112"/>
            <a:ext cx="2906424" cy="194696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C05759-ECC6-237D-793F-06964444C40C}"/>
              </a:ext>
            </a:extLst>
          </p:cNvPr>
          <p:cNvCxnSpPr>
            <a:cxnSpLocks/>
          </p:cNvCxnSpPr>
          <p:nvPr/>
        </p:nvCxnSpPr>
        <p:spPr>
          <a:xfrm flipV="1">
            <a:off x="4670034" y="3838116"/>
            <a:ext cx="2775795" cy="764053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3BFE407-AF1E-F3DB-8D94-D63A9840B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69" y="159827"/>
            <a:ext cx="2502014" cy="22890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56059B-E2A8-DCEE-F015-A9D3E0F90837}"/>
              </a:ext>
            </a:extLst>
          </p:cNvPr>
          <p:cNvCxnSpPr>
            <a:cxnSpLocks/>
          </p:cNvCxnSpPr>
          <p:nvPr/>
        </p:nvCxnSpPr>
        <p:spPr>
          <a:xfrm flipV="1">
            <a:off x="4602520" y="2137934"/>
            <a:ext cx="3244185" cy="1815611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A2AB88-450F-E3DB-043E-24AE3663C3FC}"/>
              </a:ext>
            </a:extLst>
          </p:cNvPr>
          <p:cNvCxnSpPr>
            <a:cxnSpLocks/>
          </p:cNvCxnSpPr>
          <p:nvPr/>
        </p:nvCxnSpPr>
        <p:spPr>
          <a:xfrm flipV="1">
            <a:off x="4530878" y="1467887"/>
            <a:ext cx="3244185" cy="1815611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3B37E6-9369-E63F-4BB6-4009DBF10D78}"/>
              </a:ext>
            </a:extLst>
          </p:cNvPr>
          <p:cNvCxnSpPr>
            <a:cxnSpLocks/>
          </p:cNvCxnSpPr>
          <p:nvPr/>
        </p:nvCxnSpPr>
        <p:spPr>
          <a:xfrm flipV="1">
            <a:off x="4486483" y="649284"/>
            <a:ext cx="3244185" cy="1815611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1B05B24-6B5B-DEC7-2A5B-145FC04848D4}"/>
              </a:ext>
            </a:extLst>
          </p:cNvPr>
          <p:cNvSpPr/>
          <p:nvPr/>
        </p:nvSpPr>
        <p:spPr>
          <a:xfrm>
            <a:off x="1623527" y="2089344"/>
            <a:ext cx="3046507" cy="4768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0CA0E1-3A96-236D-FBC8-508C2991CD21}"/>
              </a:ext>
            </a:extLst>
          </p:cNvPr>
          <p:cNvSpPr txBox="1"/>
          <p:nvPr/>
        </p:nvSpPr>
        <p:spPr>
          <a:xfrm>
            <a:off x="3489587" y="5955417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P2.0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C8732-2A0F-6668-D908-47D544677726}"/>
              </a:ext>
            </a:extLst>
          </p:cNvPr>
          <p:cNvSpPr txBox="1"/>
          <p:nvPr/>
        </p:nvSpPr>
        <p:spPr>
          <a:xfrm>
            <a:off x="3489587" y="4845227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0CA96-6B20-F647-5408-0D9B142C59DA}"/>
              </a:ext>
            </a:extLst>
          </p:cNvPr>
          <p:cNvSpPr txBox="1"/>
          <p:nvPr/>
        </p:nvSpPr>
        <p:spPr>
          <a:xfrm>
            <a:off x="3506133" y="4248226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C8FF9-29B4-D942-9E19-0CEC2185A1F8}"/>
              </a:ext>
            </a:extLst>
          </p:cNvPr>
          <p:cNvSpPr txBox="1"/>
          <p:nvPr/>
        </p:nvSpPr>
        <p:spPr>
          <a:xfrm>
            <a:off x="2053947" y="2217321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8051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3978B-B10D-AF76-8CAF-3AF0F40F1559}"/>
              </a:ext>
            </a:extLst>
          </p:cNvPr>
          <p:cNvSpPr txBox="1"/>
          <p:nvPr/>
        </p:nvSpPr>
        <p:spPr>
          <a:xfrm>
            <a:off x="3471641" y="3578343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DC26E-C7F9-9520-4889-7EC881125A50}"/>
              </a:ext>
            </a:extLst>
          </p:cNvPr>
          <p:cNvSpPr txBox="1"/>
          <p:nvPr/>
        </p:nvSpPr>
        <p:spPr>
          <a:xfrm>
            <a:off x="3489587" y="2891578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1E6AF-770C-A724-DE28-F3465AC470C0}"/>
              </a:ext>
            </a:extLst>
          </p:cNvPr>
          <p:cNvSpPr txBox="1"/>
          <p:nvPr/>
        </p:nvSpPr>
        <p:spPr>
          <a:xfrm>
            <a:off x="3554669" y="2138391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P1.4</a:t>
            </a:r>
          </a:p>
        </p:txBody>
      </p:sp>
    </p:spTree>
    <p:extLst>
      <p:ext uri="{BB962C8B-B14F-4D97-AF65-F5344CB8AC3E}">
        <p14:creationId xmlns:p14="http://schemas.microsoft.com/office/powerpoint/2010/main" val="2235620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5295-DC1E-6776-2954-CA10C5C0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 A Traffic light with AI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1095-8AED-3B2B-0944-5BFA635CC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40" y="1977708"/>
            <a:ext cx="10515600" cy="4351338"/>
          </a:xfrm>
        </p:spPr>
        <p:txBody>
          <a:bodyPr/>
          <a:lstStyle/>
          <a:p>
            <a:r>
              <a:rPr lang="en-US"/>
              <a:t>Scenario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084B0-7993-F6F0-B8AB-7DEE45DCF690}"/>
              </a:ext>
            </a:extLst>
          </p:cNvPr>
          <p:cNvSpPr/>
          <p:nvPr/>
        </p:nvSpPr>
        <p:spPr>
          <a:xfrm>
            <a:off x="5590032" y="2304288"/>
            <a:ext cx="1011936" cy="4553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0421B5-ECE9-7384-0050-0ED0CD31FD9C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2304288"/>
            <a:ext cx="0" cy="455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350B39-5A8C-A3BF-2F1E-6328626426B7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6096000" y="2304288"/>
            <a:ext cx="0" cy="455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AA7498-3B44-8CF8-FE6A-83529F90C0AD}"/>
              </a:ext>
            </a:extLst>
          </p:cNvPr>
          <p:cNvCxnSpPr>
            <a:endCxn id="4" idx="2"/>
          </p:cNvCxnSpPr>
          <p:nvPr/>
        </p:nvCxnSpPr>
        <p:spPr>
          <a:xfrm>
            <a:off x="6096000" y="2292096"/>
            <a:ext cx="0" cy="4565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DE8658-8064-A3E0-4365-A0678BCAB0D4}"/>
              </a:ext>
            </a:extLst>
          </p:cNvPr>
          <p:cNvCxnSpPr/>
          <p:nvPr/>
        </p:nvCxnSpPr>
        <p:spPr>
          <a:xfrm>
            <a:off x="6096000" y="2292096"/>
            <a:ext cx="0" cy="4553712"/>
          </a:xfrm>
          <a:prstGeom prst="line">
            <a:avLst/>
          </a:prstGeom>
          <a:ln w="603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79BE680-77B4-325F-447D-D0A4F6B33A97}"/>
              </a:ext>
            </a:extLst>
          </p:cNvPr>
          <p:cNvSpPr/>
          <p:nvPr/>
        </p:nvSpPr>
        <p:spPr>
          <a:xfrm>
            <a:off x="5590032" y="4255008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1A0C7-6F7F-3BC4-F2BA-24ED1CC8F45C}"/>
              </a:ext>
            </a:extLst>
          </p:cNvPr>
          <p:cNvSpPr/>
          <p:nvPr/>
        </p:nvSpPr>
        <p:spPr>
          <a:xfrm>
            <a:off x="5803392" y="4248912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1D5CAF-6252-87AE-7E6A-AA2BC99E3C3C}"/>
              </a:ext>
            </a:extLst>
          </p:cNvPr>
          <p:cNvSpPr/>
          <p:nvPr/>
        </p:nvSpPr>
        <p:spPr>
          <a:xfrm>
            <a:off x="6010659" y="4251960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22D151-44F0-63B9-A958-B4802EA6D356}"/>
              </a:ext>
            </a:extLst>
          </p:cNvPr>
          <p:cNvSpPr/>
          <p:nvPr/>
        </p:nvSpPr>
        <p:spPr>
          <a:xfrm>
            <a:off x="6224019" y="4258056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098AF7-AC19-2575-6535-7D9211368182}"/>
              </a:ext>
            </a:extLst>
          </p:cNvPr>
          <p:cNvSpPr/>
          <p:nvPr/>
        </p:nvSpPr>
        <p:spPr>
          <a:xfrm>
            <a:off x="6428240" y="4264152"/>
            <a:ext cx="140207" cy="68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2763964-BC17-263F-DA01-F94B4AAB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4" y="2909157"/>
            <a:ext cx="1061847" cy="106184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82AE228-541C-1846-EA03-1C7C475554E2}"/>
              </a:ext>
            </a:extLst>
          </p:cNvPr>
          <p:cNvSpPr/>
          <p:nvPr/>
        </p:nvSpPr>
        <p:spPr>
          <a:xfrm>
            <a:off x="4754877" y="4047744"/>
            <a:ext cx="414529" cy="40233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DCF02B-F342-CAB9-9E36-EA74B3A7FCAD}"/>
              </a:ext>
            </a:extLst>
          </p:cNvPr>
          <p:cNvSpPr/>
          <p:nvPr/>
        </p:nvSpPr>
        <p:spPr>
          <a:xfrm>
            <a:off x="4883566" y="4153377"/>
            <a:ext cx="156023" cy="1814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F4B54D-67BE-AA23-8DAF-95C2B37BCAC6}"/>
              </a:ext>
            </a:extLst>
          </p:cNvPr>
          <p:cNvGrpSpPr/>
          <p:nvPr/>
        </p:nvGrpSpPr>
        <p:grpSpPr>
          <a:xfrm>
            <a:off x="6844613" y="3476382"/>
            <a:ext cx="1532927" cy="1535407"/>
            <a:chOff x="7611076" y="4153377"/>
            <a:chExt cx="1532927" cy="15354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9C63BEC-74CB-0455-7B62-6303F1EEC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11076" y="4153377"/>
              <a:ext cx="1493094" cy="149309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0434F4-5C11-1E6D-126B-1F6984082E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272" t="-981" r="27704" b="-361"/>
            <a:stretch/>
          </p:blipFill>
          <p:spPr>
            <a:xfrm flipH="1">
              <a:off x="8476774" y="4275155"/>
              <a:ext cx="667229" cy="1413629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4488B70-232E-A260-0D32-CE0928E7E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232" y="4739620"/>
            <a:ext cx="1786703" cy="18764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36C21D-4913-9690-9E4B-FA6A654B1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4026" y="2781300"/>
            <a:ext cx="714375" cy="571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A16931-1FE3-B63D-BECE-5B9028EEF146}"/>
              </a:ext>
            </a:extLst>
          </p:cNvPr>
          <p:cNvSpPr txBox="1"/>
          <p:nvPr/>
        </p:nvSpPr>
        <p:spPr>
          <a:xfrm>
            <a:off x="7568081" y="2855891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25183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60A0D5-05E0-49AB-A110-E12C8EABA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326" y="1731273"/>
            <a:ext cx="2793741" cy="63247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EF0392-B137-6AED-4126-93CD366B3A03}"/>
              </a:ext>
            </a:extLst>
          </p:cNvPr>
          <p:cNvCxnSpPr>
            <a:cxnSpLocks/>
          </p:cNvCxnSpPr>
          <p:nvPr/>
        </p:nvCxnSpPr>
        <p:spPr>
          <a:xfrm>
            <a:off x="7132818" y="6149533"/>
            <a:ext cx="2775795" cy="0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278C9C-D13D-6645-42D6-7176F377F101}"/>
              </a:ext>
            </a:extLst>
          </p:cNvPr>
          <p:cNvCxnSpPr>
            <a:cxnSpLocks/>
          </p:cNvCxnSpPr>
          <p:nvPr/>
        </p:nvCxnSpPr>
        <p:spPr>
          <a:xfrm flipV="1">
            <a:off x="7132818" y="4796285"/>
            <a:ext cx="2906424" cy="194696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C05759-ECC6-237D-793F-06964444C40C}"/>
              </a:ext>
            </a:extLst>
          </p:cNvPr>
          <p:cNvCxnSpPr>
            <a:cxnSpLocks/>
          </p:cNvCxnSpPr>
          <p:nvPr/>
        </p:nvCxnSpPr>
        <p:spPr>
          <a:xfrm flipV="1">
            <a:off x="7132818" y="3678289"/>
            <a:ext cx="2775795" cy="764053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3BFE407-AF1E-F3DB-8D94-D63A9840B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053" y="0"/>
            <a:ext cx="2502014" cy="22890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56059B-E2A8-DCEE-F015-A9D3E0F90837}"/>
              </a:ext>
            </a:extLst>
          </p:cNvPr>
          <p:cNvCxnSpPr>
            <a:cxnSpLocks/>
          </p:cNvCxnSpPr>
          <p:nvPr/>
        </p:nvCxnSpPr>
        <p:spPr>
          <a:xfrm flipV="1">
            <a:off x="7065304" y="1978107"/>
            <a:ext cx="3244185" cy="1815611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A2AB88-450F-E3DB-043E-24AE3663C3FC}"/>
              </a:ext>
            </a:extLst>
          </p:cNvPr>
          <p:cNvCxnSpPr>
            <a:cxnSpLocks/>
          </p:cNvCxnSpPr>
          <p:nvPr/>
        </p:nvCxnSpPr>
        <p:spPr>
          <a:xfrm flipV="1">
            <a:off x="6993662" y="1308060"/>
            <a:ext cx="3244185" cy="1815611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3B37E6-9369-E63F-4BB6-4009DBF10D78}"/>
              </a:ext>
            </a:extLst>
          </p:cNvPr>
          <p:cNvCxnSpPr>
            <a:cxnSpLocks/>
          </p:cNvCxnSpPr>
          <p:nvPr/>
        </p:nvCxnSpPr>
        <p:spPr>
          <a:xfrm flipV="1">
            <a:off x="6949267" y="489457"/>
            <a:ext cx="3244185" cy="1815611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1B05B24-6B5B-DEC7-2A5B-145FC04848D4}"/>
              </a:ext>
            </a:extLst>
          </p:cNvPr>
          <p:cNvSpPr/>
          <p:nvPr/>
        </p:nvSpPr>
        <p:spPr>
          <a:xfrm>
            <a:off x="4086311" y="1929517"/>
            <a:ext cx="3046507" cy="4768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0CA0E1-3A96-236D-FBC8-508C2991CD21}"/>
              </a:ext>
            </a:extLst>
          </p:cNvPr>
          <p:cNvSpPr txBox="1"/>
          <p:nvPr/>
        </p:nvSpPr>
        <p:spPr>
          <a:xfrm>
            <a:off x="5952371" y="5795590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P2.0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C8732-2A0F-6668-D908-47D544677726}"/>
              </a:ext>
            </a:extLst>
          </p:cNvPr>
          <p:cNvSpPr txBox="1"/>
          <p:nvPr/>
        </p:nvSpPr>
        <p:spPr>
          <a:xfrm>
            <a:off x="5952371" y="4685400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0CA96-6B20-F647-5408-0D9B142C59DA}"/>
              </a:ext>
            </a:extLst>
          </p:cNvPr>
          <p:cNvSpPr txBox="1"/>
          <p:nvPr/>
        </p:nvSpPr>
        <p:spPr>
          <a:xfrm>
            <a:off x="5968917" y="4088399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C8FF9-29B4-D942-9E19-0CEC2185A1F8}"/>
              </a:ext>
            </a:extLst>
          </p:cNvPr>
          <p:cNvSpPr txBox="1"/>
          <p:nvPr/>
        </p:nvSpPr>
        <p:spPr>
          <a:xfrm>
            <a:off x="4516731" y="2057494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8051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3978B-B10D-AF76-8CAF-3AF0F40F1559}"/>
              </a:ext>
            </a:extLst>
          </p:cNvPr>
          <p:cNvSpPr txBox="1"/>
          <p:nvPr/>
        </p:nvSpPr>
        <p:spPr>
          <a:xfrm>
            <a:off x="5934425" y="3418516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DC26E-C7F9-9520-4889-7EC881125A50}"/>
              </a:ext>
            </a:extLst>
          </p:cNvPr>
          <p:cNvSpPr txBox="1"/>
          <p:nvPr/>
        </p:nvSpPr>
        <p:spPr>
          <a:xfrm>
            <a:off x="5952371" y="2731751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1E6AF-770C-A724-DE28-F3465AC470C0}"/>
              </a:ext>
            </a:extLst>
          </p:cNvPr>
          <p:cNvSpPr txBox="1"/>
          <p:nvPr/>
        </p:nvSpPr>
        <p:spPr>
          <a:xfrm>
            <a:off x="6017453" y="1978564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P1.4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914D43-88EA-AF9F-BB66-CC3331BB4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075" y="243106"/>
            <a:ext cx="1530229" cy="15363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321093B-C41B-A106-A885-019E8496A28C}"/>
              </a:ext>
            </a:extLst>
          </p:cNvPr>
          <p:cNvSpPr/>
          <p:nvPr/>
        </p:nvSpPr>
        <p:spPr>
          <a:xfrm>
            <a:off x="2084832" y="376375"/>
            <a:ext cx="964321" cy="1601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FBA501-CA30-A79A-FF1A-84CD22715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30" y="2217864"/>
            <a:ext cx="3098494" cy="3429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F1C82E-0DAF-DA9A-F763-50A501BE24E9}"/>
              </a:ext>
            </a:extLst>
          </p:cNvPr>
          <p:cNvCxnSpPr>
            <a:cxnSpLocks/>
          </p:cNvCxnSpPr>
          <p:nvPr/>
        </p:nvCxnSpPr>
        <p:spPr>
          <a:xfrm>
            <a:off x="3293120" y="3016212"/>
            <a:ext cx="886912" cy="11800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F871D4-F045-551A-B4B2-3740FD98C9AF}"/>
              </a:ext>
            </a:extLst>
          </p:cNvPr>
          <p:cNvSpPr txBox="1"/>
          <p:nvPr/>
        </p:nvSpPr>
        <p:spPr>
          <a:xfrm>
            <a:off x="4129985" y="2617259"/>
            <a:ext cx="236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P2.1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4ADA8B-719F-2FB7-8901-6592DE6437AA}"/>
              </a:ext>
            </a:extLst>
          </p:cNvPr>
          <p:cNvSpPr txBox="1"/>
          <p:nvPr/>
        </p:nvSpPr>
        <p:spPr>
          <a:xfrm>
            <a:off x="1233433" y="5780133"/>
            <a:ext cx="1198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ESP32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694063-08BE-D3E1-DE6E-CE28CAAA7BEC}"/>
              </a:ext>
            </a:extLst>
          </p:cNvPr>
          <p:cNvCxnSpPr>
            <a:cxnSpLocks/>
            <a:stCxn id="13" idx="1"/>
          </p:cNvCxnSpPr>
          <p:nvPr/>
        </p:nvCxnSpPr>
        <p:spPr>
          <a:xfrm>
            <a:off x="2084832" y="1177241"/>
            <a:ext cx="99237" cy="1038624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22C7E1-E944-D384-A430-32C920184B08}"/>
              </a:ext>
            </a:extLst>
          </p:cNvPr>
          <p:cNvSpPr txBox="1"/>
          <p:nvPr/>
        </p:nvSpPr>
        <p:spPr>
          <a:xfrm>
            <a:off x="1176433" y="1404165"/>
            <a:ext cx="947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WIFI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D1EBEB81848CA442AA2D3BD00A16A08B" ma:contentTypeVersion="3" ma:contentTypeDescription="สร้างเอกสารใหม่" ma:contentTypeScope="" ma:versionID="e44c085c2b27ab1b61758302b7b2f6d2">
  <xsd:schema xmlns:xsd="http://www.w3.org/2001/XMLSchema" xmlns:xs="http://www.w3.org/2001/XMLSchema" xmlns:p="http://schemas.microsoft.com/office/2006/metadata/properties" xmlns:ns2="dfb0a9bc-8170-4ff1-bec7-2c35082fe49c" targetNamespace="http://schemas.microsoft.com/office/2006/metadata/properties" ma:root="true" ma:fieldsID="185265ed92d36949aab70d8454742f04" ns2:_="">
    <xsd:import namespace="dfb0a9bc-8170-4ff1-bec7-2c35082fe4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0a9bc-8170-4ff1-bec7-2c35082fe4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464F64-69B8-446A-9089-1EDDEF7CEC36}">
  <ds:schemaRefs>
    <ds:schemaRef ds:uri="dfb0a9bc-8170-4ff1-bec7-2c35082fe4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1D2B0E-5CE4-435E-9C5B-55DCACB2F5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7CB7402-B71B-4C0D-B09D-44C10FCDCF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LAB 3</vt:lpstr>
      <vt:lpstr>DC Motor Basics </vt:lpstr>
      <vt:lpstr>DC Motor Basics </vt:lpstr>
      <vt:lpstr>Direction of DC motor</vt:lpstr>
      <vt:lpstr>H bridge conection</vt:lpstr>
      <vt:lpstr>Controlling the speed of the DC motor</vt:lpstr>
      <vt:lpstr>L293D DC motor driver IC</vt:lpstr>
      <vt:lpstr>Block Diagram of Hardware Connection</vt:lpstr>
      <vt:lpstr>PowerPoint Presentation</vt:lpstr>
      <vt:lpstr> A Simplified Traffic light</vt:lpstr>
      <vt:lpstr>PowerPoint Presentation</vt:lpstr>
      <vt:lpstr> A Traffic light</vt:lpstr>
      <vt:lpstr>PowerPoint Presentation</vt:lpstr>
      <vt:lpstr> A Traffic light with AI camera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sangchai monkronthong</dc:creator>
  <cp:revision>2</cp:revision>
  <dcterms:created xsi:type="dcterms:W3CDTF">2023-09-04T14:01:50Z</dcterms:created>
  <dcterms:modified xsi:type="dcterms:W3CDTF">2026-09-24T17:52:54Z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0x010100D1EBEB81848CA442AA2D3BD00A16A08B</vt:lpwstr>
  </property>
</Properties>
</file>