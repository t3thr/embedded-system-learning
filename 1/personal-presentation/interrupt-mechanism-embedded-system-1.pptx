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3f0e6f7f594da6" /><Relationship Type="http://schemas.openxmlformats.org/officeDocument/2006/relationships/extended-properties" Target="/docProps/app.xml" Id="Re6bcca69dd914bf9" /><Relationship Type="http://schemas.openxmlformats.org/officeDocument/2006/relationships/officeDocument" Target="/ppt/presentation.xml" Id="R1c51d046ba1a4b3d" /></Relationships>
</file>

<file path=ppt/presentation.xml><?xml version="1.0" encoding="utf-8"?>
<p:presentation xmlns:p="http://schemas.openxmlformats.org/presentationml/2006/main">
  <p:sldMasterIdLst>
    <p:sldMasterId xmlns:r="http://schemas.openxmlformats.org/officeDocument/2006/relationships" id="2147483648" r:id="R676af781f3524f62"/>
  </p:sldMasterIdLst>
  <p:notesMasterIdLst>
    <p:notesMasterId xmlns:r="http://schemas.openxmlformats.org/officeDocument/2006/relationships" r:id="Re3119f1599f64b81"/>
  </p:notesMasterIdLst>
  <p:sldIdLst>
    <p:sldId xmlns:r="http://schemas.openxmlformats.org/officeDocument/2006/relationships" id="256" r:id="R7373aa25c96e48e6"/>
    <p:sldId xmlns:r="http://schemas.openxmlformats.org/officeDocument/2006/relationships" id="257" r:id="R2f07f26929344159"/>
    <p:sldId xmlns:r="http://schemas.openxmlformats.org/officeDocument/2006/relationships" id="258" r:id="Rd4055ba4661c4090"/>
    <p:sldId xmlns:r="http://schemas.openxmlformats.org/officeDocument/2006/relationships" id="259" r:id="R5f0b052e34d34739"/>
    <p:sldId xmlns:r="http://schemas.openxmlformats.org/officeDocument/2006/relationships" id="260" r:id="R3ad173c403064f5d"/>
    <p:sldId xmlns:r="http://schemas.openxmlformats.org/officeDocument/2006/relationships" id="261" r:id="R02b6b19bbe394ae5"/>
    <p:sldId xmlns:r="http://schemas.openxmlformats.org/officeDocument/2006/relationships" id="262" r:id="R514cc240bc08416b"/>
    <p:sldId xmlns:r="http://schemas.openxmlformats.org/officeDocument/2006/relationships" id="263" r:id="R4a4bba3300e742e3"/>
    <p:sldId xmlns:r="http://schemas.openxmlformats.org/officeDocument/2006/relationships" id="264" r:id="Ra4d21eadd5284559"/>
    <p:sldId xmlns:r="http://schemas.openxmlformats.org/officeDocument/2006/relationships" id="265" r:id="R7e04e79f2fab445c"/>
    <p:sldId xmlns:r="http://schemas.openxmlformats.org/officeDocument/2006/relationships" id="266" r:id="R95648662fa48474e"/>
    <p:sldId xmlns:r="http://schemas.openxmlformats.org/officeDocument/2006/relationships" id="267" r:id="Re0fc606904b24757"/>
    <p:sldId xmlns:r="http://schemas.openxmlformats.org/officeDocument/2006/relationships" id="268" r:id="R91fe65f4f4d2453b"/>
    <p:sldId xmlns:r="http://schemas.openxmlformats.org/officeDocument/2006/relationships" id="269" r:id="R5126cb72bbbd4398"/>
    <p:sldId xmlns:r="http://schemas.openxmlformats.org/officeDocument/2006/relationships" id="270" r:id="Rc291d9c5abaa40a5"/>
    <p:sldId xmlns:r="http://schemas.openxmlformats.org/officeDocument/2006/relationships" id="271" r:id="R31e99b8f69604055"/>
    <p:sldId xmlns:r="http://schemas.openxmlformats.org/officeDocument/2006/relationships" id="272" r:id="R0f40492b0e2c4a65"/>
    <p:sldId xmlns:r="http://schemas.openxmlformats.org/officeDocument/2006/relationships" id="273" r:id="Rd4695267a34842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0f8082610f4323" /><Relationship Type="http://schemas.openxmlformats.org/officeDocument/2006/relationships/slideMaster" Target="/ppt/slideMasters/slideMaster1.xml" Id="R676af781f3524f62" /><Relationship Type="http://schemas.openxmlformats.org/officeDocument/2006/relationships/notesMaster" Target="/ppt/notesMasters/notesMaster1.xml" Id="Re3119f1599f64b81" /><Relationship Type="http://schemas.openxmlformats.org/officeDocument/2006/relationships/presProps" Target="/ppt/presProps.xml" Id="R5ebd887f25a749fb" /><Relationship Type="http://schemas.openxmlformats.org/officeDocument/2006/relationships/tableStyles" Target="/ppt/tableStyles.xml" Id="R9032e26745da41bf" /><Relationship Type="http://schemas.openxmlformats.org/officeDocument/2006/relationships/slide" Target="/ppt/slides/slide1.xml" Id="R7373aa25c96e48e6" /><Relationship Type="http://schemas.openxmlformats.org/officeDocument/2006/relationships/slide" Target="/ppt/slides/slide2.xml" Id="R2f07f26929344159" /><Relationship Type="http://schemas.openxmlformats.org/officeDocument/2006/relationships/slide" Target="/ppt/slides/slide3.xml" Id="Rd4055ba4661c4090" /><Relationship Type="http://schemas.openxmlformats.org/officeDocument/2006/relationships/slide" Target="/ppt/slides/slide4.xml" Id="R5f0b052e34d34739" /><Relationship Type="http://schemas.openxmlformats.org/officeDocument/2006/relationships/slide" Target="/ppt/slides/slide5.xml" Id="R3ad173c403064f5d" /><Relationship Type="http://schemas.openxmlformats.org/officeDocument/2006/relationships/slide" Target="/ppt/slides/slide6.xml" Id="R02b6b19bbe394ae5" /><Relationship Type="http://schemas.openxmlformats.org/officeDocument/2006/relationships/slide" Target="/ppt/slides/slide7.xml" Id="R514cc240bc08416b" /><Relationship Type="http://schemas.openxmlformats.org/officeDocument/2006/relationships/slide" Target="/ppt/slides/slide8.xml" Id="R4a4bba3300e742e3" /><Relationship Type="http://schemas.openxmlformats.org/officeDocument/2006/relationships/slide" Target="/ppt/slides/slide9.xml" Id="Ra4d21eadd5284559" /><Relationship Type="http://schemas.openxmlformats.org/officeDocument/2006/relationships/slide" Target="/ppt/slides/slide10.xml" Id="R7e04e79f2fab445c" /><Relationship Type="http://schemas.openxmlformats.org/officeDocument/2006/relationships/slide" Target="/ppt/slides/slide11.xml" Id="R95648662fa48474e" /><Relationship Type="http://schemas.openxmlformats.org/officeDocument/2006/relationships/slide" Target="/ppt/slides/slide12.xml" Id="Re0fc606904b24757" /><Relationship Type="http://schemas.openxmlformats.org/officeDocument/2006/relationships/slide" Target="/ppt/slides/slide13.xml" Id="R91fe65f4f4d2453b" /><Relationship Type="http://schemas.openxmlformats.org/officeDocument/2006/relationships/slide" Target="/ppt/slides/slide14.xml" Id="R5126cb72bbbd4398" /><Relationship Type="http://schemas.openxmlformats.org/officeDocument/2006/relationships/slide" Target="/ppt/slides/slide15.xml" Id="Rc291d9c5abaa40a5" /><Relationship Type="http://schemas.openxmlformats.org/officeDocument/2006/relationships/slide" Target="/ppt/slides/slide16.xml" Id="R31e99b8f69604055" /><Relationship Type="http://schemas.openxmlformats.org/officeDocument/2006/relationships/slide" Target="/ppt/slides/slide17.xml" Id="R0f40492b0e2c4a65" /><Relationship Type="http://schemas.openxmlformats.org/officeDocument/2006/relationships/slide" Target="/ppt/slides/slide18.xml" Id="Rd4695267a34842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3a878c58a244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518e3f78d848d1" /><Relationship Type="http://schemas.openxmlformats.org/officeDocument/2006/relationships/notesMaster" Target="/ppt/notesMasters/notesMaster1.xml" Id="Raa536670c8ec41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0119ca36142c8" /><Relationship Type="http://schemas.openxmlformats.org/officeDocument/2006/relationships/notesMaster" Target="/ppt/notesMasters/notesMaster1.xml" Id="R21aeb626cc3149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29919007fb40e4" /><Relationship Type="http://schemas.openxmlformats.org/officeDocument/2006/relationships/notesMaster" Target="/ppt/notesMasters/notesMaster1.xml" Id="Ra30c827364984c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e2b38ff5e24c59" /><Relationship Type="http://schemas.openxmlformats.org/officeDocument/2006/relationships/notesMaster" Target="/ppt/notesMasters/notesMaster1.xml" Id="R21a16ad2040f4e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80e8bffc8a4f10" /><Relationship Type="http://schemas.openxmlformats.org/officeDocument/2006/relationships/notesMaster" Target="/ppt/notesMasters/notesMaster1.xml" Id="Rb46ac34809054c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03d39741114732" /><Relationship Type="http://schemas.openxmlformats.org/officeDocument/2006/relationships/notesMaster" Target="/ppt/notesMasters/notesMaster1.xml" Id="R2ab872dcf34645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8053dde99f4510" /><Relationship Type="http://schemas.openxmlformats.org/officeDocument/2006/relationships/notesMaster" Target="/ppt/notesMasters/notesMaster1.xml" Id="Raef974facb3744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1e0b4cf6264b29" /><Relationship Type="http://schemas.openxmlformats.org/officeDocument/2006/relationships/notesMaster" Target="/ppt/notesMasters/notesMaster1.xml" Id="Rb31a6c2a1a6f41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2bc9058b83427a" /><Relationship Type="http://schemas.openxmlformats.org/officeDocument/2006/relationships/notesMaster" Target="/ppt/notesMasters/notesMaster1.xml" Id="Rae93598586674e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6b09e5873149ee" /><Relationship Type="http://schemas.openxmlformats.org/officeDocument/2006/relationships/notesMaster" Target="/ppt/notesMasters/notesMaster1.xml" Id="R990cc4a3ada947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019bc8cfd49d8" /><Relationship Type="http://schemas.openxmlformats.org/officeDocument/2006/relationships/notesMaster" Target="/ppt/notesMasters/notesMaster1.xml" Id="R7fe7d7d8229648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7a551c6c534be7" /><Relationship Type="http://schemas.openxmlformats.org/officeDocument/2006/relationships/notesMaster" Target="/ppt/notesMasters/notesMaster1.xml" Id="R42cebca1d05c48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f4218c02c94f91" /><Relationship Type="http://schemas.openxmlformats.org/officeDocument/2006/relationships/notesMaster" Target="/ppt/notesMasters/notesMaster1.xml" Id="Rb736c9beceec41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3bcb2364a94414" /><Relationship Type="http://schemas.openxmlformats.org/officeDocument/2006/relationships/notesMaster" Target="/ppt/notesMasters/notesMaster1.xml" Id="Re73980d141244c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50c8fcd9724d77" /><Relationship Type="http://schemas.openxmlformats.org/officeDocument/2006/relationships/notesMaster" Target="/ppt/notesMasters/notesMaster1.xml" Id="R39a97a32df2148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08b45f4b7247b7" /><Relationship Type="http://schemas.openxmlformats.org/officeDocument/2006/relationships/notesMaster" Target="/ppt/notesMasters/notesMaster1.xml" Id="R1ef7a351f6af46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8e2e9992e5408c" /><Relationship Type="http://schemas.openxmlformats.org/officeDocument/2006/relationships/notesMaster" Target="/ppt/notesMasters/notesMaster1.xml" Id="R049d7872c1db46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bdfd09957e4583" /><Relationship Type="http://schemas.openxmlformats.org/officeDocument/2006/relationships/notesMaster" Target="/ppt/notesMasters/notesMaster1.xml" Id="Rc62861ea1ec043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เปิดด้วยภาพรวมว่า Interrupt ไม่ใช่เพียงคำสั่งกระโดด แต่เป็นสัญญาระหว่างอุปกรณ์ ฮาร์ดแวร์ CPU หน่วยความจำ Stack และซอฟต์แวร์ ISR เป้าหมายคือมองเห็นเส้นทางทั้งหมดตั้งแต่เหตุการณ์จนกลับมาทำงานเดิม</a:t>
            </a:r>
          </a:p>
          <a:p xmlns:a="http://schemas.openxmlformats.org/drawingml/2006/main">
            <a:r>
              <a:t/>
            </a:r>
          </a:p>
          <a:p xmlns:a="http://schemas.openxmlformats.org/drawingml/2006/main">
            <a:r>
              <a:t>[Sources]</a:t>
            </a:r>
          </a:p>
          <a:p xmlns:a="http://schemas.openxmlformats.org/drawingml/2006/main">
            <a:r>
              <a:t>- /Users/3rapat/student/internship/CODEFIN/project/vahalla-wealth/private-docs/other-project/my-personality/academics/tqf/bachelor-cpe-nu.md</a:t>
            </a:r>
          </a:p>
          <a:p xmlns:a="http://schemas.openxmlformats.org/drawingml/2006/main">
            <a:r>
              <a:t>- https://ww1.microchip.com/downloads/en/DeviceDoc/Atmel-7810-Automotive-Microcontrollers-ATmega328P_Datasheet.pdf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ใช้สไลด์นี้เป็นแผนที่การเรียนรู้ ไม่ต้องอ่านทุกคำ เพียงชี้ว่าการนำเสนอจะตอบสี่คำถามตามลำดับ และทุกหัวข้อสัมพันธ์กับโครงสร้างไมโครโพรเซสเซอร์ I/O และเทคนิคซอฟต์แวร์ในรายวิชา 305341</a:t>
            </a:r>
          </a:p>
          <a:p xmlns:a="http://schemas.openxmlformats.org/drawingml/2006/main">
            <a:r>
              <a:t/>
            </a:r>
          </a:p>
          <a:p xmlns:a="http://schemas.openxmlformats.org/drawingml/2006/main">
            <a:r>
              <a:t>[Sources]</a:t>
            </a:r>
          </a:p>
          <a:p xmlns:a="http://schemas.openxmlformats.org/drawingml/2006/main">
            <a:r>
              <a:t>- /Users/3rapat/student/internship/CODEFIN/project/vahalla-wealth/private-docs/other-project/my-personality/academics/tqf/bachelor-cpe-nu.md</a:t>
            </a:r>
          </a:p>
          <a:p xmlns:a="http://schemas.openxmlformats.org/drawingml/2006/main">
            <a:r>
              <a:t>- /Users/3rapat/student/internship/CODEFIN/project/vahalla-wealth/private-docs/other-project/my-personality/academics/tqf/course-alignment-and-prerequisites.md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เปรียบเทียบแนวคิด ไม่ใช่บอกว่า Interrupt ดีกว่าเสมอ Polling ยังเหมาะกับระบบเล็กมากหรือ loop ที่มีคาบแน่นอน แต่เมื่อเหตุการณ์มาไม่สม่ำเสมอ การ polling เปลืองรอบ CPU และเวลาตอบสนองขึ้นกับช่วงตรวจ ส่วน interrupt ทำให้ CPU ทำงานอื่นได้จน IRQ มาถึง</a:t>
            </a:r>
          </a:p>
          <a:p xmlns:a="http://schemas.openxmlformats.org/drawingml/2006/main">
            <a:r>
              <a:t/>
            </a:r>
          </a:p>
          <a:p xmlns:a="http://schemas.openxmlformats.org/drawingml/2006/main">
            <a:r>
              <a:t>[Sources]</a:t>
            </a:r>
          </a:p>
          <a:p xmlns:a="http://schemas.openxmlformats.org/drawingml/2006/main">
            <a:r>
              <a:t>- https://developer.arm.com/community/arm-community-blogs/b/architectures-and-processors-blog/posts/beginner-guide-on-interrupt-latency-and-interrupt-latency-of-the-arm-cortex-m-processors</a:t>
            </a:r>
          </a:p>
          <a:p xmlns:a="http://schemas.openxmlformats.org/drawingml/2006/main">
            <a:r>
              <a:t>- https://onlinedocs.microchip.com/oxy/GUID-74578654-4F5F-4B29-9F3C-6C3B1F1DF670-en-US-2/GUID-E2F2DD51-831A-460D-8B8F-9FD94418808B.html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นิยาม Interrupt ให้ครบสามส่วน: มีเหตุการณ์ร้องขอ, CPU เปลี่ยนไปทำ handler ชั่วคราว, แล้วกลับมาทำงานเดิม การจำแนกหลายแกนช่วยไม่ให้สับสน เช่น Hardware interrupt อาจเป็น maskable และ edge-triggered พร้อมกันได้</a:t>
            </a:r>
          </a:p>
          <a:p xmlns:a="http://schemas.openxmlformats.org/drawingml/2006/main">
            <a:r>
              <a:t/>
            </a:r>
          </a:p>
          <a:p xmlns:a="http://schemas.openxmlformats.org/drawingml/2006/main">
            <a:r>
              <a:t>[Sources]</a:t>
            </a:r>
          </a:p>
          <a:p xmlns:a="http://schemas.openxmlformats.org/drawingml/2006/main">
            <a:r>
              <a:t>- https://ww1.microchip.com/downloads/en/DeviceDoc/Atmel-7810-Automotive-Microcontrollers-ATmega328P_Datasheet.pdf</a:t>
            </a:r>
          </a:p>
          <a:p xmlns:a="http://schemas.openxmlformats.org/drawingml/2006/main">
            <a:r>
              <a:t>- https://arm-software.github.io/CMSIS_6/latest/Core/group__NVIC__gr.html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เน้นว่า CPU มักทำ instruction ปัจจุบันให้เสร็จก่อน จากนั้นจึงตรวจเงื่อนไขรับ interrupt เก็บบริบท เปลี่ยน PC ผ่าน vector และทำ ISR รายละเอียดว่าเก็บ register ใดอัตโนมัติแตกต่างกันตามสถาปัตยกรรม ส่วน RETI หรือ exception return ทำให้กลับจุดเดิมได้</a:t>
            </a:r>
          </a:p>
          <a:p xmlns:a="http://schemas.openxmlformats.org/drawingml/2006/main">
            <a:r>
              <a:t/>
            </a:r>
          </a:p>
          <a:p xmlns:a="http://schemas.openxmlformats.org/drawingml/2006/main">
            <a:r>
              <a:t>[Sources]</a:t>
            </a:r>
          </a:p>
          <a:p xmlns:a="http://schemas.openxmlformats.org/drawingml/2006/main">
            <a:r>
              <a:t>- https://onlinedocs.microchip.com/oxy/GUID-74578654-4F5F-4B29-9F3C-6C3B1F1DF670-en-US-2/GUID-E2F2DD51-831A-460D-8B8F-9FD94418808B.html</a:t>
            </a:r>
          </a:p>
          <a:p xmlns:a="http://schemas.openxmlformats.org/drawingml/2006/main">
            <a:r>
              <a:t>- https://developer.arm.com/-/media/Arm%20Developer%20Community/PDF/Learn%20the%20Architecture/Exception%20model.pdf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ATmega328P ผลัก PC ลง stack อัตโนมัติระหว่างการตอบสนอง interrupt แต่ SREG ไม่ถูกเก็บและคืนให้อัตโนมัติ คอมไพเลอร์ C จะสร้าง prologue/epilogue เพื่อเก็บ register ที่ใช้ ส่วน Cortex-M มี basic exception frame 8 รีจิสเตอร์ที่ฮาร์ดแวร์ stack ให้ ทำให้เขียน handler ด้วย C ได้ง่ายขึ้น ทั้งสองกรณียังอาจมี software-saved registers เพิ่มตาม ABI และ code ที่ใช้</a:t>
            </a:r>
          </a:p>
          <a:p xmlns:a="http://schemas.openxmlformats.org/drawingml/2006/main">
            <a:r>
              <a:t/>
            </a:r>
          </a:p>
          <a:p xmlns:a="http://schemas.openxmlformats.org/drawingml/2006/main">
            <a:r>
              <a:t>[Sources]</a:t>
            </a:r>
          </a:p>
          <a:p xmlns:a="http://schemas.openxmlformats.org/drawingml/2006/main">
            <a:r>
              <a:t>- https://onlinedocs.microchip.com/oxy/GUID-74578654-4F5F-4B29-9F3C-6C3B1F1DF670-en-US-2/GUID-E2F2DD51-831A-460D-8B8F-9FD94418808B.html</a:t>
            </a:r>
          </a:p>
          <a:p xmlns:a="http://schemas.openxmlformats.org/drawingml/2006/main">
            <a:r>
              <a:t>- https://developer.arm.com/-/media/Arm%20Developer%20Community/PDF/Learn%20the%20Architecture/Exception%20model.pdf</a:t>
            </a:r>
          </a:p>
          <a:p xmlns:a="http://schemas.openxmlformats.org/drawingml/2006/main">
            <a:r>
              <a:t>- https://onlinedocs.microchip.com/oxy/GUID-317042D4-BCCE-4065-BB05-AC4312DBC2C4-en-US-2/GUID-F889605B-692F-493A-8BE7-F0FBACF1715B.html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Vector table อยู่ในตำแหน่งหน่วยความจำที่สถาปัตยกรรมกำหนด เมื่อ INT0 ถูกยอมรับ CPU ไปยัง vector ลำดับที่ 2 แล้วคำสั่งใน entry พาไปยัง handler จริง ATmega328P มี 26 entries เมื่อรวม Reset และแต่ละ vector ใช้สอง instruction words ที่อยู่ในตารางเป็น program address ตามรูปแบบของ datasheet</a:t>
            </a:r>
          </a:p>
          <a:p xmlns:a="http://schemas.openxmlformats.org/drawingml/2006/main">
            <a:r>
              <a:t/>
            </a:r>
          </a:p>
          <a:p xmlns:a="http://schemas.openxmlformats.org/drawingml/2006/main">
            <a:r>
              <a:t>[Sources]</a:t>
            </a:r>
          </a:p>
          <a:p xmlns:a="http://schemas.openxmlformats.org/drawingml/2006/main">
            <a:r>
              <a:t>- https://ww1.microchip.com/downloads/en/DeviceDoc/Atmel-7810-Automotive-Microcontrollers-ATmega328P_Datasheet.pdf</a:t>
            </a:r>
          </a:p>
          <a:p xmlns:a="http://schemas.openxmlformats.org/drawingml/2006/main">
            <a:r>
              <a:t>- https://onlinedocs.microchip.com/oxy/GUID-B84B70FB-3A2A-4032-8108-E46D2240EB3A-en-US-9/GUID-3C3A0504-066B-4FBB-AC89-295B76DACB65.html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ตารางนี้เปรียบเทียบระดับสถาปัตยกรรม ไม่ใช่บอกว่าระบบใดดีที่สุด Original 8051 มีห้า interrupt sources และสองระดับ priority; derivative อาจมีมากกว่า ATmega328P มี 25 แหล่ง interrupt บวก Reset ส่วน Cortex-M รวม NVIC และ hardware stacking ที่ซับซ้อนกว่า จำนวน IRQ จริงขึ้นกับผู้ผลิตชิป</a:t>
            </a:r>
          </a:p>
          <a:p xmlns:a="http://schemas.openxmlformats.org/drawingml/2006/main">
            <a:r>
              <a:t/>
            </a:r>
          </a:p>
          <a:p xmlns:a="http://schemas.openxmlformats.org/drawingml/2006/main">
            <a:r>
              <a:t>[Sources]</a:t>
            </a:r>
          </a:p>
          <a:p xmlns:a="http://schemas.openxmlformats.org/drawingml/2006/main">
            <a:r>
              <a:t>- https://www.keil.com/appnotes/files/apnt_103.pdf</a:t>
            </a:r>
          </a:p>
          <a:p xmlns:a="http://schemas.openxmlformats.org/drawingml/2006/main">
            <a:r>
              <a:t>- https://ww1.microchip.com/downloads/en/DeviceDoc/Atmel-7810-Automotive-Microcontrollers-ATmega328P_Datasheet.pdf</a:t>
            </a:r>
          </a:p>
          <a:p xmlns:a="http://schemas.openxmlformats.org/drawingml/2006/main">
            <a:r>
              <a:t>- https://arm-software.github.io/CMSIS_6/latest/Core/group__NVIC__gr.html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ตัวเลข latency ต้องอ่านพร้อมสมมติฐาน AVR ระบุ minimum four cycles ถึงเวลาที่ vector address ถูก execute แล้ว vector jump และ compiler prologue เพิ่มเวลาอีก Cortex-M3/M4 ระบุ 12 cycles ในระบบ zero-wait-state และ tail-chaining ประมาณหกรอบสำหรับ interrupt ต่อเนื่อง 8051 มีหลาย implementation จึงไม่ควรให้เลขเดียวโดยไม่ระบุ core ความจริงยังขึ้นกับ instruction ปัจจุบัน memory wait states bus contention และ masking</a:t>
            </a:r>
          </a:p>
          <a:p xmlns:a="http://schemas.openxmlformats.org/drawingml/2006/main">
            <a:r>
              <a:t/>
            </a:r>
          </a:p>
          <a:p xmlns:a="http://schemas.openxmlformats.org/drawingml/2006/main">
            <a:r>
              <a:t>[Sources]</a:t>
            </a:r>
          </a:p>
          <a:p xmlns:a="http://schemas.openxmlformats.org/drawingml/2006/main">
            <a:r>
              <a:t>- https://onlinedocs.microchip.com/oxy/GUID-74578654-4F5F-4B29-9F3C-6C3B1F1DF670-en-US-2/GUID-E2F2DD51-831A-460D-8B8F-9FD94418808B.html</a:t>
            </a:r>
          </a:p>
          <a:p xmlns:a="http://schemas.openxmlformats.org/drawingml/2006/main">
            <a:r>
              <a:t>- https://developer.arm.com/community/arm-community-blogs/b/architectures-and-processors-blog/posts/beginner-guide-on-interrupt-latency-and-interrupt-latency-of-the-arm-cortex-m-processors</a:t>
            </a:r>
          </a:p>
          <a:p xmlns:a="http://schemas.openxmlformats.org/drawingml/2006/main">
            <a:r>
              <a:t>- https://www.keil.com/appnotes/files/apnt_103.pdf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ใช้ state model เพื่อแก้ความเข้าใจผิดว่า request มาแล้ว ISR ต้องเริ่มทันที Pending หมายถึงระบบจำ request ไว้แต่ยังรอเงื่อนไข หากเกิด event ใหม่ระหว่าง handler บาง peripheral จะตั้ง flag อีกครั้งและกลายเป็น active plus pending แต่พฤติกรรมขึ้นกับ peripheral และวิธีเคลียร์ flag</a:t>
            </a:r>
          </a:p>
          <a:p xmlns:a="http://schemas.openxmlformats.org/drawingml/2006/main">
            <a:r>
              <a:t/>
            </a:r>
          </a:p>
          <a:p xmlns:a="http://schemas.openxmlformats.org/drawingml/2006/main">
            <a:r>
              <a:t>[Sources]</a:t>
            </a:r>
          </a:p>
          <a:p xmlns:a="http://schemas.openxmlformats.org/drawingml/2006/main">
            <a:r>
              <a:t>- https://arm-software.github.io/CMSIS_6/latest/Core/group__NVIC__gr.html</a:t>
            </a:r>
          </a:p>
          <a:p xmlns:a="http://schemas.openxmlformats.org/drawingml/2006/main">
            <a:r>
              <a:t>- https://onlinedocs.microchip.com/oxy/GUID-173AD72D-41FE-4760-A93C-7078A02BD908-en-US-7.1.1/GUID-28C0BE67-D3AF-407C-B828-8263918C2489.html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ใน Cortex-M ค่าตัวเลข priority ที่น้อยกว่าหมายถึงเร่งด่วนกว่า จึงต้องระวังคำว่า high priority ตัวอย่าง timeline แสดง IRQ B ขัด Main และ IRQ A ที่เร่งด่วนกว่าขัด B อีกที เมื่อ A เสร็จจึงกลับ B แล้วกลับ Main การ nesting ช่วยงานวิกฤต แต่ต้องวิเคราะห์ stack depth และ shared state</a:t>
            </a:r>
          </a:p>
          <a:p xmlns:a="http://schemas.openxmlformats.org/drawingml/2006/main">
            <a:r>
              <a:t/>
            </a:r>
          </a:p>
          <a:p xmlns:a="http://schemas.openxmlformats.org/drawingml/2006/main">
            <a:r>
              <a:t>[Sources]</a:t>
            </a:r>
          </a:p>
          <a:p xmlns:a="http://schemas.openxmlformats.org/drawingml/2006/main">
            <a:r>
              <a:t>- https://arm-software.github.io/CMSIS_6/latest/Core/group__NVIC__gr.html</a:t>
            </a:r>
          </a:p>
          <a:p xmlns:a="http://schemas.openxmlformats.org/drawingml/2006/main">
            <a:r>
              <a:t>- https://developer.arm.com/community/arm-community-blogs/b/embedded-and-microcontrollers-blog/posts/cutting-through-the-confusion-with-arm-cortex-m-interrupt-priorities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Edge trigger สร้างเหตุการณ์เมื่อสัญญาณเปลี่ยนตามเงื่อนไข ส่วน level trigger ยังร้องขอได้ตราบใดที่ระดับค้างอยู่ จึงต้องแก้ต้นเหตุของระดับ ไม่ใช่เพียงเคลียร์ flag สำหรับ ATmega family พฤติกรรมการเคลียร์ flag ต้องอ่าน datasheet โดยเฉพาะ INTF0 สามารถเคลียร์โดยการ execute ISR หรือเขียนหนึ่งในบางกรณี สวิตช์จริงมี bounce จึงต้อง debounce</a:t>
            </a:r>
          </a:p>
          <a:p xmlns:a="http://schemas.openxmlformats.org/drawingml/2006/main">
            <a:r>
              <a:t/>
            </a:r>
          </a:p>
          <a:p xmlns:a="http://schemas.openxmlformats.org/drawingml/2006/main">
            <a:r>
              <a:t>[Sources]</a:t>
            </a:r>
          </a:p>
          <a:p xmlns:a="http://schemas.openxmlformats.org/drawingml/2006/main">
            <a:r>
              <a:t>- https://onlinedocs.microchip.com/oxy/GUID-173AD72D-41FE-4760-A93C-7078A02BD908-en-US-7.1.1/GUID-28C0BE67-D3AF-407C-B828-8263918C2489.html</a:t>
            </a:r>
          </a:p>
          <a:p xmlns:a="http://schemas.openxmlformats.org/drawingml/2006/main">
            <a:r>
              <a:t>- https://ww1.microchip.com/downloads/en/DeviceDoc/Atmel-7810-Automotive-Microcontrollers-ATmega328P_Datasheet.pdf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กฎที่ใช้ได้ทั่วไปคือ ISR สั้นและ deterministic ทำเพียงอ่านข้อมูลที่จำเป็น ยืนยันหรือเคลียร์ต้นเหตุ และส่งสัญญาณให้ main loop หรือ task งานที่อาจ block เช่น printf delay การสื่อสารยาว หรือ allocation ควรอยู่นอก ISR ตัวอย่างนี้ยังไม่แก้ debounce และประเด็น race ของ check-and-clear ซึ่งสไลด์ถัดไปอธิบาย</a:t>
            </a:r>
          </a:p>
          <a:p xmlns:a="http://schemas.openxmlformats.org/drawingml/2006/main">
            <a:r>
              <a:t/>
            </a:r>
          </a:p>
          <a:p xmlns:a="http://schemas.openxmlformats.org/drawingml/2006/main">
            <a:r>
              <a:t>[Sources]</a:t>
            </a:r>
          </a:p>
          <a:p xmlns:a="http://schemas.openxmlformats.org/drawingml/2006/main">
            <a:r>
              <a:t>- https://onlinedocs.microchip.com/oxy/GUID-317042D4-BCCE-4065-BB05-AC4312DBC2C4-en-US-2/GUID-F889605B-692F-493A-8BE7-F0FBACF1715B.html</a:t>
            </a:r>
          </a:p>
          <a:p xmlns:a="http://schemas.openxmlformats.org/drawingml/2006/main">
            <a:r>
              <a:t>- https://avrdudes.github.io/avr-libc/avr-libc-user-manual/FAQ.html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volatile แก้ปัญหาที่ compiler คิดว่าค่าไม่เปลี่ยนและ cache ค่าไว้ แต่ไม่ได้รับประกัน atomicity ตัวอย่าง 16-bit บน 8-bit MCU ต้องอ่านสองครั้ง หาก ISR แทรกระหว่าง LOW และ HIGH จะได้ค่าผสม การใช้ ATOMIC_BLOCK พร้อม RESTORESTATE ปิด interrupt ชั่วคราวและคืนสถานะเดิม เหมาะกับ critical section สั้น ๆ ไม่ควรปิด interrupt นาน</a:t>
            </a:r>
          </a:p>
          <a:p xmlns:a="http://schemas.openxmlformats.org/drawingml/2006/main">
            <a:r>
              <a:t/>
            </a:r>
          </a:p>
          <a:p xmlns:a="http://schemas.openxmlformats.org/drawingml/2006/main">
            <a:r>
              <a:t>[Sources]</a:t>
            </a:r>
          </a:p>
          <a:p xmlns:a="http://schemas.openxmlformats.org/drawingml/2006/main">
            <a:r>
              <a:t>- https://avrdudes.github.io/avr-libc/avr-libc-user-manual/FAQ.html</a:t>
            </a:r>
          </a:p>
          <a:p xmlns:a="http://schemas.openxmlformats.org/drawingml/2006/main">
            <a:r>
              <a:t>- https://avrdudes.github.io/avr-libc/avr-libc-user-manual/group__util__atomic.html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วงจรใช้ internal pull-up ทำให้ PD2 เป็นหนึ่งเมื่อไม่กด และตกเป็นศูนย์เมื่อกด จึงตั้ง ISC01=1 ISC00=0 สำหรับ falling edge เคลียร์ stale flag ด้วยการเขียนหนึ่ง เปิด INT0 ใน EIMSK แล้วเปิด global I-bit ด้วย sei ISR ตั้ง flag เท่านั้น Datasheet ระบุว่า flag สำหรับ edge จะถูกเคลียร์เมื่อ ISR ถูก execute ได้เช่นกัน โค้ดตัวอย่างเน้นกลไก ไม่รวม debounce เต็มรูปแบบ</a:t>
            </a:r>
          </a:p>
          <a:p xmlns:a="http://schemas.openxmlformats.org/drawingml/2006/main">
            <a:r>
              <a:t/>
            </a:r>
          </a:p>
          <a:p xmlns:a="http://schemas.openxmlformats.org/drawingml/2006/main">
            <a:r>
              <a:t>[Sources]</a:t>
            </a:r>
          </a:p>
          <a:p xmlns:a="http://schemas.openxmlformats.org/drawingml/2006/main">
            <a:r>
              <a:t>- https://ww1.microchip.com/downloads/en/DeviceDoc/Atmel-7810-Automotive-Microcontrollers-ATmega328P_Datasheet.pdf</a:t>
            </a:r>
          </a:p>
          <a:p xmlns:a="http://schemas.openxmlformats.org/drawingml/2006/main">
            <a:r>
              <a:t>- https://onlinedocs.microchip.com/oxy/GUID-173AD72D-41FE-4760-A93C-7078A02BD908-en-US-7.1.1/GUID-28C0BE67-D3AF-407C-B828-8263918C2489.html</a:t>
            </a:r>
          </a:p>
          <a:p xmlns:a="http://schemas.openxmlformats.org/drawingml/2006/main">
            <a:r>
              <a:t>- https://onlinedocs.microchip.com/oxy/GUID-317042D4-BCCE-4065-BB05-AC4312DBC2C4-en-US-2/GUID-F889605B-692F-493A-8BE7-F0FBACF1715B.html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อย่าประเมิน latency จาก source code อย่างเดียว ให้ toggle GPIO ที่ entry และ exit ของ ISR แล้ววัดด้วย logic analyzer ระยะจาก IRQ ถึงขอบ GPIO คือ latency ที่รวมระบบจริง ส่วนความกว้าง pulse คือเวลาของ ISR ระวังว่าการ toggle เองมี overhead เล็กน้อย รายการด้านขวาเป็นลำดับตรวจสอบอาการที่พบบ่อย</a:t>
            </a:r>
          </a:p>
          <a:p xmlns:a="http://schemas.openxmlformats.org/drawingml/2006/main">
            <a:r>
              <a:t/>
            </a:r>
          </a:p>
          <a:p xmlns:a="http://schemas.openxmlformats.org/drawingml/2006/main">
            <a:r>
              <a:t>[Sources]</a:t>
            </a:r>
          </a:p>
          <a:p xmlns:a="http://schemas.openxmlformats.org/drawingml/2006/main">
            <a:r>
              <a:t>- https://developer.arm.com/community/arm-community-blogs/b/architectures-and-processors-blog/posts/beginner-guide-on-interrupt-latency-and-interrupt-latency-of-the-arm-cortex-m-processors</a:t>
            </a:r>
          </a:p>
          <a:p xmlns:a="http://schemas.openxmlformats.org/drawingml/2006/main">
            <a:r>
              <a:t>- https://ww1.microchip.com/downloads/en/DeviceDoc/Atmel-7810-Automotive-Microcontrollers-ATmega328P_Datasheet.pdf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ปิดการนำเสนอด้วยกฎห้าข้อที่นำไปใช้กับ microcontroller ทุกตระกูล เส้นทางต้อง trace ได้ context ต้องคืนครบ latency ต้องมี budget ISR ต้องสั้น และข้อมูลที่แชร์ต้องปลอดภัย กฎเหล่านี้เป็นพื้นฐานเมื่อไปต่อ Embedded System 2 ที่มี sensor actuator และการสื่อสารจริง</a:t>
            </a:r>
          </a:p>
          <a:p xmlns:a="http://schemas.openxmlformats.org/drawingml/2006/main">
            <a:r>
              <a:t/>
            </a:r>
          </a:p>
          <a:p xmlns:a="http://schemas.openxmlformats.org/drawingml/2006/main">
            <a:r>
              <a:t>[Sources]</a:t>
            </a:r>
          </a:p>
          <a:p xmlns:a="http://schemas.openxmlformats.org/drawingml/2006/main">
            <a:r>
              <a:t>- /Users/3rapat/student/internship/CODEFIN/project/vahalla-wealth/private-docs/other-project/my-personality/academics/tqf/course-alignment-and-prerequisites.md</a:t>
            </a:r>
          </a:p>
          <a:p xmlns:a="http://schemas.openxmlformats.org/drawingml/2006/main">
            <a:r>
              <a:t>- https://ww1.microchip.com/downloads/en/DeviceDoc/Atmel-7810-Automotive-Microcontrollers-ATmega328P_Datasheet.pdf</a:t>
            </a:r>
          </a:p>
          <a:p xmlns:a="http://schemas.openxmlformats.org/drawingml/2006/main">
            <a:r>
              <a:t>- https://arm-software.github.io/CMSIS_6/latest/Core/group__NVIC__gr.html</a:t>
            </a:r>
          </a:p>
          <a:p xmlns:a="http://schemas.openxmlformats.org/drawingml/2006/main">
            <a:r>
              <a:t>- https://avrdudes.github.io/avr-libc/avr-libc-user-manual/group__util__atomic.html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แหล่งอ้างอิงหลักเลือก manual จากผู้ผลิตและเอกสาร CMSIS/AVR-LibC ที่เป็น authoritative sources ใช้ Keil application note เพื่อยืนยัน vector ของ original 8051 และใช้เอกสารหลักสูตรภายในเพื่อเชื่อมกับรายวิชา</a:t>
            </a:r>
          </a:p>
          <a:p xmlns:a="http://schemas.openxmlformats.org/drawingml/2006/main">
            <a:r>
              <a:t/>
            </a:r>
          </a:p>
          <a:p xmlns:a="http://schemas.openxmlformats.org/drawingml/2006/main">
            <a:r>
              <a:t>[Sources]</a:t>
            </a:r>
          </a:p>
          <a:p xmlns:a="http://schemas.openxmlformats.org/drawingml/2006/main">
            <a:r>
              <a:t>- /Users/3rapat/student/internship/CODEFIN/project/vahalla-wealth/private-docs/other-project/my-personality/academics/tqf/bachelor-cpe-nu.md</a:t>
            </a:r>
          </a:p>
          <a:p xmlns:a="http://schemas.openxmlformats.org/drawingml/2006/main">
            <a:r>
              <a:t>- https://www.microchip.com/en-us/product/ATMEGA328P?tab=documents</a:t>
            </a:r>
          </a:p>
          <a:p xmlns:a="http://schemas.openxmlformats.org/drawingml/2006/main">
            <a:r>
              <a:t>- https://ww1.microchip.com/downloads/en/DeviceDoc/Atmel-7810-Automotive-Microcontrollers-ATmega328P_Datasheet.pdf</a:t>
            </a:r>
          </a:p>
          <a:p xmlns:a="http://schemas.openxmlformats.org/drawingml/2006/main">
            <a:r>
              <a:t>- https://onlinedocs.microchip.com/oxy/GUID-74578654-4F5F-4B29-9F3C-6C3B1F1DF670-en-US-2/GUID-E2F2DD51-831A-460D-8B8F-9FD94418808B.html</a:t>
            </a:r>
          </a:p>
          <a:p xmlns:a="http://schemas.openxmlformats.org/drawingml/2006/main">
            <a:r>
              <a:t>- https://avrdudes.github.io/avr-libc/avr-libc-user-manual/FAQ.html</a:t>
            </a:r>
          </a:p>
          <a:p xmlns:a="http://schemas.openxmlformats.org/drawingml/2006/main">
            <a:r>
              <a:t>- https://avrdudes.github.io/avr-libc/avr-libc-user-manual/group__util__atomic.html</a:t>
            </a:r>
          </a:p>
          <a:p xmlns:a="http://schemas.openxmlformats.org/drawingml/2006/main">
            <a:r>
              <a:t>- https://arm-software.github.io/CMSIS_6/latest/Core/group__NVIC__gr.html</a:t>
            </a:r>
          </a:p>
          <a:p xmlns:a="http://schemas.openxmlformats.org/drawingml/2006/main">
            <a:r>
              <a:t>- https://developer.arm.com/community/arm-community-blogs/b/architectures-and-processors-blog/posts/beginner-guide-on-interrupt-latency-and-interrupt-latency-of-the-arm-cortex-m-processors</a:t>
            </a:r>
          </a:p>
          <a:p xmlns:a="http://schemas.openxmlformats.org/drawingml/2006/main">
            <a:r>
              <a:t>- https://developer.arm.com/-/media/Arm%20Developer%20Community/PDF/Processor%20Datasheets/Arm%20Cortex-M3%20Processor%20Datasheet.pdf</a:t>
            </a:r>
          </a:p>
          <a:p xmlns:a="http://schemas.openxmlformats.org/drawingml/2006/main">
            <a:r>
              <a:t>- https://www.keil.com/appnotes/files/apnt_103.pdf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f15c930a8f44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54c3b7fc7946c4" /><Relationship Type="http://schemas.openxmlformats.org/officeDocument/2006/relationships/slideLayout" Target="/ppt/slideLayouts/slideLayout1.xml" Id="R50dcb0558147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dcb0558147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301580d42f4f82" /><Relationship Type="http://schemas.openxmlformats.org/officeDocument/2006/relationships/notesSlide" Target="/ppt/notesSlides/notesSlide1.xml" Id="R6c9279fdb3434c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e1ee81d91f41e9" /><Relationship Type="http://schemas.openxmlformats.org/officeDocument/2006/relationships/notesSlide" Target="/ppt/notesSlides/notesSlide2.xml" Id="R5387233f564b41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c765d82b58453c" /><Relationship Type="http://schemas.openxmlformats.org/officeDocument/2006/relationships/notesSlide" Target="/ppt/notesSlides/notesSlide3.xml" Id="R1fe0255e60e741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b3859b5f304937" /><Relationship Type="http://schemas.openxmlformats.org/officeDocument/2006/relationships/notesSlide" Target="/ppt/notesSlides/notesSlide4.xml" Id="R999edafd411f4e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14936694364cc0" /><Relationship Type="http://schemas.openxmlformats.org/officeDocument/2006/relationships/notesSlide" Target="/ppt/notesSlides/notesSlide5.xml" Id="R124ac1d917d64c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260254dced442e" /><Relationship Type="http://schemas.openxmlformats.org/officeDocument/2006/relationships/notesSlide" Target="/ppt/notesSlides/notesSlide6.xml" Id="R7ee548909cc249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9994ce7875488c" /><Relationship Type="http://schemas.openxmlformats.org/officeDocument/2006/relationships/notesSlide" Target="/ppt/notesSlides/notesSlide7.xml" Id="Re1aa6204731347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78c9b9f6ec4ba7" /><Relationship Type="http://schemas.openxmlformats.org/officeDocument/2006/relationships/notesSlide" Target="/ppt/notesSlides/notesSlide8.xml" Id="R55538ad1d9c5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46e5a65e0446c9" /><Relationship Type="http://schemas.openxmlformats.org/officeDocument/2006/relationships/notesSlide" Target="/ppt/notesSlides/notesSlide9.xml" Id="R7ae372463e1646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9406d9e60243d8" /><Relationship Type="http://schemas.openxmlformats.org/officeDocument/2006/relationships/notesSlide" Target="/ppt/notesSlides/notesSlide10.xml" Id="R9c00197c58764d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e19f0f71fa4eba" /><Relationship Type="http://schemas.openxmlformats.org/officeDocument/2006/relationships/notesSlide" Target="/ppt/notesSlides/notesSlide11.xml" Id="Rc5e8055b32054d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6d9424c5ec4177" /><Relationship Type="http://schemas.openxmlformats.org/officeDocument/2006/relationships/notesSlide" Target="/ppt/notesSlides/notesSlide12.xml" Id="Rfdb582a6bf5545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82a341978046dc" /><Relationship Type="http://schemas.openxmlformats.org/officeDocument/2006/relationships/notesSlide" Target="/ppt/notesSlides/notesSlide13.xml" Id="R1c6842f146f34d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0f6a3d1d684c4a" /><Relationship Type="http://schemas.openxmlformats.org/officeDocument/2006/relationships/notesSlide" Target="/ppt/notesSlides/notesSlide14.xml" Id="R22cda1e4352640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bd317b9d0664573" /><Relationship Type="http://schemas.openxmlformats.org/officeDocument/2006/relationships/notesSlide" Target="/ppt/notesSlides/notesSlide15.xml" Id="Ra573f032d5d348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23fba4506f4b8a" /><Relationship Type="http://schemas.openxmlformats.org/officeDocument/2006/relationships/notesSlide" Target="/ppt/notesSlides/notesSlide16.xml" Id="Rbf52fbc9f27345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858c5431a25442d" /><Relationship Type="http://schemas.openxmlformats.org/officeDocument/2006/relationships/notesSlide" Target="/ppt/notesSlides/notesSlide17.xml" Id="Rc7f70d7754b640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261b829b9794ef4" /><Relationship Type="http://schemas.openxmlformats.org/officeDocument/2006/relationships/notesSlide" Target="/ppt/notesSlides/notesSlide18.xml" Id="Re323e4fdcb4f44db" /></Relationships>
</file>

<file path=ppt/slides/slide1.xml><?xml version="1.0" encoding="utf-8"?>
<p:sld xmlns:p="http://schemas.openxmlformats.org/presentationml/2006/main">
  <p:cSld>
    <p:bg>
      <p:bgPr>
        <a:solidFill xmlns:a="http://schemas.openxmlformats.org/drawingml/2006/main">
          <a:srgbClr val="0B2A4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ED9AD86-645D-4F00-A947-9124D3EE35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5E1CFE1F-0284-44F4-AD04-C2902C0D50AE}"/>
              </a:ext>
            </a:extLst>
          </p:cNvPr>
          <p:cNvSpPr>
            <a:spLocks xmlns:a="http://schemas.openxmlformats.org/drawingml/2006/main" noGrp="1"/>
          </p:cNvSpPr>
          <p:nvPr/>
        </p:nvSpPr>
        <p:spPr>
          <a:xfrm xmlns:a="http://schemas.openxmlformats.org/drawingml/2006/main">
            <a:off x="0" y="6743700"/>
            <a:ext cx="12192000" cy="1143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3" name="">
            <a:extLst xmlns:a="http://schemas.openxmlformats.org/drawingml/2006/main">
              <a:ext uri="{FF2B5EF4-FFF2-40B4-BE49-F238E27FC236}">
                <a16:creationId xmlns:a16="http://schemas.microsoft.com/office/drawing/2014/main" id="{A8C8A996-7AA7-4755-9946-A830B391F1C3}"/>
              </a:ext>
            </a:extLst>
          </p:cNvPr>
          <p:cNvSpPr>
            <a:spLocks xmlns:a="http://schemas.openxmlformats.org/drawingml/2006/main" noGrp="1"/>
          </p:cNvSpPr>
          <p:nvPr/>
        </p:nvSpPr>
        <p:spPr>
          <a:xfrm xmlns:a="http://schemas.openxmlformats.org/drawingml/2006/main">
            <a:off x="666750" y="4953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C89B3C"/>
                </a:solidFill>
                <a:latin typeface="Tahoma"/>
                <a:ea typeface="Tahoma"/>
                <a:cs typeface="Tahoma"/>
              </a:defRPr>
            </a:pPr>
            <a:r>
              <a:rPr sz="1125" b="1" i="0">
                <a:solidFill>
                  <a:srgbClr val="C89B3C"/>
                </a:solidFill>
                <a:latin typeface="Tahoma"/>
                <a:ea typeface="Tahoma"/>
                <a:cs typeface="Tahoma"/>
              </a:rPr>
              <a:t>NARESUAN UNIVERSITY  •  COMPUTER ENGINEERING  •  305341</a:t>
            </a:r>
          </a:p>
        </p:txBody>
      </p:sp>
      <p:sp>
        <p:nvSpPr>
          <p:cNvPr id="4" name="">
            <a:extLst xmlns:a="http://schemas.openxmlformats.org/drawingml/2006/main">
              <a:ext uri="{FF2B5EF4-FFF2-40B4-BE49-F238E27FC236}">
                <a16:creationId xmlns:a16="http://schemas.microsoft.com/office/drawing/2014/main" id="{FA299B22-6D4E-4F52-ADE0-42D1E1274751}"/>
              </a:ext>
            </a:extLst>
          </p:cNvPr>
          <p:cNvSpPr>
            <a:spLocks xmlns:a="http://schemas.openxmlformats.org/drawingml/2006/main" noGrp="1"/>
          </p:cNvSpPr>
          <p:nvPr/>
        </p:nvSpPr>
        <p:spPr>
          <a:xfrm xmlns:a="http://schemas.openxmlformats.org/drawingml/2006/main">
            <a:off x="666750" y="14478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650" b="1" i="0">
                <a:solidFill>
                  <a:srgbClr val="FFFFFF"/>
                </a:solidFill>
                <a:latin typeface="Tahoma"/>
                <a:ea typeface="Tahoma"/>
                <a:cs typeface="Tahoma"/>
              </a:defRPr>
            </a:pPr>
            <a:r>
              <a:rPr sz="4650" b="1" i="0">
                <a:solidFill>
                  <a:srgbClr val="FFFFFF"/>
                </a:solidFill>
                <a:latin typeface="Tahoma"/>
                <a:ea typeface="Tahoma"/>
                <a:cs typeface="Tahoma"/>
              </a:rPr>
              <a:t>Interrupt</a:t>
            </a:r>
          </a:p>
          <a:p xmlns:a="http://schemas.openxmlformats.org/drawingml/2006/main">
            <a:pPr algn="l">
              <a:lnSpc>
                <a:spcPct val="90000"/>
              </a:lnSpc>
              <a:buNone/>
              <a:defRPr sz="4650" b="1" i="0">
                <a:solidFill>
                  <a:srgbClr val="FFFFFF"/>
                </a:solidFill>
                <a:latin typeface="Tahoma"/>
                <a:ea typeface="Tahoma"/>
                <a:cs typeface="Tahoma"/>
              </a:defRPr>
            </a:pPr>
            <a:r>
              <a:rPr sz="4650" b="1" i="0">
                <a:solidFill>
                  <a:srgbClr val="FFFFFF"/>
                </a:solidFill>
                <a:latin typeface="Tahoma"/>
                <a:ea typeface="Tahoma"/>
                <a:cs typeface="Tahoma"/>
              </a:rPr>
              <a:t>Mechanism</a:t>
            </a:r>
          </a:p>
        </p:txBody>
      </p:sp>
      <p:sp>
        <p:nvSpPr>
          <p:cNvPr id="5" name="">
            <a:extLst xmlns:a="http://schemas.openxmlformats.org/drawingml/2006/main">
              <a:ext uri="{FF2B5EF4-FFF2-40B4-BE49-F238E27FC236}">
                <a16:creationId xmlns:a16="http://schemas.microsoft.com/office/drawing/2014/main" id="{02D04EC2-A70D-49E3-B4C7-3CE20E7A1CF9}"/>
              </a:ext>
            </a:extLst>
          </p:cNvPr>
          <p:cNvSpPr>
            <a:spLocks xmlns:a="http://schemas.openxmlformats.org/drawingml/2006/main" noGrp="1"/>
          </p:cNvSpPr>
          <p:nvPr/>
        </p:nvSpPr>
        <p:spPr>
          <a:xfrm xmlns:a="http://schemas.openxmlformats.org/drawingml/2006/main">
            <a:off x="685800" y="3105150"/>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C89B3C"/>
                </a:solidFill>
                <a:latin typeface="Tahoma"/>
                <a:ea typeface="Tahoma"/>
                <a:cs typeface="Tahoma"/>
              </a:defRPr>
            </a:pPr>
            <a:r>
              <a:rPr sz="2100" b="0" i="0">
                <a:solidFill>
                  <a:srgbClr val="C89B3C"/>
                </a:solidFill>
                <a:latin typeface="Tahoma"/>
                <a:ea typeface="Tahoma"/>
                <a:cs typeface="Tahoma"/>
              </a:rPr>
              <a:t>กลไกการขัดจังหวะในระบบฝังตัว</a:t>
            </a:r>
          </a:p>
        </p:txBody>
      </p:sp>
      <p:sp>
        <p:nvSpPr>
          <p:cNvPr id="6" name="">
            <a:extLst xmlns:a="http://schemas.openxmlformats.org/drawingml/2006/main">
              <a:ext uri="{FF2B5EF4-FFF2-40B4-BE49-F238E27FC236}">
                <a16:creationId xmlns:a16="http://schemas.microsoft.com/office/drawing/2014/main" id="{199E6C11-C267-4152-BDD2-20DFE91C5175}"/>
              </a:ext>
            </a:extLst>
          </p:cNvPr>
          <p:cNvSpPr>
            <a:spLocks xmlns:a="http://schemas.openxmlformats.org/drawingml/2006/main" noGrp="1"/>
          </p:cNvSpPr>
          <p:nvPr/>
        </p:nvSpPr>
        <p:spPr>
          <a:xfrm xmlns:a="http://schemas.openxmlformats.org/drawingml/2006/main">
            <a:off x="685800" y="3733800"/>
            <a:ext cx="5124450" cy="0"/>
          </a:xfrm>
          <a:prstGeom xmlns:a="http://schemas.openxmlformats.org/drawingml/2006/main" prst="line">
            <a:avLst/>
          </a:prstGeom>
          <a:noFill xmlns:a="http://schemas.openxmlformats.org/drawingml/2006/main"/>
          <a:ln xmlns:a="http://schemas.openxmlformats.org/drawingml/2006/main" w="19050">
            <a:solidFill>
              <a:srgbClr val="C89B3C"/>
            </a:solidFill>
            <a:prstDash val="solid"/>
          </a:ln>
        </p:spPr>
      </p:sp>
      <p:sp>
        <p:nvSpPr>
          <p:cNvPr id="7" name="">
            <a:extLst xmlns:a="http://schemas.openxmlformats.org/drawingml/2006/main">
              <a:ext uri="{FF2B5EF4-FFF2-40B4-BE49-F238E27FC236}">
                <a16:creationId xmlns:a16="http://schemas.microsoft.com/office/drawing/2014/main" id="{6E512FBE-3BE4-43CC-A3E3-4CF7FF969C68}"/>
              </a:ext>
            </a:extLst>
          </p:cNvPr>
          <p:cNvSpPr>
            <a:spLocks xmlns:a="http://schemas.openxmlformats.org/drawingml/2006/main" noGrp="1"/>
          </p:cNvSpPr>
          <p:nvPr/>
        </p:nvSpPr>
        <p:spPr>
          <a:xfrm xmlns:a="http://schemas.openxmlformats.org/drawingml/2006/main">
            <a:off x="685800" y="40005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CFEAF2"/>
                </a:solidFill>
                <a:latin typeface="Tahoma"/>
                <a:ea typeface="Tahoma"/>
                <a:cs typeface="Tahoma"/>
              </a:defRPr>
            </a:pPr>
            <a:r>
              <a:rPr sz="1275" b="0" i="0">
                <a:solidFill>
                  <a:srgbClr val="CFEAF2"/>
                </a:solidFill>
                <a:latin typeface="Tahoma"/>
                <a:ea typeface="Tahoma"/>
                <a:cs typeface="Tahoma"/>
              </a:rPr>
              <a:t>ผู้นำเสนอ</a:t>
            </a:r>
          </a:p>
        </p:txBody>
      </p:sp>
      <p:sp>
        <p:nvSpPr>
          <p:cNvPr id="8" name="">
            <a:extLst xmlns:a="http://schemas.openxmlformats.org/drawingml/2006/main">
              <a:ext uri="{FF2B5EF4-FFF2-40B4-BE49-F238E27FC236}">
                <a16:creationId xmlns:a16="http://schemas.microsoft.com/office/drawing/2014/main" id="{8046789A-2801-4067-B30F-F7BD3AC786E8}"/>
              </a:ext>
            </a:extLst>
          </p:cNvPr>
          <p:cNvSpPr>
            <a:spLocks xmlns:a="http://schemas.openxmlformats.org/drawingml/2006/main" noGrp="1"/>
          </p:cNvSpPr>
          <p:nvPr/>
        </p:nvSpPr>
        <p:spPr>
          <a:xfrm xmlns:a="http://schemas.openxmlformats.org/drawingml/2006/main">
            <a:off x="18097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ธีรภัทร ภู่ระย้า</a:t>
            </a:r>
          </a:p>
        </p:txBody>
      </p:sp>
      <p:sp>
        <p:nvSpPr>
          <p:cNvPr id="9" name="">
            <a:extLst xmlns:a="http://schemas.openxmlformats.org/drawingml/2006/main">
              <a:ext uri="{FF2B5EF4-FFF2-40B4-BE49-F238E27FC236}">
                <a16:creationId xmlns:a16="http://schemas.microsoft.com/office/drawing/2014/main" id="{26B9ED68-8838-4084-A279-412318B935EB}"/>
              </a:ext>
            </a:extLst>
          </p:cNvPr>
          <p:cNvSpPr>
            <a:spLocks xmlns:a="http://schemas.openxmlformats.org/drawingml/2006/main" noGrp="1"/>
          </p:cNvSpPr>
          <p:nvPr/>
        </p:nvSpPr>
        <p:spPr>
          <a:xfrm xmlns:a="http://schemas.openxmlformats.org/drawingml/2006/main">
            <a:off x="685800" y="43624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CFEAF2"/>
                </a:solidFill>
                <a:latin typeface="Tahoma"/>
                <a:ea typeface="Tahoma"/>
                <a:cs typeface="Tahoma"/>
              </a:defRPr>
            </a:pPr>
            <a:r>
              <a:rPr sz="1275" b="0" i="0">
                <a:solidFill>
                  <a:srgbClr val="CFEAF2"/>
                </a:solidFill>
                <a:latin typeface="Tahoma"/>
                <a:ea typeface="Tahoma"/>
                <a:cs typeface="Tahoma"/>
              </a:rPr>
              <a:t>รหัสนิสิต</a:t>
            </a:r>
          </a:p>
        </p:txBody>
      </p:sp>
      <p:sp>
        <p:nvSpPr>
          <p:cNvPr id="10" name="">
            <a:extLst xmlns:a="http://schemas.openxmlformats.org/drawingml/2006/main">
              <a:ext uri="{FF2B5EF4-FFF2-40B4-BE49-F238E27FC236}">
                <a16:creationId xmlns:a16="http://schemas.microsoft.com/office/drawing/2014/main" id="{F69EC9B2-ABE3-478E-A12C-072571B5D2EF}"/>
              </a:ext>
            </a:extLst>
          </p:cNvPr>
          <p:cNvSpPr>
            <a:spLocks xmlns:a="http://schemas.openxmlformats.org/drawingml/2006/main" noGrp="1"/>
          </p:cNvSpPr>
          <p:nvPr/>
        </p:nvSpPr>
        <p:spPr>
          <a:xfrm xmlns:a="http://schemas.openxmlformats.org/drawingml/2006/main">
            <a:off x="1809750" y="4362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i="0">
                <a:solidFill>
                  <a:srgbClr val="FFFFFF"/>
                </a:solidFill>
                <a:latin typeface="Tahoma"/>
                <a:ea typeface="Tahoma"/>
                <a:cs typeface="Tahoma"/>
              </a:defRPr>
            </a:pPr>
            <a:r>
              <a:rPr sz="1275" b="1" i="0">
                <a:solidFill>
                  <a:srgbClr val="FFFFFF"/>
                </a:solidFill>
                <a:latin typeface="Tahoma"/>
                <a:ea typeface="Tahoma"/>
                <a:cs typeface="Tahoma"/>
              </a:rPr>
              <a:t>66362416  •  Group 1  •  Sequence 4  •  Topic 41</a:t>
            </a:r>
          </a:p>
        </p:txBody>
      </p:sp>
      <p:sp>
        <p:nvSpPr>
          <p:cNvPr id="11" name="">
            <a:extLst xmlns:a="http://schemas.openxmlformats.org/drawingml/2006/main">
              <a:ext uri="{FF2B5EF4-FFF2-40B4-BE49-F238E27FC236}">
                <a16:creationId xmlns:a16="http://schemas.microsoft.com/office/drawing/2014/main" id="{8108AE73-A681-4D8C-8BBE-42845542D3C3}"/>
              </a:ext>
            </a:extLst>
          </p:cNvPr>
          <p:cNvSpPr>
            <a:spLocks xmlns:a="http://schemas.openxmlformats.org/drawingml/2006/main" noGrp="1"/>
          </p:cNvSpPr>
          <p:nvPr/>
        </p:nvSpPr>
        <p:spPr>
          <a:xfrm xmlns:a="http://schemas.openxmlformats.org/drawingml/2006/main">
            <a:off x="685800" y="47244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CFEAF2"/>
                </a:solidFill>
                <a:latin typeface="Tahoma"/>
                <a:ea typeface="Tahoma"/>
                <a:cs typeface="Tahoma"/>
              </a:defRPr>
            </a:pPr>
            <a:r>
              <a:rPr sz="1275" b="0" i="0">
                <a:solidFill>
                  <a:srgbClr val="CFEAF2"/>
                </a:solidFill>
                <a:latin typeface="Tahoma"/>
                <a:ea typeface="Tahoma"/>
                <a:cs typeface="Tahoma"/>
              </a:rPr>
              <a:t>รายวิชา</a:t>
            </a:r>
          </a:p>
        </p:txBody>
      </p:sp>
      <p:sp>
        <p:nvSpPr>
          <p:cNvPr id="12" name="">
            <a:extLst xmlns:a="http://schemas.openxmlformats.org/drawingml/2006/main">
              <a:ext uri="{FF2B5EF4-FFF2-40B4-BE49-F238E27FC236}">
                <a16:creationId xmlns:a16="http://schemas.microsoft.com/office/drawing/2014/main" id="{2013E1CB-6949-41CE-8596-863D37F9460C}"/>
              </a:ext>
            </a:extLst>
          </p:cNvPr>
          <p:cNvSpPr>
            <a:spLocks xmlns:a="http://schemas.openxmlformats.org/drawingml/2006/main" noGrp="1"/>
          </p:cNvSpPr>
          <p:nvPr/>
        </p:nvSpPr>
        <p:spPr>
          <a:xfrm xmlns:a="http://schemas.openxmlformats.org/drawingml/2006/main">
            <a:off x="1809750" y="47244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Embedded System 1</a:t>
            </a:r>
          </a:p>
        </p:txBody>
      </p:sp>
      <p:sp>
        <p:nvSpPr>
          <p:cNvPr id="13" name="">
            <a:extLst xmlns:a="http://schemas.openxmlformats.org/drawingml/2006/main">
              <a:ext uri="{FF2B5EF4-FFF2-40B4-BE49-F238E27FC236}">
                <a16:creationId xmlns:a16="http://schemas.microsoft.com/office/drawing/2014/main" id="{09AE807F-FA53-4354-87D0-68DA3B054D4A}"/>
              </a:ext>
            </a:extLst>
          </p:cNvPr>
          <p:cNvSpPr>
            <a:spLocks xmlns:a="http://schemas.openxmlformats.org/drawingml/2006/main" noGrp="1"/>
          </p:cNvSpPr>
          <p:nvPr/>
        </p:nvSpPr>
        <p:spPr>
          <a:xfrm xmlns:a="http://schemas.openxmlformats.org/drawingml/2006/main">
            <a:off x="8048625" y="11620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i="0">
                <a:solidFill>
                  <a:srgbClr val="C89B3C"/>
                </a:solidFill>
                <a:latin typeface="Tahoma"/>
                <a:ea typeface="Tahoma"/>
                <a:cs typeface="Tahoma"/>
              </a:defRPr>
            </a:pPr>
            <a:r>
              <a:rPr sz="1125" b="1" i="0">
                <a:solidFill>
                  <a:srgbClr val="C89B3C"/>
                </a:solidFill>
                <a:latin typeface="Tahoma"/>
                <a:ea typeface="Tahoma"/>
                <a:cs typeface="Tahoma"/>
              </a:rPr>
              <a:t>EVENT</a:t>
            </a:r>
          </a:p>
        </p:txBody>
      </p:sp>
      <p:sp>
        <p:nvSpPr>
          <p:cNvPr id="14" name="">
            <a:extLst xmlns:a="http://schemas.openxmlformats.org/drawingml/2006/main">
              <a:ext uri="{FF2B5EF4-FFF2-40B4-BE49-F238E27FC236}">
                <a16:creationId xmlns:a16="http://schemas.microsoft.com/office/drawing/2014/main" id="{49EA0E34-2769-4851-A8AA-D441829574FA}"/>
              </a:ext>
            </a:extLst>
          </p:cNvPr>
          <p:cNvSpPr>
            <a:spLocks xmlns:a="http://schemas.openxmlformats.org/drawingml/2006/main" noGrp="1"/>
          </p:cNvSpPr>
          <p:nvPr/>
        </p:nvSpPr>
        <p:spPr>
          <a:xfrm xmlns:a="http://schemas.openxmlformats.org/drawingml/2006/main">
            <a:off x="7905750" y="2476500"/>
            <a:ext cx="2571750" cy="1257300"/>
          </a:xfrm>
          <a:prstGeom xmlns:a="http://schemas.openxmlformats.org/drawingml/2006/main" prst="roundRect">
            <a:avLst>
              <a:gd name="adj" fmla="val 12121"/>
            </a:avLst>
          </a:prstGeom>
          <a:solidFill xmlns:a="http://schemas.openxmlformats.org/drawingml/2006/main">
            <a:srgbClr val="123A61"/>
          </a:solidFill>
          <a:ln xmlns:a="http://schemas.openxmlformats.org/drawingml/2006/main" w="19050">
            <a:solidFill>
              <a:srgbClr val="C89B3C"/>
            </a:solidFill>
            <a:prstDash val="solid"/>
          </a:ln>
        </p:spPr>
      </p:sp>
      <p:sp>
        <p:nvSpPr>
          <p:cNvPr id="15" name="">
            <a:extLst xmlns:a="http://schemas.openxmlformats.org/drawingml/2006/main">
              <a:ext uri="{FF2B5EF4-FFF2-40B4-BE49-F238E27FC236}">
                <a16:creationId xmlns:a16="http://schemas.microsoft.com/office/drawing/2014/main" id="{3C04E4CB-C598-4711-AD12-220E64773D4E}"/>
              </a:ext>
            </a:extLst>
          </p:cNvPr>
          <p:cNvSpPr>
            <a:spLocks xmlns:a="http://schemas.openxmlformats.org/drawingml/2006/main" noGrp="1"/>
          </p:cNvSpPr>
          <p:nvPr/>
        </p:nvSpPr>
        <p:spPr>
          <a:xfrm xmlns:a="http://schemas.openxmlformats.org/drawingml/2006/main">
            <a:off x="7905750" y="25908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250" b="1" i="0">
                <a:solidFill>
                  <a:srgbClr val="FFFFFF"/>
                </a:solidFill>
                <a:latin typeface="Tahoma"/>
                <a:ea typeface="Tahoma"/>
                <a:cs typeface="Tahoma"/>
              </a:defRPr>
            </a:pPr>
            <a:r>
              <a:rPr sz="2250" b="1" i="0">
                <a:solidFill>
                  <a:srgbClr val="FFFFFF"/>
                </a:solidFill>
                <a:latin typeface="Tahoma"/>
                <a:ea typeface="Tahoma"/>
                <a:cs typeface="Tahoma"/>
              </a:rPr>
              <a:t>CPU</a:t>
            </a:r>
          </a:p>
        </p:txBody>
      </p:sp>
      <p:sp>
        <p:nvSpPr>
          <p:cNvPr id="16" name="">
            <a:extLst xmlns:a="http://schemas.openxmlformats.org/drawingml/2006/main">
              <a:ext uri="{FF2B5EF4-FFF2-40B4-BE49-F238E27FC236}">
                <a16:creationId xmlns:a16="http://schemas.microsoft.com/office/drawing/2014/main" id="{F572DC9D-8E4D-4180-B796-2FB679325237}"/>
              </a:ext>
            </a:extLst>
          </p:cNvPr>
          <p:cNvSpPr>
            <a:spLocks xmlns:a="http://schemas.openxmlformats.org/drawingml/2006/main" noGrp="1"/>
          </p:cNvSpPr>
          <p:nvPr/>
        </p:nvSpPr>
        <p:spPr>
          <a:xfrm xmlns:a="http://schemas.openxmlformats.org/drawingml/2006/main">
            <a:off x="7905750" y="3124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0" i="0">
                <a:solidFill>
                  <a:srgbClr val="CFEAF2"/>
                </a:solidFill>
                <a:latin typeface="Tahoma"/>
                <a:ea typeface="Tahoma"/>
                <a:cs typeface="Tahoma"/>
              </a:defRPr>
            </a:pPr>
            <a:r>
              <a:rPr sz="1350" b="0" i="0">
                <a:solidFill>
                  <a:srgbClr val="CFEAF2"/>
                </a:solidFill>
                <a:latin typeface="Tahoma"/>
                <a:ea typeface="Tahoma"/>
                <a:cs typeface="Tahoma"/>
              </a:rPr>
              <a:t>Main → ISR → Resume</a:t>
            </a:r>
          </a:p>
        </p:txBody>
      </p:sp>
      <p:sp>
        <p:nvSpPr>
          <p:cNvPr id="17" name="">
            <a:extLst xmlns:a="http://schemas.openxmlformats.org/drawingml/2006/main">
              <a:ext uri="{FF2B5EF4-FFF2-40B4-BE49-F238E27FC236}">
                <a16:creationId xmlns:a16="http://schemas.microsoft.com/office/drawing/2014/main" id="{C17BBB81-7261-47AD-B7A1-1BAD1C447010}"/>
              </a:ext>
            </a:extLst>
          </p:cNvPr>
          <p:cNvSpPr>
            <a:spLocks xmlns:a="http://schemas.openxmlformats.org/drawingml/2006/main" noGrp="1"/>
          </p:cNvSpPr>
          <p:nvPr/>
        </p:nvSpPr>
        <p:spPr>
          <a:xfrm xmlns:a="http://schemas.openxmlformats.org/drawingml/2006/main">
            <a:off x="8763000" y="1524000"/>
            <a:ext cx="857250" cy="514350"/>
          </a:xfrm>
          <a:prstGeom xmlns:a="http://schemas.openxmlformats.org/drawingml/2006/main" prst="roundRect">
            <a:avLst>
              <a:gd name="adj" fmla="val 22222"/>
            </a:avLst>
          </a:prstGeom>
          <a:solidFill xmlns:a="http://schemas.openxmlformats.org/drawingml/2006/main">
            <a:srgbClr val="C6473A"/>
          </a:solidFill>
          <a:ln xmlns:a="http://schemas.openxmlformats.org/drawingml/2006/main" w="9525">
            <a:solidFill>
              <a:srgbClr val="C6473A"/>
            </a:solidFill>
            <a:prstDash val="solid"/>
          </a:ln>
        </p:spPr>
      </p:sp>
      <p:sp>
        <p:nvSpPr>
          <p:cNvPr id="18" name="">
            <a:extLst xmlns:a="http://schemas.openxmlformats.org/drawingml/2006/main">
              <a:ext uri="{FF2B5EF4-FFF2-40B4-BE49-F238E27FC236}">
                <a16:creationId xmlns:a16="http://schemas.microsoft.com/office/drawing/2014/main" id="{30CE3BFE-C9C6-4A10-AA59-2F744F894A50}"/>
              </a:ext>
            </a:extLst>
          </p:cNvPr>
          <p:cNvSpPr>
            <a:spLocks xmlns:a="http://schemas.openxmlformats.org/drawingml/2006/main" noGrp="1"/>
          </p:cNvSpPr>
          <p:nvPr/>
        </p:nvSpPr>
        <p:spPr>
          <a:xfrm xmlns:a="http://schemas.openxmlformats.org/drawingml/2006/main">
            <a:off x="8763000" y="15240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i="0">
                <a:solidFill>
                  <a:srgbClr val="FFFFFF"/>
                </a:solidFill>
                <a:latin typeface="Tahoma"/>
                <a:ea typeface="Tahoma"/>
                <a:cs typeface="Tahoma"/>
              </a:defRPr>
            </a:pPr>
            <a:r>
              <a:rPr sz="1650" b="1" i="0">
                <a:solidFill>
                  <a:srgbClr val="FFFFFF"/>
                </a:solidFill>
                <a:latin typeface="Tahoma"/>
                <a:ea typeface="Tahoma"/>
                <a:cs typeface="Tahoma"/>
              </a:rPr>
              <a:t>IRQ</a:t>
            </a:r>
          </a:p>
        </p:txBody>
      </p:sp>
      <p:cxnSp>
        <p:nvCxnSpPr>
          <p:cNvPr id="42" name=""/>
          <p:cNvCxnSpPr>
            <a:stCxn xmlns:a="http://schemas.openxmlformats.org/drawingml/2006/main" id="17" idx="2"/>
            <a:endCxn xmlns:a="http://schemas.openxmlformats.org/drawingml/2006/main" id="14" idx="0"/>
          </p:cNvCxnSpPr>
          <p:nvPr/>
        </p:nvCxnSpPr>
        <p:spPr>
          <a:xfrm xmlns:a="http://schemas.openxmlformats.org/drawingml/2006/main">
            <a:off x="9191625" y="2038350"/>
            <a:ext cx="0" cy="438150"/>
          </a:xfrm>
          <a:prstGeom xmlns:a="http://schemas.openxmlformats.org/drawingml/2006/main" prst="straightConnector1">
            <a:avLst/>
          </a:prstGeom>
          <a:ln xmlns:a="http://schemas.openxmlformats.org/drawingml/2006/main" w="28575">
            <a:solidFill>
              <a:srgbClr val="C89B3C"/>
            </a:solidFill>
            <a:prstDash val="solid"/>
            <a:headEnd type="none" w="med" len="med"/>
            <a:tailEnd type="arrow" w="med" len="med"/>
          </a:ln>
        </p:spPr>
      </p:cxnSp>
      <p:sp>
        <p:nvSpPr>
          <p:cNvPr id="20" name="">
            <a:extLst xmlns:a="http://schemas.openxmlformats.org/drawingml/2006/main">
              <a:ext uri="{FF2B5EF4-FFF2-40B4-BE49-F238E27FC236}">
                <a16:creationId xmlns:a16="http://schemas.microsoft.com/office/drawing/2014/main" id="{5BD78D1D-46F4-4D69-B174-F3DFB0DEFECD}"/>
              </a:ext>
            </a:extLst>
          </p:cNvPr>
          <p:cNvSpPr>
            <a:spLocks xmlns:a="http://schemas.openxmlformats.org/drawingml/2006/main" noGrp="1"/>
          </p:cNvSpPr>
          <p:nvPr/>
        </p:nvSpPr>
        <p:spPr>
          <a:xfrm xmlns:a="http://schemas.openxmlformats.org/drawingml/2006/main">
            <a:off x="8524875" y="4476750"/>
            <a:ext cx="1333500" cy="666750"/>
          </a:xfrm>
          <a:prstGeom xmlns:a="http://schemas.openxmlformats.org/drawingml/2006/main" prst="roundRect">
            <a:avLst>
              <a:gd name="adj" fmla="val 17143"/>
            </a:avLst>
          </a:prstGeom>
          <a:solidFill xmlns:a="http://schemas.openxmlformats.org/drawingml/2006/main">
            <a:srgbClr val="E7F4F8"/>
          </a:solidFill>
          <a:ln xmlns:a="http://schemas.openxmlformats.org/drawingml/2006/main" w="9525">
            <a:solidFill>
              <a:srgbClr val="CFEAF2"/>
            </a:solidFill>
            <a:prstDash val="solid"/>
          </a:ln>
        </p:spPr>
      </p:sp>
      <p:sp>
        <p:nvSpPr>
          <p:cNvPr id="21" name="">
            <a:extLst xmlns:a="http://schemas.openxmlformats.org/drawingml/2006/main">
              <a:ext uri="{FF2B5EF4-FFF2-40B4-BE49-F238E27FC236}">
                <a16:creationId xmlns:a16="http://schemas.microsoft.com/office/drawing/2014/main" id="{858868F5-3B87-44ED-98E0-82D170B6DBA9}"/>
              </a:ext>
            </a:extLst>
          </p:cNvPr>
          <p:cNvSpPr>
            <a:spLocks xmlns:a="http://schemas.openxmlformats.org/drawingml/2006/main" noGrp="1"/>
          </p:cNvSpPr>
          <p:nvPr/>
        </p:nvSpPr>
        <p:spPr>
          <a:xfrm xmlns:a="http://schemas.openxmlformats.org/drawingml/2006/main">
            <a:off x="8524875" y="447675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STACK</a:t>
            </a:r>
          </a:p>
        </p:txBody>
      </p:sp>
      <p:cxnSp>
        <p:nvCxnSpPr>
          <p:cNvPr id="45" name=""/>
          <p:cNvCxnSpPr>
            <a:stCxn xmlns:a="http://schemas.openxmlformats.org/drawingml/2006/main" id="14" idx="2"/>
            <a:endCxn xmlns:a="http://schemas.openxmlformats.org/drawingml/2006/main" id="20" idx="0"/>
          </p:cNvCxnSpPr>
          <p:nvPr/>
        </p:nvCxnSpPr>
        <p:spPr>
          <a:xfrm xmlns:a="http://schemas.openxmlformats.org/drawingml/2006/main">
            <a:off x="9191625" y="3733800"/>
            <a:ext cx="0" cy="742950"/>
          </a:xfrm>
          <a:prstGeom xmlns:a="http://schemas.openxmlformats.org/drawingml/2006/main" prst="straightConnector1">
            <a:avLst/>
          </a:prstGeom>
          <a:ln xmlns:a="http://schemas.openxmlformats.org/drawingml/2006/main" w="28575">
            <a:solidFill>
              <a:srgbClr val="CFEAF2"/>
            </a:solidFill>
            <a:prstDash val="solid"/>
            <a:headEnd type="none" w="med" len="med"/>
            <a:tailEnd type="arrow" w="med" len="med"/>
          </a:ln>
        </p:spPr>
      </p:cxnSp>
      <p:sp>
        <p:nvSpPr>
          <p:cNvPr id="23" name="">
            <a:extLst xmlns:a="http://schemas.openxmlformats.org/drawingml/2006/main">
              <a:ext uri="{FF2B5EF4-FFF2-40B4-BE49-F238E27FC236}">
                <a16:creationId xmlns:a16="http://schemas.microsoft.com/office/drawing/2014/main" id="{942EB7ED-8A82-42AD-89E1-7D0D6250C3E5}"/>
              </a:ext>
            </a:extLst>
          </p:cNvPr>
          <p:cNvSpPr>
            <a:spLocks xmlns:a="http://schemas.openxmlformats.org/drawingml/2006/main" noGrp="1"/>
          </p:cNvSpPr>
          <p:nvPr/>
        </p:nvSpPr>
        <p:spPr>
          <a:xfrm xmlns:a="http://schemas.openxmlformats.org/drawingml/2006/main">
            <a:off x="7239000" y="55626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0" i="0">
                <a:solidFill>
                  <a:srgbClr val="C89B3C"/>
                </a:solidFill>
                <a:latin typeface="Tahoma"/>
                <a:ea typeface="Tahoma"/>
                <a:cs typeface="Tahoma"/>
              </a:defRPr>
            </a:pPr>
            <a:r>
              <a:rPr sz="1275" b="0" i="0">
                <a:solidFill>
                  <a:srgbClr val="C89B3C"/>
                </a:solidFill>
                <a:latin typeface="Tahoma"/>
                <a:ea typeface="Tahoma"/>
                <a:cs typeface="Tahoma"/>
              </a:rPr>
              <a:t>Vector  •  Context  •  Priority  •  Latency</a:t>
            </a:r>
          </a:p>
        </p:txBody>
      </p:sp>
    </p:spTree>
    <p:extLst>
      <p:ext uri="{BB962C8B-B14F-4D97-AF65-F5344CB8AC3E}">
        <p14:creationId xmlns:p14="http://schemas.microsoft.com/office/powerpoint/2010/main" val="146754227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EE65906-5ED5-4400-86AC-69A46BEFE1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7304410C-4D5A-4325-BAD7-6954CB44634F}"/>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LEARNING MAP • เป้าหมายการเรียนรู้</a:t>
            </a:r>
          </a:p>
        </p:txBody>
      </p:sp>
      <p:sp>
        <p:nvSpPr>
          <p:cNvPr id="3" name="">
            <a:extLst xmlns:a="http://schemas.openxmlformats.org/drawingml/2006/main">
              <a:ext uri="{FF2B5EF4-FFF2-40B4-BE49-F238E27FC236}">
                <a16:creationId xmlns:a16="http://schemas.microsoft.com/office/drawing/2014/main" id="{59338F35-C8A5-4E2F-B4D1-E87282B06BC8}"/>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คำถาม 4 ข้อที่ต้องตอบให้ได้</a:t>
            </a:r>
          </a:p>
        </p:txBody>
      </p:sp>
      <p:sp>
        <p:nvSpPr>
          <p:cNvPr id="4" name="">
            <a:extLst xmlns:a="http://schemas.openxmlformats.org/drawingml/2006/main">
              <a:ext uri="{FF2B5EF4-FFF2-40B4-BE49-F238E27FC236}">
                <a16:creationId xmlns:a16="http://schemas.microsoft.com/office/drawing/2014/main" id="{3F2398DA-B414-4617-85C2-3882D3A986DB}"/>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02</a:t>
            </a:r>
          </a:p>
        </p:txBody>
      </p:sp>
      <p:sp>
        <p:nvSpPr>
          <p:cNvPr id="5" name="">
            <a:extLst xmlns:a="http://schemas.openxmlformats.org/drawingml/2006/main">
              <a:ext uri="{FF2B5EF4-FFF2-40B4-BE49-F238E27FC236}">
                <a16:creationId xmlns:a16="http://schemas.microsoft.com/office/drawing/2014/main" id="{6D849181-A73B-4AF2-A3D2-2BE445BF1F4D}"/>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B9D0644F-5763-49CE-8E1D-FBD66630CF3C}"/>
              </a:ext>
            </a:extLst>
          </p:cNvPr>
          <p:cNvSpPr>
            <a:spLocks xmlns:a="http://schemas.openxmlformats.org/drawingml/2006/main" noGrp="1"/>
          </p:cNvSpPr>
          <p:nvPr/>
        </p:nvSpPr>
        <p:spPr>
          <a:xfrm xmlns:a="http://schemas.openxmlformats.org/drawingml/2006/main">
            <a:off x="723900" y="16192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750" b="1" i="0">
                <a:solidFill>
                  <a:srgbClr val="1677A7"/>
                </a:solidFill>
                <a:latin typeface="Tahoma"/>
                <a:ea typeface="Tahoma"/>
                <a:cs typeface="Tahoma"/>
              </a:defRPr>
            </a:pPr>
            <a:r>
              <a:rPr sz="3750" b="1" i="0">
                <a:solidFill>
                  <a:srgbClr val="1677A7"/>
                </a:solidFill>
                <a:latin typeface="Tahoma"/>
                <a:ea typeface="Tahoma"/>
                <a:cs typeface="Tahoma"/>
              </a:rPr>
              <a:t>01</a:t>
            </a:r>
          </a:p>
        </p:txBody>
      </p:sp>
      <p:sp>
        <p:nvSpPr>
          <p:cNvPr id="7" name="">
            <a:extLst xmlns:a="http://schemas.openxmlformats.org/drawingml/2006/main">
              <a:ext uri="{FF2B5EF4-FFF2-40B4-BE49-F238E27FC236}">
                <a16:creationId xmlns:a16="http://schemas.microsoft.com/office/drawing/2014/main" id="{CD0521B6-701B-4A70-A140-171CE218F990}"/>
              </a:ext>
            </a:extLst>
          </p:cNvPr>
          <p:cNvSpPr>
            <a:spLocks xmlns:a="http://schemas.openxmlformats.org/drawingml/2006/main" noGrp="1"/>
          </p:cNvSpPr>
          <p:nvPr/>
        </p:nvSpPr>
        <p:spPr>
          <a:xfrm xmlns:a="http://schemas.openxmlformats.org/drawingml/2006/main">
            <a:off x="723900" y="2381250"/>
            <a:ext cx="1809750" cy="0"/>
          </a:xfrm>
          <a:prstGeom xmlns:a="http://schemas.openxmlformats.org/drawingml/2006/main" prst="line">
            <a:avLst/>
          </a:prstGeom>
          <a:noFill xmlns:a="http://schemas.openxmlformats.org/drawingml/2006/main"/>
          <a:ln xmlns:a="http://schemas.openxmlformats.org/drawingml/2006/main" w="47625">
            <a:solidFill>
              <a:srgbClr val="1677A7"/>
            </a:solidFill>
            <a:prstDash val="solid"/>
          </a:ln>
        </p:spPr>
      </p:sp>
      <p:sp>
        <p:nvSpPr>
          <p:cNvPr id="8" name="">
            <a:extLst xmlns:a="http://schemas.openxmlformats.org/drawingml/2006/main">
              <a:ext uri="{FF2B5EF4-FFF2-40B4-BE49-F238E27FC236}">
                <a16:creationId xmlns:a16="http://schemas.microsoft.com/office/drawing/2014/main" id="{5859F415-5AD9-4626-A5E1-659D4ED4BD8A}"/>
              </a:ext>
            </a:extLst>
          </p:cNvPr>
          <p:cNvSpPr>
            <a:spLocks xmlns:a="http://schemas.openxmlformats.org/drawingml/2006/main" noGrp="1"/>
          </p:cNvSpPr>
          <p:nvPr/>
        </p:nvSpPr>
        <p:spPr>
          <a:xfrm xmlns:a="http://schemas.openxmlformats.org/drawingml/2006/main">
            <a:off x="723900" y="2628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Why</a:t>
            </a:r>
          </a:p>
        </p:txBody>
      </p:sp>
      <p:sp>
        <p:nvSpPr>
          <p:cNvPr id="9" name="">
            <a:extLst xmlns:a="http://schemas.openxmlformats.org/drawingml/2006/main">
              <a:ext uri="{FF2B5EF4-FFF2-40B4-BE49-F238E27FC236}">
                <a16:creationId xmlns:a16="http://schemas.microsoft.com/office/drawing/2014/main" id="{AB0EECC2-FD3C-4AD6-A0E1-2E3E9BA40DFD}"/>
              </a:ext>
            </a:extLst>
          </p:cNvPr>
          <p:cNvSpPr>
            <a:spLocks xmlns:a="http://schemas.openxmlformats.org/drawingml/2006/main" noGrp="1"/>
          </p:cNvSpPr>
          <p:nvPr/>
        </p:nvSpPr>
        <p:spPr>
          <a:xfrm xmlns:a="http://schemas.openxmlformats.org/drawingml/2006/main">
            <a:off x="723900" y="3143250"/>
            <a:ext cx="219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i="0">
                <a:solidFill>
                  <a:srgbClr val="17212B"/>
                </a:solidFill>
                <a:latin typeface="Tahoma"/>
                <a:ea typeface="Tahoma"/>
                <a:cs typeface="Tahoma"/>
              </a:defRPr>
            </a:pPr>
            <a:r>
              <a:rPr sz="1500" b="0" i="0">
                <a:solidFill>
                  <a:srgbClr val="17212B"/>
                </a:solidFill>
                <a:latin typeface="Tahoma"/>
                <a:ea typeface="Tahoma"/>
                <a:cs typeface="Tahoma"/>
              </a:rPr>
              <a:t>ทำไม Interrupt จึงดีกว่า Polling ในงานที่ขับเคลื่อนด้วยเหตุการณ์?</a:t>
            </a:r>
          </a:p>
        </p:txBody>
      </p:sp>
      <p:sp>
        <p:nvSpPr>
          <p:cNvPr id="10" name="">
            <a:extLst xmlns:a="http://schemas.openxmlformats.org/drawingml/2006/main">
              <a:ext uri="{FF2B5EF4-FFF2-40B4-BE49-F238E27FC236}">
                <a16:creationId xmlns:a16="http://schemas.microsoft.com/office/drawing/2014/main" id="{1AAB7B56-BB63-4284-B2B7-112C0033EBD1}"/>
              </a:ext>
            </a:extLst>
          </p:cNvPr>
          <p:cNvSpPr>
            <a:spLocks xmlns:a="http://schemas.openxmlformats.org/drawingml/2006/main" noGrp="1"/>
          </p:cNvSpPr>
          <p:nvPr/>
        </p:nvSpPr>
        <p:spPr>
          <a:xfrm xmlns:a="http://schemas.openxmlformats.org/drawingml/2006/main">
            <a:off x="3524250" y="16192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750" b="1" i="0">
                <a:solidFill>
                  <a:srgbClr val="0B2A4A"/>
                </a:solidFill>
                <a:latin typeface="Tahoma"/>
                <a:ea typeface="Tahoma"/>
                <a:cs typeface="Tahoma"/>
              </a:defRPr>
            </a:pPr>
            <a:r>
              <a:rPr sz="3750" b="1" i="0">
                <a:solidFill>
                  <a:srgbClr val="0B2A4A"/>
                </a:solidFill>
                <a:latin typeface="Tahoma"/>
                <a:ea typeface="Tahoma"/>
                <a:cs typeface="Tahoma"/>
              </a:rPr>
              <a:t>02</a:t>
            </a:r>
          </a:p>
        </p:txBody>
      </p:sp>
      <p:sp>
        <p:nvSpPr>
          <p:cNvPr id="11" name="">
            <a:extLst xmlns:a="http://schemas.openxmlformats.org/drawingml/2006/main">
              <a:ext uri="{FF2B5EF4-FFF2-40B4-BE49-F238E27FC236}">
                <a16:creationId xmlns:a16="http://schemas.microsoft.com/office/drawing/2014/main" id="{97AAE31C-1265-40E5-9EDD-2CCA1846AF69}"/>
              </a:ext>
            </a:extLst>
          </p:cNvPr>
          <p:cNvSpPr>
            <a:spLocks xmlns:a="http://schemas.openxmlformats.org/drawingml/2006/main" noGrp="1"/>
          </p:cNvSpPr>
          <p:nvPr/>
        </p:nvSpPr>
        <p:spPr>
          <a:xfrm xmlns:a="http://schemas.openxmlformats.org/drawingml/2006/main">
            <a:off x="3524250" y="2381250"/>
            <a:ext cx="1809750" cy="0"/>
          </a:xfrm>
          <a:prstGeom xmlns:a="http://schemas.openxmlformats.org/drawingml/2006/main" prst="line">
            <a:avLst/>
          </a:prstGeom>
          <a:noFill xmlns:a="http://schemas.openxmlformats.org/drawingml/2006/main"/>
          <a:ln xmlns:a="http://schemas.openxmlformats.org/drawingml/2006/main" w="47625">
            <a:solidFill>
              <a:srgbClr val="0B2A4A"/>
            </a:solidFill>
            <a:prstDash val="solid"/>
          </a:ln>
        </p:spPr>
      </p:sp>
      <p:sp>
        <p:nvSpPr>
          <p:cNvPr id="12" name="">
            <a:extLst xmlns:a="http://schemas.openxmlformats.org/drawingml/2006/main">
              <a:ext uri="{FF2B5EF4-FFF2-40B4-BE49-F238E27FC236}">
                <a16:creationId xmlns:a16="http://schemas.microsoft.com/office/drawing/2014/main" id="{F2D85E25-D5B5-4821-91D4-4FB85D5E0532}"/>
              </a:ext>
            </a:extLst>
          </p:cNvPr>
          <p:cNvSpPr>
            <a:spLocks xmlns:a="http://schemas.openxmlformats.org/drawingml/2006/main" noGrp="1"/>
          </p:cNvSpPr>
          <p:nvPr/>
        </p:nvSpPr>
        <p:spPr>
          <a:xfrm xmlns:a="http://schemas.openxmlformats.org/drawingml/2006/main">
            <a:off x="3524250" y="2628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How</a:t>
            </a:r>
          </a:p>
        </p:txBody>
      </p:sp>
      <p:sp>
        <p:nvSpPr>
          <p:cNvPr id="13" name="">
            <a:extLst xmlns:a="http://schemas.openxmlformats.org/drawingml/2006/main">
              <a:ext uri="{FF2B5EF4-FFF2-40B4-BE49-F238E27FC236}">
                <a16:creationId xmlns:a16="http://schemas.microsoft.com/office/drawing/2014/main" id="{EC6F7024-D39F-47B6-9800-8B3A8A7A9255}"/>
              </a:ext>
            </a:extLst>
          </p:cNvPr>
          <p:cNvSpPr>
            <a:spLocks xmlns:a="http://schemas.openxmlformats.org/drawingml/2006/main" noGrp="1"/>
          </p:cNvSpPr>
          <p:nvPr/>
        </p:nvSpPr>
        <p:spPr>
          <a:xfrm xmlns:a="http://schemas.openxmlformats.org/drawingml/2006/main">
            <a:off x="3524250" y="3143250"/>
            <a:ext cx="219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i="0">
                <a:solidFill>
                  <a:srgbClr val="17212B"/>
                </a:solidFill>
                <a:latin typeface="Tahoma"/>
                <a:ea typeface="Tahoma"/>
                <a:cs typeface="Tahoma"/>
              </a:defRPr>
            </a:pPr>
            <a:r>
              <a:rPr sz="1500" b="0" i="0">
                <a:solidFill>
                  <a:srgbClr val="17212B"/>
                </a:solidFill>
                <a:latin typeface="Tahoma"/>
                <a:ea typeface="Tahoma"/>
                <a:cs typeface="Tahoma"/>
              </a:rPr>
              <a:t>CPU หยุดงานเดิม เก็บ Context และค้นหา ISR ได้อย่างไร?</a:t>
            </a:r>
          </a:p>
        </p:txBody>
      </p:sp>
      <p:sp>
        <p:nvSpPr>
          <p:cNvPr id="14" name="">
            <a:extLst xmlns:a="http://schemas.openxmlformats.org/drawingml/2006/main">
              <a:ext uri="{FF2B5EF4-FFF2-40B4-BE49-F238E27FC236}">
                <a16:creationId xmlns:a16="http://schemas.microsoft.com/office/drawing/2014/main" id="{17E952C1-62B1-4CC8-992E-FE202161A547}"/>
              </a:ext>
            </a:extLst>
          </p:cNvPr>
          <p:cNvSpPr>
            <a:spLocks xmlns:a="http://schemas.openxmlformats.org/drawingml/2006/main" noGrp="1"/>
          </p:cNvSpPr>
          <p:nvPr/>
        </p:nvSpPr>
        <p:spPr>
          <a:xfrm xmlns:a="http://schemas.openxmlformats.org/drawingml/2006/main">
            <a:off x="6324600" y="16192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750" b="1" i="0">
                <a:solidFill>
                  <a:srgbClr val="D97706"/>
                </a:solidFill>
                <a:latin typeface="Tahoma"/>
                <a:ea typeface="Tahoma"/>
                <a:cs typeface="Tahoma"/>
              </a:defRPr>
            </a:pPr>
            <a:r>
              <a:rPr sz="3750" b="1" i="0">
                <a:solidFill>
                  <a:srgbClr val="D97706"/>
                </a:solidFill>
                <a:latin typeface="Tahoma"/>
                <a:ea typeface="Tahoma"/>
                <a:cs typeface="Tahoma"/>
              </a:rPr>
              <a:t>03</a:t>
            </a:r>
          </a:p>
        </p:txBody>
      </p:sp>
      <p:sp>
        <p:nvSpPr>
          <p:cNvPr id="15" name="">
            <a:extLst xmlns:a="http://schemas.openxmlformats.org/drawingml/2006/main">
              <a:ext uri="{FF2B5EF4-FFF2-40B4-BE49-F238E27FC236}">
                <a16:creationId xmlns:a16="http://schemas.microsoft.com/office/drawing/2014/main" id="{A836AED0-4E86-4646-82F7-BA686F522BFF}"/>
              </a:ext>
            </a:extLst>
          </p:cNvPr>
          <p:cNvSpPr>
            <a:spLocks xmlns:a="http://schemas.openxmlformats.org/drawingml/2006/main" noGrp="1"/>
          </p:cNvSpPr>
          <p:nvPr/>
        </p:nvSpPr>
        <p:spPr>
          <a:xfrm xmlns:a="http://schemas.openxmlformats.org/drawingml/2006/main">
            <a:off x="6324600" y="2381250"/>
            <a:ext cx="1809750" cy="0"/>
          </a:xfrm>
          <a:prstGeom xmlns:a="http://schemas.openxmlformats.org/drawingml/2006/main" prst="line">
            <a:avLst/>
          </a:prstGeom>
          <a:noFill xmlns:a="http://schemas.openxmlformats.org/drawingml/2006/main"/>
          <a:ln xmlns:a="http://schemas.openxmlformats.org/drawingml/2006/main" w="47625">
            <a:solidFill>
              <a:srgbClr val="D97706"/>
            </a:solidFill>
            <a:prstDash val="solid"/>
          </a:ln>
        </p:spPr>
      </p:sp>
      <p:sp>
        <p:nvSpPr>
          <p:cNvPr id="16" name="">
            <a:extLst xmlns:a="http://schemas.openxmlformats.org/drawingml/2006/main">
              <a:ext uri="{FF2B5EF4-FFF2-40B4-BE49-F238E27FC236}">
                <a16:creationId xmlns:a16="http://schemas.microsoft.com/office/drawing/2014/main" id="{C8DD45B6-69CB-4A20-88CB-B1FEAA7A631B}"/>
              </a:ext>
            </a:extLst>
          </p:cNvPr>
          <p:cNvSpPr>
            <a:spLocks xmlns:a="http://schemas.openxmlformats.org/drawingml/2006/main" noGrp="1"/>
          </p:cNvSpPr>
          <p:nvPr/>
        </p:nvSpPr>
        <p:spPr>
          <a:xfrm xmlns:a="http://schemas.openxmlformats.org/drawingml/2006/main">
            <a:off x="6324600" y="2628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How fast</a:t>
            </a:r>
          </a:p>
        </p:txBody>
      </p:sp>
      <p:sp>
        <p:nvSpPr>
          <p:cNvPr id="17" name="">
            <a:extLst xmlns:a="http://schemas.openxmlformats.org/drawingml/2006/main">
              <a:ext uri="{FF2B5EF4-FFF2-40B4-BE49-F238E27FC236}">
                <a16:creationId xmlns:a16="http://schemas.microsoft.com/office/drawing/2014/main" id="{CEC1A02A-17C7-4339-986A-ECC77D25E530}"/>
              </a:ext>
            </a:extLst>
          </p:cNvPr>
          <p:cNvSpPr>
            <a:spLocks xmlns:a="http://schemas.openxmlformats.org/drawingml/2006/main" noGrp="1"/>
          </p:cNvSpPr>
          <p:nvPr/>
        </p:nvSpPr>
        <p:spPr>
          <a:xfrm xmlns:a="http://schemas.openxmlformats.org/drawingml/2006/main">
            <a:off x="6324600" y="3143250"/>
            <a:ext cx="219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i="0">
                <a:solidFill>
                  <a:srgbClr val="17212B"/>
                </a:solidFill>
                <a:latin typeface="Tahoma"/>
                <a:ea typeface="Tahoma"/>
                <a:cs typeface="Tahoma"/>
              </a:defRPr>
            </a:pPr>
            <a:r>
              <a:rPr sz="1500" b="0" i="0">
                <a:solidFill>
                  <a:srgbClr val="17212B"/>
                </a:solidFill>
                <a:latin typeface="Tahoma"/>
                <a:ea typeface="Tahoma"/>
                <a:cs typeface="Tahoma"/>
              </a:rPr>
              <a:t>Latency, Priority และ Nesting ส่งผลต่อเวลาตอบสนองอย่างไร?</a:t>
            </a:r>
          </a:p>
        </p:txBody>
      </p:sp>
      <p:sp>
        <p:nvSpPr>
          <p:cNvPr id="18" name="">
            <a:extLst xmlns:a="http://schemas.openxmlformats.org/drawingml/2006/main">
              <a:ext uri="{FF2B5EF4-FFF2-40B4-BE49-F238E27FC236}">
                <a16:creationId xmlns:a16="http://schemas.microsoft.com/office/drawing/2014/main" id="{F75F050D-83C8-40E6-BEE1-1FEAAB8D4F08}"/>
              </a:ext>
            </a:extLst>
          </p:cNvPr>
          <p:cNvSpPr>
            <a:spLocks xmlns:a="http://schemas.openxmlformats.org/drawingml/2006/main" noGrp="1"/>
          </p:cNvSpPr>
          <p:nvPr/>
        </p:nvSpPr>
        <p:spPr>
          <a:xfrm xmlns:a="http://schemas.openxmlformats.org/drawingml/2006/main">
            <a:off x="9124950" y="16192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750" b="1" i="0">
                <a:solidFill>
                  <a:srgbClr val="2E7D5B"/>
                </a:solidFill>
                <a:latin typeface="Tahoma"/>
                <a:ea typeface="Tahoma"/>
                <a:cs typeface="Tahoma"/>
              </a:defRPr>
            </a:pPr>
            <a:r>
              <a:rPr sz="3750" b="1" i="0">
                <a:solidFill>
                  <a:srgbClr val="2E7D5B"/>
                </a:solidFill>
                <a:latin typeface="Tahoma"/>
                <a:ea typeface="Tahoma"/>
                <a:cs typeface="Tahoma"/>
              </a:rPr>
              <a:t>04</a:t>
            </a:r>
          </a:p>
        </p:txBody>
      </p:sp>
      <p:sp>
        <p:nvSpPr>
          <p:cNvPr id="19" name="">
            <a:extLst xmlns:a="http://schemas.openxmlformats.org/drawingml/2006/main">
              <a:ext uri="{FF2B5EF4-FFF2-40B4-BE49-F238E27FC236}">
                <a16:creationId xmlns:a16="http://schemas.microsoft.com/office/drawing/2014/main" id="{325096D3-6C10-456D-AD2F-5EE4539CCD60}"/>
              </a:ext>
            </a:extLst>
          </p:cNvPr>
          <p:cNvSpPr>
            <a:spLocks xmlns:a="http://schemas.openxmlformats.org/drawingml/2006/main" noGrp="1"/>
          </p:cNvSpPr>
          <p:nvPr/>
        </p:nvSpPr>
        <p:spPr>
          <a:xfrm xmlns:a="http://schemas.openxmlformats.org/drawingml/2006/main">
            <a:off x="9124950" y="2381250"/>
            <a:ext cx="1809750" cy="0"/>
          </a:xfrm>
          <a:prstGeom xmlns:a="http://schemas.openxmlformats.org/drawingml/2006/main" prst="line">
            <a:avLst/>
          </a:prstGeom>
          <a:noFill xmlns:a="http://schemas.openxmlformats.org/drawingml/2006/main"/>
          <a:ln xmlns:a="http://schemas.openxmlformats.org/drawingml/2006/main" w="47625">
            <a:solidFill>
              <a:srgbClr val="2E7D5B"/>
            </a:solidFill>
            <a:prstDash val="solid"/>
          </a:ln>
        </p:spPr>
      </p:sp>
      <p:sp>
        <p:nvSpPr>
          <p:cNvPr id="20" name="">
            <a:extLst xmlns:a="http://schemas.openxmlformats.org/drawingml/2006/main">
              <a:ext uri="{FF2B5EF4-FFF2-40B4-BE49-F238E27FC236}">
                <a16:creationId xmlns:a16="http://schemas.microsoft.com/office/drawing/2014/main" id="{9D2907D3-5D06-40AA-B66A-5F7D24C8D304}"/>
              </a:ext>
            </a:extLst>
          </p:cNvPr>
          <p:cNvSpPr>
            <a:spLocks xmlns:a="http://schemas.openxmlformats.org/drawingml/2006/main" noGrp="1"/>
          </p:cNvSpPr>
          <p:nvPr/>
        </p:nvSpPr>
        <p:spPr>
          <a:xfrm xmlns:a="http://schemas.openxmlformats.org/drawingml/2006/main">
            <a:off x="9124950" y="2628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How safe</a:t>
            </a:r>
          </a:p>
        </p:txBody>
      </p:sp>
      <p:sp>
        <p:nvSpPr>
          <p:cNvPr id="21" name="">
            <a:extLst xmlns:a="http://schemas.openxmlformats.org/drawingml/2006/main">
              <a:ext uri="{FF2B5EF4-FFF2-40B4-BE49-F238E27FC236}">
                <a16:creationId xmlns:a16="http://schemas.microsoft.com/office/drawing/2014/main" id="{9BDC0027-287E-456E-A5E2-81FAE3BC5721}"/>
              </a:ext>
            </a:extLst>
          </p:cNvPr>
          <p:cNvSpPr>
            <a:spLocks xmlns:a="http://schemas.openxmlformats.org/drawingml/2006/main" noGrp="1"/>
          </p:cNvSpPr>
          <p:nvPr/>
        </p:nvSpPr>
        <p:spPr>
          <a:xfrm xmlns:a="http://schemas.openxmlformats.org/drawingml/2006/main">
            <a:off x="9124950" y="3143250"/>
            <a:ext cx="2190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i="0">
                <a:solidFill>
                  <a:srgbClr val="17212B"/>
                </a:solidFill>
                <a:latin typeface="Tahoma"/>
                <a:ea typeface="Tahoma"/>
                <a:cs typeface="Tahoma"/>
              </a:defRPr>
            </a:pPr>
            <a:r>
              <a:rPr sz="1500" b="0" i="0">
                <a:solidFill>
                  <a:srgbClr val="17212B"/>
                </a:solidFill>
                <a:latin typeface="Tahoma"/>
                <a:ea typeface="Tahoma"/>
                <a:cs typeface="Tahoma"/>
              </a:rPr>
              <a:t>ออกแบบ ISR และแชร์ข้อมูลกับ Main Program อย่างไรให้ถูกต้อง?</a:t>
            </a:r>
          </a:p>
        </p:txBody>
      </p:sp>
      <p:sp>
        <p:nvSpPr>
          <p:cNvPr id="22" name="">
            <a:extLst xmlns:a="http://schemas.openxmlformats.org/drawingml/2006/main">
              <a:ext uri="{FF2B5EF4-FFF2-40B4-BE49-F238E27FC236}">
                <a16:creationId xmlns:a16="http://schemas.microsoft.com/office/drawing/2014/main" id="{93EA4B18-B96B-4698-9DDA-F7DA23E6CD38}"/>
              </a:ext>
            </a:extLst>
          </p:cNvPr>
          <p:cNvSpPr>
            <a:spLocks xmlns:a="http://schemas.openxmlformats.org/drawingml/2006/main" noGrp="1"/>
          </p:cNvSpPr>
          <p:nvPr/>
        </p:nvSpPr>
        <p:spPr>
          <a:xfrm xmlns:a="http://schemas.openxmlformats.org/drawingml/2006/main">
            <a:off x="723900" y="5257800"/>
            <a:ext cx="1074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0B2A4A"/>
                </a:solidFill>
                <a:latin typeface="Tahoma"/>
                <a:ea typeface="Tahoma"/>
                <a:cs typeface="Tahoma"/>
              </a:defRPr>
            </a:pPr>
            <a:r>
              <a:rPr sz="1875" b="1" i="0">
                <a:solidFill>
                  <a:srgbClr val="0B2A4A"/>
                </a:solidFill>
                <a:latin typeface="Tahoma"/>
                <a:ea typeface="Tahoma"/>
                <a:cs typeface="Tahoma"/>
              </a:rPr>
              <a:t>เส้นเรื่อง: เหตุการณ์ → กลไก CPU → ข้อจำกัดเวลา → กฎการเขียน ISR</a:t>
            </a:r>
          </a:p>
        </p:txBody>
      </p:sp>
      <p:sp>
        <p:nvSpPr>
          <p:cNvPr id="23" name="">
            <a:extLst xmlns:a="http://schemas.openxmlformats.org/drawingml/2006/main">
              <a:ext uri="{FF2B5EF4-FFF2-40B4-BE49-F238E27FC236}">
                <a16:creationId xmlns:a16="http://schemas.microsoft.com/office/drawing/2014/main" id="{F4019433-8E43-43D7-9A26-7A419F21C00F}"/>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4" name="">
            <a:extLst xmlns:a="http://schemas.openxmlformats.org/drawingml/2006/main">
              <a:ext uri="{FF2B5EF4-FFF2-40B4-BE49-F238E27FC236}">
                <a16:creationId xmlns:a16="http://schemas.microsoft.com/office/drawing/2014/main" id="{589FBDB5-B9D3-4D60-80B3-BDB47560078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 NU curriculum 305341; original learning structure</a:t>
            </a:r>
          </a:p>
        </p:txBody>
      </p:sp>
      <p:sp>
        <p:nvSpPr>
          <p:cNvPr id="25" name="">
            <a:extLst xmlns:a="http://schemas.openxmlformats.org/drawingml/2006/main">
              <a:ext uri="{FF2B5EF4-FFF2-40B4-BE49-F238E27FC236}">
                <a16:creationId xmlns:a16="http://schemas.microsoft.com/office/drawing/2014/main" id="{D63513B5-FCF3-43D9-9A2A-425377A90686}"/>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02</a:t>
            </a:r>
          </a:p>
        </p:txBody>
      </p:sp>
    </p:spTree>
    <p:extLst>
      <p:ext uri="{BB962C8B-B14F-4D97-AF65-F5344CB8AC3E}">
        <p14:creationId xmlns:p14="http://schemas.microsoft.com/office/powerpoint/2010/main" val="4654753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3EF7B5A-69F5-4442-9070-7BD7D10DF63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65687F52-1434-4B75-82F9-7BB8AE266B40}"/>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MOTIVATION • ที่มา</a:t>
            </a:r>
          </a:p>
        </p:txBody>
      </p:sp>
      <p:sp>
        <p:nvSpPr>
          <p:cNvPr id="3" name="">
            <a:extLst xmlns:a="http://schemas.openxmlformats.org/drawingml/2006/main">
              <a:ext uri="{FF2B5EF4-FFF2-40B4-BE49-F238E27FC236}">
                <a16:creationId xmlns:a16="http://schemas.microsoft.com/office/drawing/2014/main" id="{A4DE1AE9-FFCD-4091-858C-19B91F3EE525}"/>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Interrupt ปล่อยให้ CPU ทำงาน จนกว่าเหตุการณ์จะเรียก</a:t>
            </a:r>
          </a:p>
        </p:txBody>
      </p:sp>
      <p:sp>
        <p:nvSpPr>
          <p:cNvPr id="4" name="">
            <a:extLst xmlns:a="http://schemas.openxmlformats.org/drawingml/2006/main">
              <a:ext uri="{FF2B5EF4-FFF2-40B4-BE49-F238E27FC236}">
                <a16:creationId xmlns:a16="http://schemas.microsoft.com/office/drawing/2014/main" id="{B7DD827B-4448-41A9-8A02-FD9B035365C5}"/>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03</a:t>
            </a:r>
          </a:p>
        </p:txBody>
      </p:sp>
      <p:sp>
        <p:nvSpPr>
          <p:cNvPr id="5" name="">
            <a:extLst xmlns:a="http://schemas.openxmlformats.org/drawingml/2006/main">
              <a:ext uri="{FF2B5EF4-FFF2-40B4-BE49-F238E27FC236}">
                <a16:creationId xmlns:a16="http://schemas.microsoft.com/office/drawing/2014/main" id="{7755FB30-4875-4D0B-866B-10482F2C6B8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54856B2B-88DD-4345-8739-E7E3B788AADD}"/>
              </a:ext>
            </a:extLst>
          </p:cNvPr>
          <p:cNvSpPr>
            <a:spLocks xmlns:a="http://schemas.openxmlformats.org/drawingml/2006/main" noGrp="1"/>
          </p:cNvSpPr>
          <p:nvPr/>
        </p:nvSpPr>
        <p:spPr>
          <a:xfrm xmlns:a="http://schemas.openxmlformats.org/drawingml/2006/main">
            <a:off x="685800" y="1504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5D6B78"/>
                </a:solidFill>
                <a:latin typeface="Tahoma"/>
                <a:ea typeface="Tahoma"/>
                <a:cs typeface="Tahoma"/>
              </a:defRPr>
            </a:pPr>
            <a:r>
              <a:rPr sz="1500" b="1" i="0">
                <a:solidFill>
                  <a:srgbClr val="5D6B78"/>
                </a:solidFill>
                <a:latin typeface="Tahoma"/>
                <a:ea typeface="Tahoma"/>
                <a:cs typeface="Tahoma"/>
              </a:rPr>
              <a:t>POLLING</a:t>
            </a:r>
          </a:p>
        </p:txBody>
      </p:sp>
      <p:sp>
        <p:nvSpPr>
          <p:cNvPr id="7" name="">
            <a:extLst xmlns:a="http://schemas.openxmlformats.org/drawingml/2006/main">
              <a:ext uri="{FF2B5EF4-FFF2-40B4-BE49-F238E27FC236}">
                <a16:creationId xmlns:a16="http://schemas.microsoft.com/office/drawing/2014/main" id="{D718EE28-973E-4BE9-9B8C-5AAA8A175AD7}"/>
              </a:ext>
            </a:extLst>
          </p:cNvPr>
          <p:cNvSpPr>
            <a:spLocks xmlns:a="http://schemas.openxmlformats.org/drawingml/2006/main" noGrp="1"/>
          </p:cNvSpPr>
          <p:nvPr/>
        </p:nvSpPr>
        <p:spPr>
          <a:xfrm xmlns:a="http://schemas.openxmlformats.org/drawingml/2006/main">
            <a:off x="685800" y="2000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CPU</a:t>
            </a:r>
          </a:p>
        </p:txBody>
      </p:sp>
      <p:sp>
        <p:nvSpPr>
          <p:cNvPr id="8" name="">
            <a:extLst xmlns:a="http://schemas.openxmlformats.org/drawingml/2006/main">
              <a:ext uri="{FF2B5EF4-FFF2-40B4-BE49-F238E27FC236}">
                <a16:creationId xmlns:a16="http://schemas.microsoft.com/office/drawing/2014/main" id="{FC008E4D-A249-4FA1-9913-BE758DF167E1}"/>
              </a:ext>
            </a:extLst>
          </p:cNvPr>
          <p:cNvSpPr>
            <a:spLocks xmlns:a="http://schemas.openxmlformats.org/drawingml/2006/main" noGrp="1"/>
          </p:cNvSpPr>
          <p:nvPr/>
        </p:nvSpPr>
        <p:spPr>
          <a:xfrm xmlns:a="http://schemas.openxmlformats.org/drawingml/2006/main">
            <a:off x="1428750" y="2133600"/>
            <a:ext cx="9906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9" name="">
            <a:extLst xmlns:a="http://schemas.openxmlformats.org/drawingml/2006/main">
              <a:ext uri="{FF2B5EF4-FFF2-40B4-BE49-F238E27FC236}">
                <a16:creationId xmlns:a16="http://schemas.microsoft.com/office/drawing/2014/main" id="{5C8C5C45-1260-44D2-AA46-0F5DC6BDFBF3}"/>
              </a:ext>
            </a:extLst>
          </p:cNvPr>
          <p:cNvSpPr>
            <a:spLocks xmlns:a="http://schemas.openxmlformats.org/drawingml/2006/main" noGrp="1"/>
          </p:cNvSpPr>
          <p:nvPr/>
        </p:nvSpPr>
        <p:spPr>
          <a:xfrm xmlns:a="http://schemas.openxmlformats.org/drawingml/2006/main">
            <a:off x="1428750" y="1914525"/>
            <a:ext cx="2095500" cy="438150"/>
          </a:xfrm>
          <a:prstGeom xmlns:a="http://schemas.openxmlformats.org/drawingml/2006/main" prst="rect">
            <a:avLst/>
          </a:prstGeom>
          <a:solidFill xmlns:a="http://schemas.openxmlformats.org/drawingml/2006/main">
            <a:srgbClr val="5D6B78"/>
          </a:solidFill>
          <a:ln xmlns:a="http://schemas.openxmlformats.org/drawingml/2006/main" w="9525">
            <a:solidFill>
              <a:srgbClr val="5D6B78"/>
            </a:solidFill>
            <a:prstDash val="solid"/>
          </a:ln>
        </p:spPr>
      </p:sp>
      <p:sp>
        <p:nvSpPr>
          <p:cNvPr id="10" name="">
            <a:extLst xmlns:a="http://schemas.openxmlformats.org/drawingml/2006/main">
              <a:ext uri="{FF2B5EF4-FFF2-40B4-BE49-F238E27FC236}">
                <a16:creationId xmlns:a16="http://schemas.microsoft.com/office/drawing/2014/main" id="{E76E49FB-9D2E-4FB4-AC3E-9C1F9E45C5AA}"/>
              </a:ext>
            </a:extLst>
          </p:cNvPr>
          <p:cNvSpPr>
            <a:spLocks xmlns:a="http://schemas.openxmlformats.org/drawingml/2006/main" noGrp="1"/>
          </p:cNvSpPr>
          <p:nvPr/>
        </p:nvSpPr>
        <p:spPr>
          <a:xfrm xmlns:a="http://schemas.openxmlformats.org/drawingml/2006/main">
            <a:off x="1428750" y="19145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FFFFFF"/>
                </a:solidFill>
                <a:latin typeface="Tahoma"/>
                <a:ea typeface="Tahoma"/>
                <a:cs typeface="Tahoma"/>
              </a:defRPr>
            </a:pPr>
            <a:r>
              <a:rPr sz="1125" b="1" i="0">
                <a:solidFill>
                  <a:srgbClr val="FFFFFF"/>
                </a:solidFill>
                <a:latin typeface="Tahoma"/>
                <a:ea typeface="Tahoma"/>
                <a:cs typeface="Tahoma"/>
              </a:rPr>
              <a:t>check</a:t>
            </a:r>
          </a:p>
        </p:txBody>
      </p:sp>
      <p:sp>
        <p:nvSpPr>
          <p:cNvPr id="11" name="">
            <a:extLst xmlns:a="http://schemas.openxmlformats.org/drawingml/2006/main">
              <a:ext uri="{FF2B5EF4-FFF2-40B4-BE49-F238E27FC236}">
                <a16:creationId xmlns:a16="http://schemas.microsoft.com/office/drawing/2014/main" id="{46EEF312-E7A6-475E-AB2D-9EDF02DE592E}"/>
              </a:ext>
            </a:extLst>
          </p:cNvPr>
          <p:cNvSpPr>
            <a:spLocks xmlns:a="http://schemas.openxmlformats.org/drawingml/2006/main" noGrp="1"/>
          </p:cNvSpPr>
          <p:nvPr/>
        </p:nvSpPr>
        <p:spPr>
          <a:xfrm xmlns:a="http://schemas.openxmlformats.org/drawingml/2006/main">
            <a:off x="3524250" y="1914525"/>
            <a:ext cx="1143000" cy="43815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12" name="">
            <a:extLst xmlns:a="http://schemas.openxmlformats.org/drawingml/2006/main">
              <a:ext uri="{FF2B5EF4-FFF2-40B4-BE49-F238E27FC236}">
                <a16:creationId xmlns:a16="http://schemas.microsoft.com/office/drawing/2014/main" id="{0CBBEDD9-133B-4368-986C-C6189AF00D3F}"/>
              </a:ext>
            </a:extLst>
          </p:cNvPr>
          <p:cNvSpPr>
            <a:spLocks xmlns:a="http://schemas.openxmlformats.org/drawingml/2006/main" noGrp="1"/>
          </p:cNvSpPr>
          <p:nvPr/>
        </p:nvSpPr>
        <p:spPr>
          <a:xfrm xmlns:a="http://schemas.openxmlformats.org/drawingml/2006/main">
            <a:off x="3524250" y="1914525"/>
            <a:ext cx="114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0B2A4A"/>
                </a:solidFill>
                <a:latin typeface="Tahoma"/>
                <a:ea typeface="Tahoma"/>
                <a:cs typeface="Tahoma"/>
              </a:defRPr>
            </a:pPr>
            <a:r>
              <a:rPr sz="1125" b="1" i="0">
                <a:solidFill>
                  <a:srgbClr val="0B2A4A"/>
                </a:solidFill>
                <a:latin typeface="Tahoma"/>
                <a:ea typeface="Tahoma"/>
                <a:cs typeface="Tahoma"/>
              </a:rPr>
              <a:t>work</a:t>
            </a:r>
          </a:p>
        </p:txBody>
      </p:sp>
      <p:sp>
        <p:nvSpPr>
          <p:cNvPr id="13" name="">
            <a:extLst xmlns:a="http://schemas.openxmlformats.org/drawingml/2006/main">
              <a:ext uri="{FF2B5EF4-FFF2-40B4-BE49-F238E27FC236}">
                <a16:creationId xmlns:a16="http://schemas.microsoft.com/office/drawing/2014/main" id="{DE048F58-E69A-4D40-AA6F-8426C412D8C4}"/>
              </a:ext>
            </a:extLst>
          </p:cNvPr>
          <p:cNvSpPr>
            <a:spLocks xmlns:a="http://schemas.openxmlformats.org/drawingml/2006/main" noGrp="1"/>
          </p:cNvSpPr>
          <p:nvPr/>
        </p:nvSpPr>
        <p:spPr>
          <a:xfrm xmlns:a="http://schemas.openxmlformats.org/drawingml/2006/main">
            <a:off x="4667250" y="1914525"/>
            <a:ext cx="2095500" cy="438150"/>
          </a:xfrm>
          <a:prstGeom xmlns:a="http://schemas.openxmlformats.org/drawingml/2006/main" prst="rect">
            <a:avLst/>
          </a:prstGeom>
          <a:solidFill xmlns:a="http://schemas.openxmlformats.org/drawingml/2006/main">
            <a:srgbClr val="5D6B78"/>
          </a:solidFill>
          <a:ln xmlns:a="http://schemas.openxmlformats.org/drawingml/2006/main" w="9525">
            <a:solidFill>
              <a:srgbClr val="5D6B78"/>
            </a:solidFill>
            <a:prstDash val="solid"/>
          </a:ln>
        </p:spPr>
      </p:sp>
      <p:sp>
        <p:nvSpPr>
          <p:cNvPr id="14" name="">
            <a:extLst xmlns:a="http://schemas.openxmlformats.org/drawingml/2006/main">
              <a:ext uri="{FF2B5EF4-FFF2-40B4-BE49-F238E27FC236}">
                <a16:creationId xmlns:a16="http://schemas.microsoft.com/office/drawing/2014/main" id="{35B8253E-ACE6-45C4-B174-A2CACEFE4EB1}"/>
              </a:ext>
            </a:extLst>
          </p:cNvPr>
          <p:cNvSpPr>
            <a:spLocks xmlns:a="http://schemas.openxmlformats.org/drawingml/2006/main" noGrp="1"/>
          </p:cNvSpPr>
          <p:nvPr/>
        </p:nvSpPr>
        <p:spPr>
          <a:xfrm xmlns:a="http://schemas.openxmlformats.org/drawingml/2006/main">
            <a:off x="4667250" y="19145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FFFFFF"/>
                </a:solidFill>
                <a:latin typeface="Tahoma"/>
                <a:ea typeface="Tahoma"/>
                <a:cs typeface="Tahoma"/>
              </a:defRPr>
            </a:pPr>
            <a:r>
              <a:rPr sz="1125" b="1" i="0">
                <a:solidFill>
                  <a:srgbClr val="FFFFFF"/>
                </a:solidFill>
                <a:latin typeface="Tahoma"/>
                <a:ea typeface="Tahoma"/>
                <a:cs typeface="Tahoma"/>
              </a:rPr>
              <a:t>check</a:t>
            </a:r>
          </a:p>
        </p:txBody>
      </p:sp>
      <p:sp>
        <p:nvSpPr>
          <p:cNvPr id="15" name="">
            <a:extLst xmlns:a="http://schemas.openxmlformats.org/drawingml/2006/main">
              <a:ext uri="{FF2B5EF4-FFF2-40B4-BE49-F238E27FC236}">
                <a16:creationId xmlns:a16="http://schemas.microsoft.com/office/drawing/2014/main" id="{1DFB34BE-C436-4925-82FC-153B04C01ABD}"/>
              </a:ext>
            </a:extLst>
          </p:cNvPr>
          <p:cNvSpPr>
            <a:spLocks xmlns:a="http://schemas.openxmlformats.org/drawingml/2006/main" noGrp="1"/>
          </p:cNvSpPr>
          <p:nvPr/>
        </p:nvSpPr>
        <p:spPr>
          <a:xfrm xmlns:a="http://schemas.openxmlformats.org/drawingml/2006/main">
            <a:off x="6762750" y="1914525"/>
            <a:ext cx="952500" cy="43815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16" name="">
            <a:extLst xmlns:a="http://schemas.openxmlformats.org/drawingml/2006/main">
              <a:ext uri="{FF2B5EF4-FFF2-40B4-BE49-F238E27FC236}">
                <a16:creationId xmlns:a16="http://schemas.microsoft.com/office/drawing/2014/main" id="{D561327B-B9FF-4008-B344-B92EBDF79A4F}"/>
              </a:ext>
            </a:extLst>
          </p:cNvPr>
          <p:cNvSpPr>
            <a:spLocks xmlns:a="http://schemas.openxmlformats.org/drawingml/2006/main" noGrp="1"/>
          </p:cNvSpPr>
          <p:nvPr/>
        </p:nvSpPr>
        <p:spPr>
          <a:xfrm xmlns:a="http://schemas.openxmlformats.org/drawingml/2006/main">
            <a:off x="6762750" y="1914525"/>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0B2A4A"/>
                </a:solidFill>
                <a:latin typeface="Tahoma"/>
                <a:ea typeface="Tahoma"/>
                <a:cs typeface="Tahoma"/>
              </a:defRPr>
            </a:pPr>
            <a:r>
              <a:rPr sz="1125" b="1" i="0">
                <a:solidFill>
                  <a:srgbClr val="0B2A4A"/>
                </a:solidFill>
                <a:latin typeface="Tahoma"/>
                <a:ea typeface="Tahoma"/>
                <a:cs typeface="Tahoma"/>
              </a:rPr>
              <a:t>work</a:t>
            </a:r>
          </a:p>
        </p:txBody>
      </p:sp>
      <p:sp>
        <p:nvSpPr>
          <p:cNvPr id="17" name="">
            <a:extLst xmlns:a="http://schemas.openxmlformats.org/drawingml/2006/main">
              <a:ext uri="{FF2B5EF4-FFF2-40B4-BE49-F238E27FC236}">
                <a16:creationId xmlns:a16="http://schemas.microsoft.com/office/drawing/2014/main" id="{67E37A8D-D812-48A2-A620-4E43E101FD2A}"/>
              </a:ext>
            </a:extLst>
          </p:cNvPr>
          <p:cNvSpPr>
            <a:spLocks xmlns:a="http://schemas.openxmlformats.org/drawingml/2006/main" noGrp="1"/>
          </p:cNvSpPr>
          <p:nvPr/>
        </p:nvSpPr>
        <p:spPr>
          <a:xfrm xmlns:a="http://schemas.openxmlformats.org/drawingml/2006/main">
            <a:off x="7715250" y="1914525"/>
            <a:ext cx="2095500" cy="438150"/>
          </a:xfrm>
          <a:prstGeom xmlns:a="http://schemas.openxmlformats.org/drawingml/2006/main" prst="rect">
            <a:avLst/>
          </a:prstGeom>
          <a:solidFill xmlns:a="http://schemas.openxmlformats.org/drawingml/2006/main">
            <a:srgbClr val="5D6B78"/>
          </a:solidFill>
          <a:ln xmlns:a="http://schemas.openxmlformats.org/drawingml/2006/main" w="9525">
            <a:solidFill>
              <a:srgbClr val="5D6B78"/>
            </a:solidFill>
            <a:prstDash val="solid"/>
          </a:ln>
        </p:spPr>
      </p:sp>
      <p:sp>
        <p:nvSpPr>
          <p:cNvPr id="18" name="">
            <a:extLst xmlns:a="http://schemas.openxmlformats.org/drawingml/2006/main">
              <a:ext uri="{FF2B5EF4-FFF2-40B4-BE49-F238E27FC236}">
                <a16:creationId xmlns:a16="http://schemas.microsoft.com/office/drawing/2014/main" id="{A6B46803-40E3-47DF-BC49-EB89D9BA990C}"/>
              </a:ext>
            </a:extLst>
          </p:cNvPr>
          <p:cNvSpPr>
            <a:spLocks xmlns:a="http://schemas.openxmlformats.org/drawingml/2006/main" noGrp="1"/>
          </p:cNvSpPr>
          <p:nvPr/>
        </p:nvSpPr>
        <p:spPr>
          <a:xfrm xmlns:a="http://schemas.openxmlformats.org/drawingml/2006/main">
            <a:off x="7715250" y="19145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FFFFFF"/>
                </a:solidFill>
                <a:latin typeface="Tahoma"/>
                <a:ea typeface="Tahoma"/>
                <a:cs typeface="Tahoma"/>
              </a:defRPr>
            </a:pPr>
            <a:r>
              <a:rPr sz="1125" b="1" i="0">
                <a:solidFill>
                  <a:srgbClr val="FFFFFF"/>
                </a:solidFill>
                <a:latin typeface="Tahoma"/>
                <a:ea typeface="Tahoma"/>
                <a:cs typeface="Tahoma"/>
              </a:rPr>
              <a:t>check</a:t>
            </a:r>
          </a:p>
        </p:txBody>
      </p:sp>
      <p:sp>
        <p:nvSpPr>
          <p:cNvPr id="19" name="">
            <a:extLst xmlns:a="http://schemas.openxmlformats.org/drawingml/2006/main">
              <a:ext uri="{FF2B5EF4-FFF2-40B4-BE49-F238E27FC236}">
                <a16:creationId xmlns:a16="http://schemas.microsoft.com/office/drawing/2014/main" id="{2D03B61A-B563-44D1-87CB-8D1C93B5BECC}"/>
              </a:ext>
            </a:extLst>
          </p:cNvPr>
          <p:cNvSpPr>
            <a:spLocks xmlns:a="http://schemas.openxmlformats.org/drawingml/2006/main" noGrp="1"/>
          </p:cNvSpPr>
          <p:nvPr/>
        </p:nvSpPr>
        <p:spPr>
          <a:xfrm xmlns:a="http://schemas.openxmlformats.org/drawingml/2006/main">
            <a:off x="9810750" y="1914525"/>
            <a:ext cx="1524000" cy="438150"/>
          </a:xfrm>
          <a:prstGeom xmlns:a="http://schemas.openxmlformats.org/drawingml/2006/main" prst="rect">
            <a:avLst/>
          </a:prstGeom>
          <a:solidFill xmlns:a="http://schemas.openxmlformats.org/drawingml/2006/main">
            <a:srgbClr val="D97706"/>
          </a:solidFill>
          <a:ln xmlns:a="http://schemas.openxmlformats.org/drawingml/2006/main" w="9525">
            <a:solidFill>
              <a:srgbClr val="D97706"/>
            </a:solidFill>
            <a:prstDash val="solid"/>
          </a:ln>
        </p:spPr>
      </p:sp>
      <p:sp>
        <p:nvSpPr>
          <p:cNvPr id="20" name="">
            <a:extLst xmlns:a="http://schemas.openxmlformats.org/drawingml/2006/main">
              <a:ext uri="{FF2B5EF4-FFF2-40B4-BE49-F238E27FC236}">
                <a16:creationId xmlns:a16="http://schemas.microsoft.com/office/drawing/2014/main" id="{F66733C7-2709-4B97-830F-3DC7B89AE43D}"/>
              </a:ext>
            </a:extLst>
          </p:cNvPr>
          <p:cNvSpPr>
            <a:spLocks xmlns:a="http://schemas.openxmlformats.org/drawingml/2006/main" noGrp="1"/>
          </p:cNvSpPr>
          <p:nvPr/>
        </p:nvSpPr>
        <p:spPr>
          <a:xfrm xmlns:a="http://schemas.openxmlformats.org/drawingml/2006/main">
            <a:off x="9810750" y="1914525"/>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0B2A4A"/>
                </a:solidFill>
                <a:latin typeface="Tahoma"/>
                <a:ea typeface="Tahoma"/>
                <a:cs typeface="Tahoma"/>
              </a:defRPr>
            </a:pPr>
            <a:r>
              <a:rPr sz="1125" b="1" i="0">
                <a:solidFill>
                  <a:srgbClr val="0B2A4A"/>
                </a:solidFill>
                <a:latin typeface="Tahoma"/>
                <a:ea typeface="Tahoma"/>
                <a:cs typeface="Tahoma"/>
              </a:rPr>
              <a:t>service</a:t>
            </a:r>
          </a:p>
        </p:txBody>
      </p:sp>
      <p:sp>
        <p:nvSpPr>
          <p:cNvPr id="21" name="">
            <a:extLst xmlns:a="http://schemas.openxmlformats.org/drawingml/2006/main">
              <a:ext uri="{FF2B5EF4-FFF2-40B4-BE49-F238E27FC236}">
                <a16:creationId xmlns:a16="http://schemas.microsoft.com/office/drawing/2014/main" id="{42152685-38DC-4CA6-A0EA-349458D2F00F}"/>
              </a:ext>
            </a:extLst>
          </p:cNvPr>
          <p:cNvSpPr>
            <a:spLocks xmlns:a="http://schemas.openxmlformats.org/drawingml/2006/main" noGrp="1"/>
          </p:cNvSpPr>
          <p:nvPr/>
        </p:nvSpPr>
        <p:spPr>
          <a:xfrm xmlns:a="http://schemas.openxmlformats.org/drawingml/2006/main">
            <a:off x="685800" y="26098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อุปกรณ์</a:t>
            </a:r>
          </a:p>
        </p:txBody>
      </p:sp>
      <p:sp>
        <p:nvSpPr>
          <p:cNvPr id="22" name="">
            <a:extLst xmlns:a="http://schemas.openxmlformats.org/drawingml/2006/main">
              <a:ext uri="{FF2B5EF4-FFF2-40B4-BE49-F238E27FC236}">
                <a16:creationId xmlns:a16="http://schemas.microsoft.com/office/drawing/2014/main" id="{7880358C-9757-4054-8225-92661161ADFC}"/>
              </a:ext>
            </a:extLst>
          </p:cNvPr>
          <p:cNvSpPr>
            <a:spLocks xmlns:a="http://schemas.openxmlformats.org/drawingml/2006/main" noGrp="1"/>
          </p:cNvSpPr>
          <p:nvPr/>
        </p:nvSpPr>
        <p:spPr>
          <a:xfrm xmlns:a="http://schemas.openxmlformats.org/drawingml/2006/main">
            <a:off x="1428750" y="2743200"/>
            <a:ext cx="9906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3" name="">
            <a:extLst xmlns:a="http://schemas.openxmlformats.org/drawingml/2006/main">
              <a:ext uri="{FF2B5EF4-FFF2-40B4-BE49-F238E27FC236}">
                <a16:creationId xmlns:a16="http://schemas.microsoft.com/office/drawing/2014/main" id="{7C204B34-CC54-43F7-A0B2-C86E42C17744}"/>
              </a:ext>
            </a:extLst>
          </p:cNvPr>
          <p:cNvSpPr>
            <a:spLocks xmlns:a="http://schemas.openxmlformats.org/drawingml/2006/main" noGrp="1"/>
          </p:cNvSpPr>
          <p:nvPr/>
        </p:nvSpPr>
        <p:spPr>
          <a:xfrm xmlns:a="http://schemas.openxmlformats.org/drawingml/2006/main">
            <a:off x="8572500" y="2647950"/>
            <a:ext cx="114300" cy="190500"/>
          </a:xfrm>
          <a:prstGeom xmlns:a="http://schemas.openxmlformats.org/drawingml/2006/main" prst="rect">
            <a:avLst/>
          </a:prstGeom>
          <a:solidFill xmlns:a="http://schemas.openxmlformats.org/drawingml/2006/main">
            <a:srgbClr val="C6473A"/>
          </a:solidFill>
          <a:ln xmlns:a="http://schemas.openxmlformats.org/drawingml/2006/main" w="9525">
            <a:solidFill>
              <a:srgbClr val="C6473A"/>
            </a:solidFill>
            <a:prstDash val="solid"/>
          </a:ln>
        </p:spPr>
      </p:sp>
      <p:sp>
        <p:nvSpPr>
          <p:cNvPr id="24" name="">
            <a:extLst xmlns:a="http://schemas.openxmlformats.org/drawingml/2006/main">
              <a:ext uri="{FF2B5EF4-FFF2-40B4-BE49-F238E27FC236}">
                <a16:creationId xmlns:a16="http://schemas.microsoft.com/office/drawing/2014/main" id="{25A56501-A79E-4AA0-A05D-AF0A7473CA14}"/>
              </a:ext>
            </a:extLst>
          </p:cNvPr>
          <p:cNvSpPr>
            <a:spLocks xmlns:a="http://schemas.openxmlformats.org/drawingml/2006/main" noGrp="1"/>
          </p:cNvSpPr>
          <p:nvPr/>
        </p:nvSpPr>
        <p:spPr>
          <a:xfrm xmlns:a="http://schemas.openxmlformats.org/drawingml/2006/main">
            <a:off x="8858250" y="2571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i="0">
                <a:solidFill>
                  <a:srgbClr val="C6473A"/>
                </a:solidFill>
                <a:latin typeface="Tahoma"/>
                <a:ea typeface="Tahoma"/>
                <a:cs typeface="Tahoma"/>
              </a:defRPr>
            </a:pPr>
            <a:r>
              <a:rPr sz="1200" b="0" i="0">
                <a:solidFill>
                  <a:srgbClr val="C6473A"/>
                </a:solidFill>
                <a:latin typeface="Tahoma"/>
                <a:ea typeface="Tahoma"/>
                <a:cs typeface="Tahoma"/>
              </a:rPr>
              <a:t>event รอจน CPU มาตรวจ</a:t>
            </a:r>
          </a:p>
        </p:txBody>
      </p:sp>
      <p:sp>
        <p:nvSpPr>
          <p:cNvPr id="25" name="">
            <a:extLst xmlns:a="http://schemas.openxmlformats.org/drawingml/2006/main">
              <a:ext uri="{FF2B5EF4-FFF2-40B4-BE49-F238E27FC236}">
                <a16:creationId xmlns:a16="http://schemas.microsoft.com/office/drawing/2014/main" id="{C9D3A380-70BF-4660-BB13-368B09AD413B}"/>
              </a:ext>
            </a:extLst>
          </p:cNvPr>
          <p:cNvSpPr>
            <a:spLocks xmlns:a="http://schemas.openxmlformats.org/drawingml/2006/main" noGrp="1"/>
          </p:cNvSpPr>
          <p:nvPr/>
        </p:nvSpPr>
        <p:spPr>
          <a:xfrm xmlns:a="http://schemas.openxmlformats.org/drawingml/2006/main">
            <a:off x="685800" y="3486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1677A7"/>
                </a:solidFill>
                <a:latin typeface="Tahoma"/>
                <a:ea typeface="Tahoma"/>
                <a:cs typeface="Tahoma"/>
              </a:defRPr>
            </a:pPr>
            <a:r>
              <a:rPr sz="1500" b="1" i="0">
                <a:solidFill>
                  <a:srgbClr val="1677A7"/>
                </a:solidFill>
                <a:latin typeface="Tahoma"/>
                <a:ea typeface="Tahoma"/>
                <a:cs typeface="Tahoma"/>
              </a:rPr>
              <a:t>INTERRUPT</a:t>
            </a:r>
          </a:p>
        </p:txBody>
      </p:sp>
      <p:sp>
        <p:nvSpPr>
          <p:cNvPr id="26" name="">
            <a:extLst xmlns:a="http://schemas.openxmlformats.org/drawingml/2006/main">
              <a:ext uri="{FF2B5EF4-FFF2-40B4-BE49-F238E27FC236}">
                <a16:creationId xmlns:a16="http://schemas.microsoft.com/office/drawing/2014/main" id="{A2CCAD6C-3B51-4485-8103-64FDD8EA689A}"/>
              </a:ext>
            </a:extLst>
          </p:cNvPr>
          <p:cNvSpPr>
            <a:spLocks xmlns:a="http://schemas.openxmlformats.org/drawingml/2006/main" noGrp="1"/>
          </p:cNvSpPr>
          <p:nvPr/>
        </p:nvSpPr>
        <p:spPr>
          <a:xfrm xmlns:a="http://schemas.openxmlformats.org/drawingml/2006/main">
            <a:off x="685800" y="3981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CPU</a:t>
            </a:r>
          </a:p>
        </p:txBody>
      </p:sp>
      <p:sp>
        <p:nvSpPr>
          <p:cNvPr id="27" name="">
            <a:extLst xmlns:a="http://schemas.openxmlformats.org/drawingml/2006/main">
              <a:ext uri="{FF2B5EF4-FFF2-40B4-BE49-F238E27FC236}">
                <a16:creationId xmlns:a16="http://schemas.microsoft.com/office/drawing/2014/main" id="{BB1C4750-AB1F-4E2F-B6D7-1AE9295A32DF}"/>
              </a:ext>
            </a:extLst>
          </p:cNvPr>
          <p:cNvSpPr>
            <a:spLocks xmlns:a="http://schemas.openxmlformats.org/drawingml/2006/main" noGrp="1"/>
          </p:cNvSpPr>
          <p:nvPr/>
        </p:nvSpPr>
        <p:spPr>
          <a:xfrm xmlns:a="http://schemas.openxmlformats.org/drawingml/2006/main">
            <a:off x="1428750" y="4114800"/>
            <a:ext cx="9906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8" name="">
            <a:extLst xmlns:a="http://schemas.openxmlformats.org/drawingml/2006/main">
              <a:ext uri="{FF2B5EF4-FFF2-40B4-BE49-F238E27FC236}">
                <a16:creationId xmlns:a16="http://schemas.microsoft.com/office/drawing/2014/main" id="{E8486434-03EA-4351-979B-08340D1A8BC0}"/>
              </a:ext>
            </a:extLst>
          </p:cNvPr>
          <p:cNvSpPr>
            <a:spLocks xmlns:a="http://schemas.openxmlformats.org/drawingml/2006/main" noGrp="1"/>
          </p:cNvSpPr>
          <p:nvPr/>
        </p:nvSpPr>
        <p:spPr>
          <a:xfrm xmlns:a="http://schemas.openxmlformats.org/drawingml/2006/main">
            <a:off x="1428750" y="3895725"/>
            <a:ext cx="5810250" cy="43815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29" name="">
            <a:extLst xmlns:a="http://schemas.openxmlformats.org/drawingml/2006/main">
              <a:ext uri="{FF2B5EF4-FFF2-40B4-BE49-F238E27FC236}">
                <a16:creationId xmlns:a16="http://schemas.microsoft.com/office/drawing/2014/main" id="{1AA73097-0E26-415B-B69F-75DEDD8147F4}"/>
              </a:ext>
            </a:extLst>
          </p:cNvPr>
          <p:cNvSpPr>
            <a:spLocks xmlns:a="http://schemas.openxmlformats.org/drawingml/2006/main" noGrp="1"/>
          </p:cNvSpPr>
          <p:nvPr/>
        </p:nvSpPr>
        <p:spPr>
          <a:xfrm xmlns:a="http://schemas.openxmlformats.org/drawingml/2006/main">
            <a:off x="1428750" y="3895725"/>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0B2A4A"/>
                </a:solidFill>
                <a:latin typeface="Tahoma"/>
                <a:ea typeface="Tahoma"/>
                <a:cs typeface="Tahoma"/>
              </a:defRPr>
            </a:pPr>
            <a:r>
              <a:rPr sz="1200" b="1" i="0">
                <a:solidFill>
                  <a:srgbClr val="0B2A4A"/>
                </a:solidFill>
                <a:latin typeface="Tahoma"/>
                <a:ea typeface="Tahoma"/>
                <a:cs typeface="Tahoma"/>
              </a:rPr>
              <a:t>main work</a:t>
            </a:r>
          </a:p>
        </p:txBody>
      </p:sp>
      <p:sp>
        <p:nvSpPr>
          <p:cNvPr id="30" name="">
            <a:extLst xmlns:a="http://schemas.openxmlformats.org/drawingml/2006/main">
              <a:ext uri="{FF2B5EF4-FFF2-40B4-BE49-F238E27FC236}">
                <a16:creationId xmlns:a16="http://schemas.microsoft.com/office/drawing/2014/main" id="{196C757F-CC43-4440-B03D-F433AA3322B8}"/>
              </a:ext>
            </a:extLst>
          </p:cNvPr>
          <p:cNvSpPr>
            <a:spLocks xmlns:a="http://schemas.openxmlformats.org/drawingml/2006/main" noGrp="1"/>
          </p:cNvSpPr>
          <p:nvPr/>
        </p:nvSpPr>
        <p:spPr>
          <a:xfrm xmlns:a="http://schemas.openxmlformats.org/drawingml/2006/main">
            <a:off x="7239000" y="3895725"/>
            <a:ext cx="1619250" cy="438150"/>
          </a:xfrm>
          <a:prstGeom xmlns:a="http://schemas.openxmlformats.org/drawingml/2006/main" prst="rect">
            <a:avLst/>
          </a:prstGeom>
          <a:solidFill xmlns:a="http://schemas.openxmlformats.org/drawingml/2006/main">
            <a:srgbClr val="C6473A"/>
          </a:solidFill>
          <a:ln xmlns:a="http://schemas.openxmlformats.org/drawingml/2006/main" w="9525">
            <a:solidFill>
              <a:srgbClr val="C6473A"/>
            </a:solidFill>
            <a:prstDash val="solid"/>
          </a:ln>
        </p:spPr>
      </p:sp>
      <p:sp>
        <p:nvSpPr>
          <p:cNvPr id="31" name="">
            <a:extLst xmlns:a="http://schemas.openxmlformats.org/drawingml/2006/main">
              <a:ext uri="{FF2B5EF4-FFF2-40B4-BE49-F238E27FC236}">
                <a16:creationId xmlns:a16="http://schemas.microsoft.com/office/drawing/2014/main" id="{1BD37CDF-2F0D-42A6-9189-92C9767D4EEB}"/>
              </a:ext>
            </a:extLst>
          </p:cNvPr>
          <p:cNvSpPr>
            <a:spLocks xmlns:a="http://schemas.openxmlformats.org/drawingml/2006/main" noGrp="1"/>
          </p:cNvSpPr>
          <p:nvPr/>
        </p:nvSpPr>
        <p:spPr>
          <a:xfrm xmlns:a="http://schemas.openxmlformats.org/drawingml/2006/main">
            <a:off x="7239000" y="389572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FFFFFF"/>
                </a:solidFill>
                <a:latin typeface="Tahoma"/>
                <a:ea typeface="Tahoma"/>
                <a:cs typeface="Tahoma"/>
              </a:defRPr>
            </a:pPr>
            <a:r>
              <a:rPr sz="1275" b="1" i="0">
                <a:solidFill>
                  <a:srgbClr val="FFFFFF"/>
                </a:solidFill>
                <a:latin typeface="Tahoma"/>
                <a:ea typeface="Tahoma"/>
                <a:cs typeface="Tahoma"/>
              </a:rPr>
              <a:t>ISR</a:t>
            </a:r>
          </a:p>
        </p:txBody>
      </p:sp>
      <p:sp>
        <p:nvSpPr>
          <p:cNvPr id="32" name="">
            <a:extLst xmlns:a="http://schemas.openxmlformats.org/drawingml/2006/main">
              <a:ext uri="{FF2B5EF4-FFF2-40B4-BE49-F238E27FC236}">
                <a16:creationId xmlns:a16="http://schemas.microsoft.com/office/drawing/2014/main" id="{B51B6BE5-ABB5-411B-9C72-A2D1ED10E15F}"/>
              </a:ext>
            </a:extLst>
          </p:cNvPr>
          <p:cNvSpPr>
            <a:spLocks xmlns:a="http://schemas.openxmlformats.org/drawingml/2006/main" noGrp="1"/>
          </p:cNvSpPr>
          <p:nvPr/>
        </p:nvSpPr>
        <p:spPr>
          <a:xfrm xmlns:a="http://schemas.openxmlformats.org/drawingml/2006/main">
            <a:off x="8858250" y="3895725"/>
            <a:ext cx="2476500" cy="43815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33" name="">
            <a:extLst xmlns:a="http://schemas.openxmlformats.org/drawingml/2006/main">
              <a:ext uri="{FF2B5EF4-FFF2-40B4-BE49-F238E27FC236}">
                <a16:creationId xmlns:a16="http://schemas.microsoft.com/office/drawing/2014/main" id="{977E68CF-8EEA-4B84-B90E-ED9762627025}"/>
              </a:ext>
            </a:extLst>
          </p:cNvPr>
          <p:cNvSpPr>
            <a:spLocks xmlns:a="http://schemas.openxmlformats.org/drawingml/2006/main" noGrp="1"/>
          </p:cNvSpPr>
          <p:nvPr/>
        </p:nvSpPr>
        <p:spPr>
          <a:xfrm xmlns:a="http://schemas.openxmlformats.org/drawingml/2006/main">
            <a:off x="8858250" y="389572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0B2A4A"/>
                </a:solidFill>
                <a:latin typeface="Tahoma"/>
                <a:ea typeface="Tahoma"/>
                <a:cs typeface="Tahoma"/>
              </a:defRPr>
            </a:pPr>
            <a:r>
              <a:rPr sz="1200" b="1" i="0">
                <a:solidFill>
                  <a:srgbClr val="0B2A4A"/>
                </a:solidFill>
                <a:latin typeface="Tahoma"/>
                <a:ea typeface="Tahoma"/>
                <a:cs typeface="Tahoma"/>
              </a:rPr>
              <a:t>resume main</a:t>
            </a:r>
          </a:p>
        </p:txBody>
      </p:sp>
      <p:sp>
        <p:nvSpPr>
          <p:cNvPr id="34" name="">
            <a:extLst xmlns:a="http://schemas.openxmlformats.org/drawingml/2006/main">
              <a:ext uri="{FF2B5EF4-FFF2-40B4-BE49-F238E27FC236}">
                <a16:creationId xmlns:a16="http://schemas.microsoft.com/office/drawing/2014/main" id="{8D35701C-4E16-49F1-B411-40D318DB8BFA}"/>
              </a:ext>
            </a:extLst>
          </p:cNvPr>
          <p:cNvSpPr>
            <a:spLocks xmlns:a="http://schemas.openxmlformats.org/drawingml/2006/main" noGrp="1"/>
          </p:cNvSpPr>
          <p:nvPr/>
        </p:nvSpPr>
        <p:spPr>
          <a:xfrm xmlns:a="http://schemas.openxmlformats.org/drawingml/2006/main">
            <a:off x="685800" y="45910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อุปกรณ์</a:t>
            </a:r>
          </a:p>
        </p:txBody>
      </p:sp>
      <p:sp>
        <p:nvSpPr>
          <p:cNvPr id="35" name="">
            <a:extLst xmlns:a="http://schemas.openxmlformats.org/drawingml/2006/main">
              <a:ext uri="{FF2B5EF4-FFF2-40B4-BE49-F238E27FC236}">
                <a16:creationId xmlns:a16="http://schemas.microsoft.com/office/drawing/2014/main" id="{5DFDD8DA-6B6E-4F3B-A971-7CF0DAA7CAF4}"/>
              </a:ext>
            </a:extLst>
          </p:cNvPr>
          <p:cNvSpPr>
            <a:spLocks xmlns:a="http://schemas.openxmlformats.org/drawingml/2006/main" noGrp="1"/>
          </p:cNvSpPr>
          <p:nvPr/>
        </p:nvSpPr>
        <p:spPr>
          <a:xfrm xmlns:a="http://schemas.openxmlformats.org/drawingml/2006/main">
            <a:off x="1428750" y="4724400"/>
            <a:ext cx="9906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36" name="">
            <a:extLst xmlns:a="http://schemas.openxmlformats.org/drawingml/2006/main">
              <a:ext uri="{FF2B5EF4-FFF2-40B4-BE49-F238E27FC236}">
                <a16:creationId xmlns:a16="http://schemas.microsoft.com/office/drawing/2014/main" id="{2EE17248-1F83-482E-AF4E-D516ED11F1FF}"/>
              </a:ext>
            </a:extLst>
          </p:cNvPr>
          <p:cNvSpPr>
            <a:spLocks xmlns:a="http://schemas.openxmlformats.org/drawingml/2006/main" noGrp="1"/>
          </p:cNvSpPr>
          <p:nvPr/>
        </p:nvSpPr>
        <p:spPr>
          <a:xfrm xmlns:a="http://schemas.openxmlformats.org/drawingml/2006/main">
            <a:off x="7086600" y="4610100"/>
            <a:ext cx="114300" cy="228600"/>
          </a:xfrm>
          <a:prstGeom xmlns:a="http://schemas.openxmlformats.org/drawingml/2006/main" prst="rect">
            <a:avLst/>
          </a:prstGeom>
          <a:solidFill xmlns:a="http://schemas.openxmlformats.org/drawingml/2006/main">
            <a:srgbClr val="C6473A"/>
          </a:solidFill>
          <a:ln xmlns:a="http://schemas.openxmlformats.org/drawingml/2006/main" w="9525">
            <a:solidFill>
              <a:srgbClr val="C6473A"/>
            </a:solidFill>
            <a:prstDash val="solid"/>
          </a:ln>
        </p:spPr>
      </p:sp>
      <p:sp>
        <p:nvSpPr>
          <p:cNvPr id="37" name="">
            <a:extLst xmlns:a="http://schemas.openxmlformats.org/drawingml/2006/main">
              <a:ext uri="{FF2B5EF4-FFF2-40B4-BE49-F238E27FC236}">
                <a16:creationId xmlns:a16="http://schemas.microsoft.com/office/drawing/2014/main" id="{5CDBFA65-8E6B-4FC8-9F0D-C2EF92FE40CB}"/>
              </a:ext>
            </a:extLst>
          </p:cNvPr>
          <p:cNvSpPr>
            <a:spLocks xmlns:a="http://schemas.openxmlformats.org/drawingml/2006/main" noGrp="1"/>
          </p:cNvSpPr>
          <p:nvPr/>
        </p:nvSpPr>
        <p:spPr>
          <a:xfrm xmlns:a="http://schemas.openxmlformats.org/drawingml/2006/main">
            <a:off x="5410200" y="45434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IRQ แจ้งทันที</a:t>
            </a:r>
          </a:p>
        </p:txBody>
      </p:sp>
      <p:sp>
        <p:nvSpPr>
          <p:cNvPr id="38" name="">
            <a:extLst xmlns:a="http://schemas.openxmlformats.org/drawingml/2006/main">
              <a:ext uri="{FF2B5EF4-FFF2-40B4-BE49-F238E27FC236}">
                <a16:creationId xmlns:a16="http://schemas.microsoft.com/office/drawing/2014/main" id="{4F148039-8EDF-4FF7-8312-D6D3E3FE9BB7}"/>
              </a:ext>
            </a:extLst>
          </p:cNvPr>
          <p:cNvSpPr>
            <a:spLocks xmlns:a="http://schemas.openxmlformats.org/drawingml/2006/main" noGrp="1"/>
          </p:cNvSpPr>
          <p:nvPr/>
        </p:nvSpPr>
        <p:spPr>
          <a:xfrm xmlns:a="http://schemas.openxmlformats.org/drawingml/2006/main">
            <a:off x="7200900" y="4333875"/>
            <a:ext cx="0" cy="276225"/>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39" name="">
            <a:extLst xmlns:a="http://schemas.openxmlformats.org/drawingml/2006/main">
              <a:ext uri="{FF2B5EF4-FFF2-40B4-BE49-F238E27FC236}">
                <a16:creationId xmlns:a16="http://schemas.microsoft.com/office/drawing/2014/main" id="{FCB7DAE5-924E-4F59-8ABB-4474B540D3EC}"/>
              </a:ext>
            </a:extLst>
          </p:cNvPr>
          <p:cNvSpPr>
            <a:spLocks xmlns:a="http://schemas.openxmlformats.org/drawingml/2006/main" noGrp="1"/>
          </p:cNvSpPr>
          <p:nvPr/>
        </p:nvSpPr>
        <p:spPr>
          <a:xfrm xmlns:a="http://schemas.openxmlformats.org/drawingml/2006/main">
            <a:off x="895350" y="5476875"/>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0" i="0">
                <a:solidFill>
                  <a:srgbClr val="5D6B78"/>
                </a:solidFill>
                <a:latin typeface="Tahoma"/>
                <a:ea typeface="Tahoma"/>
                <a:cs typeface="Tahoma"/>
              </a:defRPr>
            </a:pPr>
            <a:r>
              <a:rPr sz="1575" b="0" i="0">
                <a:solidFill>
                  <a:srgbClr val="5D6B78"/>
                </a:solidFill>
                <a:latin typeface="Tahoma"/>
                <a:ea typeface="Tahoma"/>
                <a:cs typeface="Tahoma"/>
              </a:rPr>
              <a:t>Polling เหมาะกับงานง่ายและคาดเดาได้</a:t>
            </a:r>
          </a:p>
        </p:txBody>
      </p:sp>
      <p:sp>
        <p:nvSpPr>
          <p:cNvPr id="40" name="">
            <a:extLst xmlns:a="http://schemas.openxmlformats.org/drawingml/2006/main">
              <a:ext uri="{FF2B5EF4-FFF2-40B4-BE49-F238E27FC236}">
                <a16:creationId xmlns:a16="http://schemas.microsoft.com/office/drawing/2014/main" id="{622A5A3A-23D5-4BDB-9411-A41A8AE03A1E}"/>
              </a:ext>
            </a:extLst>
          </p:cNvPr>
          <p:cNvSpPr>
            <a:spLocks xmlns:a="http://schemas.openxmlformats.org/drawingml/2006/main" noGrp="1"/>
          </p:cNvSpPr>
          <p:nvPr/>
        </p:nvSpPr>
        <p:spPr>
          <a:xfrm xmlns:a="http://schemas.openxmlformats.org/drawingml/2006/main">
            <a:off x="5810250" y="5476875"/>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1" i="0">
                <a:solidFill>
                  <a:srgbClr val="1677A7"/>
                </a:solidFill>
                <a:latin typeface="Tahoma"/>
                <a:ea typeface="Tahoma"/>
                <a:cs typeface="Tahoma"/>
              </a:defRPr>
            </a:pPr>
            <a:r>
              <a:rPr sz="1575" b="1" i="0">
                <a:solidFill>
                  <a:srgbClr val="1677A7"/>
                </a:solidFill>
                <a:latin typeface="Tahoma"/>
                <a:ea typeface="Tahoma"/>
                <a:cs typeface="Tahoma"/>
              </a:rPr>
              <a:t>Interrupt เหมาะกับเหตุการณ์ไม่สม่ำเสมอและต้องตอบสนองเร็ว</a:t>
            </a:r>
          </a:p>
        </p:txBody>
      </p:sp>
      <p:sp>
        <p:nvSpPr>
          <p:cNvPr id="41" name="">
            <a:extLst xmlns:a="http://schemas.openxmlformats.org/drawingml/2006/main">
              <a:ext uri="{FF2B5EF4-FFF2-40B4-BE49-F238E27FC236}">
                <a16:creationId xmlns:a16="http://schemas.microsoft.com/office/drawing/2014/main" id="{FF227BDF-D82C-48D0-8626-22373649B00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2" name="">
            <a:extLst xmlns:a="http://schemas.openxmlformats.org/drawingml/2006/main">
              <a:ext uri="{FF2B5EF4-FFF2-40B4-BE49-F238E27FC236}">
                <a16:creationId xmlns:a16="http://schemas.microsoft.com/office/drawing/2014/main" id="{281B6026-1FD8-4E53-8C98-45A95C5F092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Concept: event-driven execution; timing shown is illustrative</a:t>
            </a:r>
          </a:p>
        </p:txBody>
      </p:sp>
      <p:sp>
        <p:nvSpPr>
          <p:cNvPr id="43" name="">
            <a:extLst xmlns:a="http://schemas.openxmlformats.org/drawingml/2006/main">
              <a:ext uri="{FF2B5EF4-FFF2-40B4-BE49-F238E27FC236}">
                <a16:creationId xmlns:a16="http://schemas.microsoft.com/office/drawing/2014/main" id="{886C8083-1031-47F0-A83F-A5B47DCC41AE}"/>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03</a:t>
            </a:r>
          </a:p>
        </p:txBody>
      </p:sp>
    </p:spTree>
    <p:extLst>
      <p:ext uri="{BB962C8B-B14F-4D97-AF65-F5344CB8AC3E}">
        <p14:creationId xmlns:p14="http://schemas.microsoft.com/office/powerpoint/2010/main" val="84755660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06C809A-829C-49D5-B9CD-4F0425F1C88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EEC36BDC-8B09-4DDD-93F3-A10DF28D2DE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DEFINITION • นิยาม</a:t>
            </a:r>
          </a:p>
        </p:txBody>
      </p:sp>
      <p:sp>
        <p:nvSpPr>
          <p:cNvPr id="3" name="">
            <a:extLst xmlns:a="http://schemas.openxmlformats.org/drawingml/2006/main">
              <a:ext uri="{FF2B5EF4-FFF2-40B4-BE49-F238E27FC236}">
                <a16:creationId xmlns:a16="http://schemas.microsoft.com/office/drawing/2014/main" id="{8633F06D-3743-4FF8-A3E7-0916974A3E19}"/>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Interrupt คือการเปลี่ยนเส้นทางควบคุมแบบชั่วคราว</a:t>
            </a:r>
          </a:p>
        </p:txBody>
      </p:sp>
      <p:sp>
        <p:nvSpPr>
          <p:cNvPr id="4" name="">
            <a:extLst xmlns:a="http://schemas.openxmlformats.org/drawingml/2006/main">
              <a:ext uri="{FF2B5EF4-FFF2-40B4-BE49-F238E27FC236}">
                <a16:creationId xmlns:a16="http://schemas.microsoft.com/office/drawing/2014/main" id="{13634B2A-4D5B-4867-9D18-EA61E1CCB1B4}"/>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04</a:t>
            </a:r>
          </a:p>
        </p:txBody>
      </p:sp>
      <p:sp>
        <p:nvSpPr>
          <p:cNvPr id="5" name="">
            <a:extLst xmlns:a="http://schemas.openxmlformats.org/drawingml/2006/main">
              <a:ext uri="{FF2B5EF4-FFF2-40B4-BE49-F238E27FC236}">
                <a16:creationId xmlns:a16="http://schemas.microsoft.com/office/drawing/2014/main" id="{96472EA3-D50B-4105-A6D3-FE95C755E5C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DC14C57C-21F2-4A84-9B35-616D1C8BE543}"/>
              </a:ext>
            </a:extLst>
          </p:cNvPr>
          <p:cNvSpPr>
            <a:spLocks xmlns:a="http://schemas.openxmlformats.org/drawingml/2006/main" noGrp="1"/>
          </p:cNvSpPr>
          <p:nvPr/>
        </p:nvSpPr>
        <p:spPr>
          <a:xfrm xmlns:a="http://schemas.openxmlformats.org/drawingml/2006/main">
            <a:off x="4914900" y="2190750"/>
            <a:ext cx="2381250" cy="2381250"/>
          </a:xfrm>
          <a:prstGeom xmlns:a="http://schemas.openxmlformats.org/drawingml/2006/main" prst="ellipse">
            <a:avLst/>
          </a:prstGeom>
          <a:solidFill xmlns:a="http://schemas.openxmlformats.org/drawingml/2006/main">
            <a:srgbClr val="0B2A4A"/>
          </a:solidFill>
          <a:ln xmlns:a="http://schemas.openxmlformats.org/drawingml/2006/main" w="9525">
            <a:solidFill>
              <a:srgbClr val="0B2A4A"/>
            </a:solidFill>
            <a:prstDash val="solid"/>
          </a:ln>
        </p:spPr>
      </p:sp>
      <p:sp>
        <p:nvSpPr>
          <p:cNvPr id="7" name="">
            <a:extLst xmlns:a="http://schemas.openxmlformats.org/drawingml/2006/main">
              <a:ext uri="{FF2B5EF4-FFF2-40B4-BE49-F238E27FC236}">
                <a16:creationId xmlns:a16="http://schemas.microsoft.com/office/drawing/2014/main" id="{159D7DC0-86E4-4563-92B4-59FA79373E5C}"/>
              </a:ext>
            </a:extLst>
          </p:cNvPr>
          <p:cNvSpPr>
            <a:spLocks xmlns:a="http://schemas.openxmlformats.org/drawingml/2006/main" noGrp="1"/>
          </p:cNvSpPr>
          <p:nvPr/>
        </p:nvSpPr>
        <p:spPr>
          <a:xfrm xmlns:a="http://schemas.openxmlformats.org/drawingml/2006/main">
            <a:off x="4914900" y="28003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100" b="1" i="0">
                <a:solidFill>
                  <a:srgbClr val="FFFFFF"/>
                </a:solidFill>
                <a:latin typeface="Tahoma"/>
                <a:ea typeface="Tahoma"/>
                <a:cs typeface="Tahoma"/>
              </a:defRPr>
            </a:pPr>
            <a:r>
              <a:rPr sz="2100" b="1" i="0">
                <a:solidFill>
                  <a:srgbClr val="FFFFFF"/>
                </a:solidFill>
                <a:latin typeface="Tahoma"/>
                <a:ea typeface="Tahoma"/>
                <a:cs typeface="Tahoma"/>
              </a:rPr>
              <a:t>INTERRUPT</a:t>
            </a:r>
          </a:p>
        </p:txBody>
      </p:sp>
      <p:sp>
        <p:nvSpPr>
          <p:cNvPr id="8" name="">
            <a:extLst xmlns:a="http://schemas.openxmlformats.org/drawingml/2006/main">
              <a:ext uri="{FF2B5EF4-FFF2-40B4-BE49-F238E27FC236}">
                <a16:creationId xmlns:a16="http://schemas.microsoft.com/office/drawing/2014/main" id="{6D494D5E-C735-4CA5-9731-AA3ECA2AFDA1}"/>
              </a:ext>
            </a:extLst>
          </p:cNvPr>
          <p:cNvSpPr>
            <a:spLocks xmlns:a="http://schemas.openxmlformats.org/drawingml/2006/main" noGrp="1"/>
          </p:cNvSpPr>
          <p:nvPr/>
        </p:nvSpPr>
        <p:spPr>
          <a:xfrm xmlns:a="http://schemas.openxmlformats.org/drawingml/2006/main">
            <a:off x="4914900" y="3295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0" i="0">
                <a:solidFill>
                  <a:srgbClr val="C89B3C"/>
                </a:solidFill>
                <a:latin typeface="Tahoma"/>
                <a:ea typeface="Tahoma"/>
                <a:cs typeface="Tahoma"/>
              </a:defRPr>
            </a:pPr>
            <a:r>
              <a:rPr sz="1275" b="0" i="0">
                <a:solidFill>
                  <a:srgbClr val="C89B3C"/>
                </a:solidFill>
                <a:latin typeface="Tahoma"/>
                <a:ea typeface="Tahoma"/>
                <a:cs typeface="Tahoma"/>
              </a:rPr>
              <a:t>event → ISR → resume</a:t>
            </a:r>
          </a:p>
        </p:txBody>
      </p:sp>
      <p:sp>
        <p:nvSpPr>
          <p:cNvPr id="9" name="">
            <a:extLst xmlns:a="http://schemas.openxmlformats.org/drawingml/2006/main">
              <a:ext uri="{FF2B5EF4-FFF2-40B4-BE49-F238E27FC236}">
                <a16:creationId xmlns:a16="http://schemas.microsoft.com/office/drawing/2014/main" id="{C5B69966-6075-4B15-AB55-14E6867FD07D}"/>
              </a:ext>
            </a:extLst>
          </p:cNvPr>
          <p:cNvSpPr>
            <a:spLocks xmlns:a="http://schemas.openxmlformats.org/drawingml/2006/main" noGrp="1"/>
          </p:cNvSpPr>
          <p:nvPr/>
        </p:nvSpPr>
        <p:spPr>
          <a:xfrm xmlns:a="http://schemas.openxmlformats.org/drawingml/2006/main">
            <a:off x="857250" y="1790700"/>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1677A7"/>
            </a:solidFill>
            <a:prstDash val="solid"/>
          </a:ln>
        </p:spPr>
      </p:sp>
      <p:sp>
        <p:nvSpPr>
          <p:cNvPr id="10" name="">
            <a:extLst xmlns:a="http://schemas.openxmlformats.org/drawingml/2006/main">
              <a:ext uri="{FF2B5EF4-FFF2-40B4-BE49-F238E27FC236}">
                <a16:creationId xmlns:a16="http://schemas.microsoft.com/office/drawing/2014/main" id="{01FF262B-CB9D-4222-B230-9BA4F76A8CB4}"/>
              </a:ext>
            </a:extLst>
          </p:cNvPr>
          <p:cNvSpPr>
            <a:spLocks xmlns:a="http://schemas.openxmlformats.org/drawingml/2006/main" noGrp="1"/>
          </p:cNvSpPr>
          <p:nvPr/>
        </p:nvSpPr>
        <p:spPr>
          <a:xfrm xmlns:a="http://schemas.openxmlformats.org/drawingml/2006/main">
            <a:off x="1009650" y="1905000"/>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1677A7"/>
                </a:solidFill>
                <a:latin typeface="Tahoma"/>
                <a:ea typeface="Tahoma"/>
                <a:cs typeface="Tahoma"/>
              </a:defRPr>
            </a:pPr>
            <a:r>
              <a:rPr sz="1200" b="1" i="0">
                <a:solidFill>
                  <a:srgbClr val="1677A7"/>
                </a:solidFill>
                <a:latin typeface="Tahoma"/>
                <a:ea typeface="Tahoma"/>
                <a:cs typeface="Tahoma"/>
              </a:rPr>
              <a:t>SOURCE</a:t>
            </a:r>
          </a:p>
        </p:txBody>
      </p:sp>
      <p:sp>
        <p:nvSpPr>
          <p:cNvPr id="11" name="">
            <a:extLst xmlns:a="http://schemas.openxmlformats.org/drawingml/2006/main">
              <a:ext uri="{FF2B5EF4-FFF2-40B4-BE49-F238E27FC236}">
                <a16:creationId xmlns:a16="http://schemas.microsoft.com/office/drawing/2014/main" id="{5DF5776B-3A12-47A3-9586-07794A71D5AB}"/>
              </a:ext>
            </a:extLst>
          </p:cNvPr>
          <p:cNvSpPr>
            <a:spLocks xmlns:a="http://schemas.openxmlformats.org/drawingml/2006/main" noGrp="1"/>
          </p:cNvSpPr>
          <p:nvPr/>
        </p:nvSpPr>
        <p:spPr>
          <a:xfrm xmlns:a="http://schemas.openxmlformats.org/drawingml/2006/main">
            <a:off x="1009650" y="2209800"/>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Hardware / Software</a:t>
            </a:r>
          </a:p>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Peripheral / Fault</a:t>
            </a:r>
          </a:p>
        </p:txBody>
      </p:sp>
      <p:sp>
        <p:nvSpPr>
          <p:cNvPr id="12" name="">
            <a:extLst xmlns:a="http://schemas.openxmlformats.org/drawingml/2006/main">
              <a:ext uri="{FF2B5EF4-FFF2-40B4-BE49-F238E27FC236}">
                <a16:creationId xmlns:a16="http://schemas.microsoft.com/office/drawing/2014/main" id="{C5526A0A-8037-4955-B15E-4A8A8ED19FE2}"/>
              </a:ext>
            </a:extLst>
          </p:cNvPr>
          <p:cNvSpPr>
            <a:spLocks xmlns:a="http://schemas.openxmlformats.org/drawingml/2006/main" noGrp="1"/>
          </p:cNvSpPr>
          <p:nvPr/>
        </p:nvSpPr>
        <p:spPr>
          <a:xfrm xmlns:a="http://schemas.openxmlformats.org/drawingml/2006/main">
            <a:off x="8667750" y="1790700"/>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C6473A"/>
            </a:solidFill>
            <a:prstDash val="solid"/>
          </a:ln>
        </p:spPr>
      </p:sp>
      <p:sp>
        <p:nvSpPr>
          <p:cNvPr id="13" name="">
            <a:extLst xmlns:a="http://schemas.openxmlformats.org/drawingml/2006/main">
              <a:ext uri="{FF2B5EF4-FFF2-40B4-BE49-F238E27FC236}">
                <a16:creationId xmlns:a16="http://schemas.microsoft.com/office/drawing/2014/main" id="{D09ECCCE-7DC1-4280-A2B2-8EF0B3ECC172}"/>
              </a:ext>
            </a:extLst>
          </p:cNvPr>
          <p:cNvSpPr>
            <a:spLocks xmlns:a="http://schemas.openxmlformats.org/drawingml/2006/main" noGrp="1"/>
          </p:cNvSpPr>
          <p:nvPr/>
        </p:nvSpPr>
        <p:spPr>
          <a:xfrm xmlns:a="http://schemas.openxmlformats.org/drawingml/2006/main">
            <a:off x="8820150" y="1905000"/>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MASKABILITY</a:t>
            </a:r>
          </a:p>
        </p:txBody>
      </p:sp>
      <p:sp>
        <p:nvSpPr>
          <p:cNvPr id="14" name="">
            <a:extLst xmlns:a="http://schemas.openxmlformats.org/drawingml/2006/main">
              <a:ext uri="{FF2B5EF4-FFF2-40B4-BE49-F238E27FC236}">
                <a16:creationId xmlns:a16="http://schemas.microsoft.com/office/drawing/2014/main" id="{5E340D96-BF79-4744-BEB2-40E39E5804AB}"/>
              </a:ext>
            </a:extLst>
          </p:cNvPr>
          <p:cNvSpPr>
            <a:spLocks xmlns:a="http://schemas.openxmlformats.org/drawingml/2006/main" noGrp="1"/>
          </p:cNvSpPr>
          <p:nvPr/>
        </p:nvSpPr>
        <p:spPr>
          <a:xfrm xmlns:a="http://schemas.openxmlformats.org/drawingml/2006/main">
            <a:off x="8820150" y="2209800"/>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Maskable / NMI</a:t>
            </a:r>
          </a:p>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Global + per-source enable</a:t>
            </a:r>
          </a:p>
        </p:txBody>
      </p:sp>
      <p:sp>
        <p:nvSpPr>
          <p:cNvPr id="15" name="">
            <a:extLst xmlns:a="http://schemas.openxmlformats.org/drawingml/2006/main">
              <a:ext uri="{FF2B5EF4-FFF2-40B4-BE49-F238E27FC236}">
                <a16:creationId xmlns:a16="http://schemas.microsoft.com/office/drawing/2014/main" id="{B1DCB1FF-9532-4B6B-A719-168E7154B541}"/>
              </a:ext>
            </a:extLst>
          </p:cNvPr>
          <p:cNvSpPr>
            <a:spLocks xmlns:a="http://schemas.openxmlformats.org/drawingml/2006/main" noGrp="1"/>
          </p:cNvSpPr>
          <p:nvPr/>
        </p:nvSpPr>
        <p:spPr>
          <a:xfrm xmlns:a="http://schemas.openxmlformats.org/drawingml/2006/main">
            <a:off x="857250" y="4333875"/>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D97706"/>
            </a:solidFill>
            <a:prstDash val="solid"/>
          </a:ln>
        </p:spPr>
      </p:sp>
      <p:sp>
        <p:nvSpPr>
          <p:cNvPr id="16" name="">
            <a:extLst xmlns:a="http://schemas.openxmlformats.org/drawingml/2006/main">
              <a:ext uri="{FF2B5EF4-FFF2-40B4-BE49-F238E27FC236}">
                <a16:creationId xmlns:a16="http://schemas.microsoft.com/office/drawing/2014/main" id="{B51706B0-EDDE-46CE-97EA-21C0F8490B1E}"/>
              </a:ext>
            </a:extLst>
          </p:cNvPr>
          <p:cNvSpPr>
            <a:spLocks xmlns:a="http://schemas.openxmlformats.org/drawingml/2006/main" noGrp="1"/>
          </p:cNvSpPr>
          <p:nvPr/>
        </p:nvSpPr>
        <p:spPr>
          <a:xfrm xmlns:a="http://schemas.openxmlformats.org/drawingml/2006/main">
            <a:off x="1009650" y="4448175"/>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D97706"/>
                </a:solidFill>
                <a:latin typeface="Tahoma"/>
                <a:ea typeface="Tahoma"/>
                <a:cs typeface="Tahoma"/>
              </a:defRPr>
            </a:pPr>
            <a:r>
              <a:rPr sz="1200" b="1" i="0">
                <a:solidFill>
                  <a:srgbClr val="D97706"/>
                </a:solidFill>
                <a:latin typeface="Tahoma"/>
                <a:ea typeface="Tahoma"/>
                <a:cs typeface="Tahoma"/>
              </a:rPr>
              <a:t>TRIGGER</a:t>
            </a:r>
          </a:p>
        </p:txBody>
      </p:sp>
      <p:sp>
        <p:nvSpPr>
          <p:cNvPr id="17" name="">
            <a:extLst xmlns:a="http://schemas.openxmlformats.org/drawingml/2006/main">
              <a:ext uri="{FF2B5EF4-FFF2-40B4-BE49-F238E27FC236}">
                <a16:creationId xmlns:a16="http://schemas.microsoft.com/office/drawing/2014/main" id="{0169F148-CA3D-4AFC-8F56-9D5ED26D935C}"/>
              </a:ext>
            </a:extLst>
          </p:cNvPr>
          <p:cNvSpPr>
            <a:spLocks xmlns:a="http://schemas.openxmlformats.org/drawingml/2006/main" noGrp="1"/>
          </p:cNvSpPr>
          <p:nvPr/>
        </p:nvSpPr>
        <p:spPr>
          <a:xfrm xmlns:a="http://schemas.openxmlformats.org/drawingml/2006/main">
            <a:off x="1009650" y="475297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Edge / Level</a:t>
            </a:r>
          </a:p>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Rising / Falling / Change</a:t>
            </a:r>
          </a:p>
        </p:txBody>
      </p:sp>
      <p:sp>
        <p:nvSpPr>
          <p:cNvPr id="18" name="">
            <a:extLst xmlns:a="http://schemas.openxmlformats.org/drawingml/2006/main">
              <a:ext uri="{FF2B5EF4-FFF2-40B4-BE49-F238E27FC236}">
                <a16:creationId xmlns:a16="http://schemas.microsoft.com/office/drawing/2014/main" id="{F0F1D5AE-D494-4E22-B2AC-CA475104A590}"/>
              </a:ext>
            </a:extLst>
          </p:cNvPr>
          <p:cNvSpPr>
            <a:spLocks xmlns:a="http://schemas.openxmlformats.org/drawingml/2006/main" noGrp="1"/>
          </p:cNvSpPr>
          <p:nvPr/>
        </p:nvSpPr>
        <p:spPr>
          <a:xfrm xmlns:a="http://schemas.openxmlformats.org/drawingml/2006/main">
            <a:off x="8667750" y="4333875"/>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2E7D5B"/>
            </a:solidFill>
            <a:prstDash val="solid"/>
          </a:ln>
        </p:spPr>
      </p:sp>
      <p:sp>
        <p:nvSpPr>
          <p:cNvPr id="19" name="">
            <a:extLst xmlns:a="http://schemas.openxmlformats.org/drawingml/2006/main">
              <a:ext uri="{FF2B5EF4-FFF2-40B4-BE49-F238E27FC236}">
                <a16:creationId xmlns:a16="http://schemas.microsoft.com/office/drawing/2014/main" id="{A8FC98CB-69B1-46F2-9743-CA67CC8BC123}"/>
              </a:ext>
            </a:extLst>
          </p:cNvPr>
          <p:cNvSpPr>
            <a:spLocks xmlns:a="http://schemas.openxmlformats.org/drawingml/2006/main" noGrp="1"/>
          </p:cNvSpPr>
          <p:nvPr/>
        </p:nvSpPr>
        <p:spPr>
          <a:xfrm xmlns:a="http://schemas.openxmlformats.org/drawingml/2006/main">
            <a:off x="8820150" y="4448175"/>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2E7D5B"/>
                </a:solidFill>
                <a:latin typeface="Tahoma"/>
                <a:ea typeface="Tahoma"/>
                <a:cs typeface="Tahoma"/>
              </a:defRPr>
            </a:pPr>
            <a:r>
              <a:rPr sz="1200" b="1" i="0">
                <a:solidFill>
                  <a:srgbClr val="2E7D5B"/>
                </a:solidFill>
                <a:latin typeface="Tahoma"/>
                <a:ea typeface="Tahoma"/>
                <a:cs typeface="Tahoma"/>
              </a:rPr>
              <a:t>TIMING</a:t>
            </a:r>
          </a:p>
        </p:txBody>
      </p:sp>
      <p:sp>
        <p:nvSpPr>
          <p:cNvPr id="20" name="">
            <a:extLst xmlns:a="http://schemas.openxmlformats.org/drawingml/2006/main">
              <a:ext uri="{FF2B5EF4-FFF2-40B4-BE49-F238E27FC236}">
                <a16:creationId xmlns:a16="http://schemas.microsoft.com/office/drawing/2014/main" id="{AC3B2FB4-44BD-49BB-B819-62373591B482}"/>
              </a:ext>
            </a:extLst>
          </p:cNvPr>
          <p:cNvSpPr>
            <a:spLocks xmlns:a="http://schemas.openxmlformats.org/drawingml/2006/main" noGrp="1"/>
          </p:cNvSpPr>
          <p:nvPr/>
        </p:nvSpPr>
        <p:spPr>
          <a:xfrm xmlns:a="http://schemas.openxmlformats.org/drawingml/2006/main">
            <a:off x="8820150" y="475297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Synchronous / Asynchronous</a:t>
            </a:r>
          </a:p>
          <a:p xmlns:a="http://schemas.openxmlformats.org/drawingml/2006/main">
            <a:pPr algn="l">
              <a:lnSpc>
                <a:spcPct val="110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Pending until accepted</a:t>
            </a:r>
          </a:p>
        </p:txBody>
      </p:sp>
      <p:cxnSp>
        <p:nvCxnSpPr>
          <p:cNvPr id="49" name=""/>
          <p:cNvCxnSpPr>
            <a:stCxn xmlns:a="http://schemas.openxmlformats.org/drawingml/2006/main" id="9" idx="3"/>
            <a:endCxn xmlns:a="http://schemas.openxmlformats.org/drawingml/2006/main" id="6" idx="2"/>
          </p:cNvCxnSpPr>
          <p:nvPr/>
        </p:nvCxnSpPr>
        <p:spPr>
          <a:xfrm xmlns:a="http://schemas.openxmlformats.org/drawingml/2006/main">
            <a:off x="3524250" y="2257425"/>
            <a:ext cx="1390650" cy="1123950"/>
          </a:xfrm>
          <a:prstGeom xmlns:a="http://schemas.openxmlformats.org/drawingml/2006/main" prst="straightConnector1">
            <a:avLst/>
          </a:prstGeom>
          <a:ln xmlns:a="http://schemas.openxmlformats.org/drawingml/2006/main" w="19050">
            <a:solidFill>
              <a:srgbClr val="1677A7"/>
            </a:solidFill>
            <a:prstDash val="solid"/>
            <a:headEnd type="none" w="med" len="med"/>
            <a:tailEnd type="none" w="med" len="med"/>
          </a:ln>
        </p:spPr>
      </p:cxnSp>
      <p:cxnSp>
        <p:nvCxnSpPr>
          <p:cNvPr id="50" name=""/>
          <p:cNvCxnSpPr>
            <a:stCxn xmlns:a="http://schemas.openxmlformats.org/drawingml/2006/main" id="12" idx="1"/>
            <a:endCxn xmlns:a="http://schemas.openxmlformats.org/drawingml/2006/main" id="6" idx="6"/>
          </p:cNvCxnSpPr>
          <p:nvPr/>
        </p:nvCxnSpPr>
        <p:spPr>
          <a:xfrm xmlns:a="http://schemas.openxmlformats.org/drawingml/2006/main" flipH="1">
            <a:off x="7296150" y="2257425"/>
            <a:ext cx="1371600" cy="1123950"/>
          </a:xfrm>
          <a:prstGeom xmlns:a="http://schemas.openxmlformats.org/drawingml/2006/main" prst="straightConnector1">
            <a:avLst/>
          </a:prstGeom>
          <a:ln xmlns:a="http://schemas.openxmlformats.org/drawingml/2006/main" w="19050">
            <a:solidFill>
              <a:srgbClr val="C6473A"/>
            </a:solidFill>
            <a:prstDash val="solid"/>
            <a:headEnd type="none" w="med" len="med"/>
            <a:tailEnd type="none" w="med" len="med"/>
          </a:ln>
        </p:spPr>
      </p:cxnSp>
      <p:cxnSp>
        <p:nvCxnSpPr>
          <p:cNvPr id="51" name=""/>
          <p:cNvCxnSpPr>
            <a:stCxn xmlns:a="http://schemas.openxmlformats.org/drawingml/2006/main" id="15" idx="3"/>
            <a:endCxn xmlns:a="http://schemas.openxmlformats.org/drawingml/2006/main" id="6" idx="2"/>
          </p:cNvCxnSpPr>
          <p:nvPr/>
        </p:nvCxnSpPr>
        <p:spPr>
          <a:xfrm xmlns:a="http://schemas.openxmlformats.org/drawingml/2006/main" flipV="1">
            <a:off x="3524250" y="3381375"/>
            <a:ext cx="1390650" cy="1419225"/>
          </a:xfrm>
          <a:prstGeom xmlns:a="http://schemas.openxmlformats.org/drawingml/2006/main" prst="straightConnector1">
            <a:avLst/>
          </a:prstGeom>
          <a:ln xmlns:a="http://schemas.openxmlformats.org/drawingml/2006/main" w="19050">
            <a:solidFill>
              <a:srgbClr val="D97706"/>
            </a:solidFill>
            <a:prstDash val="solid"/>
            <a:headEnd type="none" w="med" len="med"/>
            <a:tailEnd type="none" w="med" len="med"/>
          </a:ln>
        </p:spPr>
      </p:cxnSp>
      <p:cxnSp>
        <p:nvCxnSpPr>
          <p:cNvPr id="52" name=""/>
          <p:cNvCxnSpPr>
            <a:stCxn xmlns:a="http://schemas.openxmlformats.org/drawingml/2006/main" id="18" idx="1"/>
            <a:endCxn xmlns:a="http://schemas.openxmlformats.org/drawingml/2006/main" id="6" idx="6"/>
          </p:cNvCxnSpPr>
          <p:nvPr/>
        </p:nvCxnSpPr>
        <p:spPr>
          <a:xfrm xmlns:a="http://schemas.openxmlformats.org/drawingml/2006/main" flipH="1" flipV="1">
            <a:off x="7296150" y="3381375"/>
            <a:ext cx="1371600" cy="1419225"/>
          </a:xfrm>
          <a:prstGeom xmlns:a="http://schemas.openxmlformats.org/drawingml/2006/main" prst="straightConnector1">
            <a:avLst/>
          </a:prstGeom>
          <a:ln xmlns:a="http://schemas.openxmlformats.org/drawingml/2006/main" w="19050">
            <a:solidFill>
              <a:srgbClr val="2E7D5B"/>
            </a:solidFill>
            <a:prstDash val="solid"/>
            <a:headEnd type="none" w="med" len="med"/>
            <a:tailEnd type="none" w="med" len="med"/>
          </a:ln>
        </p:spPr>
      </p:cxnSp>
      <p:sp>
        <p:nvSpPr>
          <p:cNvPr id="25" name="">
            <a:extLst xmlns:a="http://schemas.openxmlformats.org/drawingml/2006/main">
              <a:ext uri="{FF2B5EF4-FFF2-40B4-BE49-F238E27FC236}">
                <a16:creationId xmlns:a16="http://schemas.microsoft.com/office/drawing/2014/main" id="{540F133B-8AA6-4E33-9FCB-05FD392AD4AD}"/>
              </a:ext>
            </a:extLst>
          </p:cNvPr>
          <p:cNvSpPr>
            <a:spLocks xmlns:a="http://schemas.openxmlformats.org/drawingml/2006/main" noGrp="1"/>
          </p:cNvSpPr>
          <p:nvPr/>
        </p:nvSpPr>
        <p:spPr>
          <a:xfrm xmlns:a="http://schemas.openxmlformats.org/drawingml/2006/main">
            <a:off x="1524000" y="57721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แก่นสำคัญ: โปรแกรมหลักไม่หายไป — CPU ต้องเก็บตำแหน่งเดิมและกลับมาได้ถูกต้อง</a:t>
            </a:r>
          </a:p>
        </p:txBody>
      </p:sp>
      <p:sp>
        <p:nvSpPr>
          <p:cNvPr id="26" name="">
            <a:extLst xmlns:a="http://schemas.openxmlformats.org/drawingml/2006/main">
              <a:ext uri="{FF2B5EF4-FFF2-40B4-BE49-F238E27FC236}">
                <a16:creationId xmlns:a16="http://schemas.microsoft.com/office/drawing/2014/main" id="{45BDC627-07C5-4BB4-8615-117A5894AF4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7" name="">
            <a:extLst xmlns:a="http://schemas.openxmlformats.org/drawingml/2006/main">
              <a:ext uri="{FF2B5EF4-FFF2-40B4-BE49-F238E27FC236}">
                <a16:creationId xmlns:a16="http://schemas.microsoft.com/office/drawing/2014/main" id="{A0D65657-B7F5-4F21-A10B-1CE1796B2A5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Microchip ATmega328P; Arm CMSIS-Core NVIC</a:t>
            </a:r>
          </a:p>
        </p:txBody>
      </p:sp>
      <p:sp>
        <p:nvSpPr>
          <p:cNvPr id="28" name="">
            <a:extLst xmlns:a="http://schemas.openxmlformats.org/drawingml/2006/main">
              <a:ext uri="{FF2B5EF4-FFF2-40B4-BE49-F238E27FC236}">
                <a16:creationId xmlns:a16="http://schemas.microsoft.com/office/drawing/2014/main" id="{0EA5C958-2F80-4987-9C64-1189C54ED008}"/>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04</a:t>
            </a:r>
          </a:p>
        </p:txBody>
      </p:sp>
    </p:spTree>
    <p:extLst>
      <p:ext uri="{BB962C8B-B14F-4D97-AF65-F5344CB8AC3E}">
        <p14:creationId xmlns:p14="http://schemas.microsoft.com/office/powerpoint/2010/main" val="1262229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7C69CDA-8F42-45E4-8EBC-D4404B8E4F6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47DFA52B-7336-4E6C-8E26-97BC45A6DD6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PROCESSING PATH • ลำดับการทำงาน</a:t>
            </a:r>
          </a:p>
        </p:txBody>
      </p:sp>
      <p:sp>
        <p:nvSpPr>
          <p:cNvPr id="3" name="">
            <a:extLst xmlns:a="http://schemas.openxmlformats.org/drawingml/2006/main">
              <a:ext uri="{FF2B5EF4-FFF2-40B4-BE49-F238E27FC236}">
                <a16:creationId xmlns:a16="http://schemas.microsoft.com/office/drawing/2014/main" id="{33903F68-60CB-482A-9518-248E25655D2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IRQ ถึง RETI: CPU ต้องรักษาความต่อเนื่องของโปรแกรม</a:t>
            </a:r>
          </a:p>
        </p:txBody>
      </p:sp>
      <p:sp>
        <p:nvSpPr>
          <p:cNvPr id="4" name="">
            <a:extLst xmlns:a="http://schemas.openxmlformats.org/drawingml/2006/main">
              <a:ext uri="{FF2B5EF4-FFF2-40B4-BE49-F238E27FC236}">
                <a16:creationId xmlns:a16="http://schemas.microsoft.com/office/drawing/2014/main" id="{61D6541D-C030-4F21-A0AF-602CC3195DBF}"/>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05</a:t>
            </a:r>
          </a:p>
        </p:txBody>
      </p:sp>
      <p:sp>
        <p:nvSpPr>
          <p:cNvPr id="5" name="">
            <a:extLst xmlns:a="http://schemas.openxmlformats.org/drawingml/2006/main">
              <a:ext uri="{FF2B5EF4-FFF2-40B4-BE49-F238E27FC236}">
                <a16:creationId xmlns:a16="http://schemas.microsoft.com/office/drawing/2014/main" id="{12486133-4834-4C17-BE8F-23C59418A63A}"/>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E816ECDA-D159-4818-B762-BACFE7B31D8C}"/>
              </a:ext>
            </a:extLst>
          </p:cNvPr>
          <p:cNvSpPr>
            <a:spLocks xmlns:a="http://schemas.openxmlformats.org/drawingml/2006/main" noGrp="1"/>
          </p:cNvSpPr>
          <p:nvPr/>
        </p:nvSpPr>
        <p:spPr>
          <a:xfrm xmlns:a="http://schemas.openxmlformats.org/drawingml/2006/main">
            <a:off x="87630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1677A7"/>
            </a:solidFill>
            <a:prstDash val="solid"/>
          </a:ln>
        </p:spPr>
      </p:sp>
      <p:sp>
        <p:nvSpPr>
          <p:cNvPr id="7" name="">
            <a:extLst xmlns:a="http://schemas.openxmlformats.org/drawingml/2006/main">
              <a:ext uri="{FF2B5EF4-FFF2-40B4-BE49-F238E27FC236}">
                <a16:creationId xmlns:a16="http://schemas.microsoft.com/office/drawing/2014/main" id="{775937C4-1D2B-4403-835A-1C815F45FF47}"/>
              </a:ext>
            </a:extLst>
          </p:cNvPr>
          <p:cNvSpPr>
            <a:spLocks xmlns:a="http://schemas.openxmlformats.org/drawingml/2006/main" noGrp="1"/>
          </p:cNvSpPr>
          <p:nvPr/>
        </p:nvSpPr>
        <p:spPr>
          <a:xfrm xmlns:a="http://schemas.openxmlformats.org/drawingml/2006/main">
            <a:off x="1047750" y="1981200"/>
            <a:ext cx="400050" cy="4000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8" name="">
            <a:extLst xmlns:a="http://schemas.openxmlformats.org/drawingml/2006/main">
              <a:ext uri="{FF2B5EF4-FFF2-40B4-BE49-F238E27FC236}">
                <a16:creationId xmlns:a16="http://schemas.microsoft.com/office/drawing/2014/main" id="{4199DD05-AF1A-4ACF-B8DA-E0B72CB22AE6}"/>
              </a:ext>
            </a:extLst>
          </p:cNvPr>
          <p:cNvSpPr>
            <a:spLocks xmlns:a="http://schemas.openxmlformats.org/drawingml/2006/main" noGrp="1"/>
          </p:cNvSpPr>
          <p:nvPr/>
        </p:nvSpPr>
        <p:spPr>
          <a:xfrm xmlns:a="http://schemas.openxmlformats.org/drawingml/2006/main">
            <a:off x="104775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1</a:t>
            </a:r>
          </a:p>
        </p:txBody>
      </p:sp>
      <p:sp>
        <p:nvSpPr>
          <p:cNvPr id="9" name="">
            <a:extLst xmlns:a="http://schemas.openxmlformats.org/drawingml/2006/main">
              <a:ext uri="{FF2B5EF4-FFF2-40B4-BE49-F238E27FC236}">
                <a16:creationId xmlns:a16="http://schemas.microsoft.com/office/drawing/2014/main" id="{709FA57A-FC4B-44FE-8CFB-B778AAF5E9C5}"/>
              </a:ext>
            </a:extLst>
          </p:cNvPr>
          <p:cNvSpPr>
            <a:spLocks xmlns:a="http://schemas.openxmlformats.org/drawingml/2006/main" noGrp="1"/>
          </p:cNvSpPr>
          <p:nvPr/>
        </p:nvSpPr>
        <p:spPr>
          <a:xfrm xmlns:a="http://schemas.openxmlformats.org/drawingml/2006/main">
            <a:off x="160020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1677A7"/>
                </a:solidFill>
                <a:latin typeface="Tahoma"/>
                <a:ea typeface="Tahoma"/>
                <a:cs typeface="Tahoma"/>
              </a:defRPr>
            </a:pPr>
            <a:r>
              <a:rPr sz="1500" b="1" i="0">
                <a:solidFill>
                  <a:srgbClr val="1677A7"/>
                </a:solidFill>
                <a:latin typeface="Tahoma"/>
                <a:ea typeface="Tahoma"/>
                <a:cs typeface="Tahoma"/>
              </a:rPr>
              <a:t>EVENT</a:t>
            </a:r>
          </a:p>
        </p:txBody>
      </p:sp>
      <p:sp>
        <p:nvSpPr>
          <p:cNvPr id="10" name="">
            <a:extLst xmlns:a="http://schemas.openxmlformats.org/drawingml/2006/main">
              <a:ext uri="{FF2B5EF4-FFF2-40B4-BE49-F238E27FC236}">
                <a16:creationId xmlns:a16="http://schemas.microsoft.com/office/drawing/2014/main" id="{C47FAB22-273A-455C-B038-25B844E4C278}"/>
              </a:ext>
            </a:extLst>
          </p:cNvPr>
          <p:cNvSpPr>
            <a:spLocks xmlns:a="http://schemas.openxmlformats.org/drawingml/2006/main" noGrp="1"/>
          </p:cNvSpPr>
          <p:nvPr/>
        </p:nvSpPr>
        <p:spPr>
          <a:xfrm xmlns:a="http://schemas.openxmlformats.org/drawingml/2006/main">
            <a:off x="160020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อุปกรณ์ตั้ง Request / Flag</a:t>
            </a:r>
          </a:p>
        </p:txBody>
      </p:sp>
      <p:sp>
        <p:nvSpPr>
          <p:cNvPr id="11" name="">
            <a:extLst xmlns:a="http://schemas.openxmlformats.org/drawingml/2006/main">
              <a:ext uri="{FF2B5EF4-FFF2-40B4-BE49-F238E27FC236}">
                <a16:creationId xmlns:a16="http://schemas.microsoft.com/office/drawing/2014/main" id="{935CF6D8-D6DA-450C-B046-440C1783C958}"/>
              </a:ext>
            </a:extLst>
          </p:cNvPr>
          <p:cNvSpPr>
            <a:spLocks xmlns:a="http://schemas.openxmlformats.org/drawingml/2006/main" noGrp="1"/>
          </p:cNvSpPr>
          <p:nvPr/>
        </p:nvSpPr>
        <p:spPr>
          <a:xfrm xmlns:a="http://schemas.openxmlformats.org/drawingml/2006/main">
            <a:off x="459105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0B2A4A"/>
            </a:solidFill>
            <a:prstDash val="solid"/>
          </a:ln>
        </p:spPr>
      </p:sp>
      <p:sp>
        <p:nvSpPr>
          <p:cNvPr id="12" name="">
            <a:extLst xmlns:a="http://schemas.openxmlformats.org/drawingml/2006/main">
              <a:ext uri="{FF2B5EF4-FFF2-40B4-BE49-F238E27FC236}">
                <a16:creationId xmlns:a16="http://schemas.microsoft.com/office/drawing/2014/main" id="{3825C325-8259-4C5F-B69D-ED4C0B795F10}"/>
              </a:ext>
            </a:extLst>
          </p:cNvPr>
          <p:cNvSpPr>
            <a:spLocks xmlns:a="http://schemas.openxmlformats.org/drawingml/2006/main" noGrp="1"/>
          </p:cNvSpPr>
          <p:nvPr/>
        </p:nvSpPr>
        <p:spPr>
          <a:xfrm xmlns:a="http://schemas.openxmlformats.org/drawingml/2006/main">
            <a:off x="4762500" y="1981200"/>
            <a:ext cx="400050" cy="400050"/>
          </a:xfrm>
          <a:prstGeom xmlns:a="http://schemas.openxmlformats.org/drawingml/2006/main" prst="ellipse">
            <a:avLst/>
          </a:prstGeom>
          <a:solidFill xmlns:a="http://schemas.openxmlformats.org/drawingml/2006/main">
            <a:srgbClr val="0B2A4A"/>
          </a:solidFill>
          <a:ln xmlns:a="http://schemas.openxmlformats.org/drawingml/2006/main" w="9525">
            <a:solidFill>
              <a:srgbClr val="0B2A4A"/>
            </a:solidFill>
            <a:prstDash val="solid"/>
          </a:ln>
        </p:spPr>
      </p:sp>
      <p:sp>
        <p:nvSpPr>
          <p:cNvPr id="13" name="">
            <a:extLst xmlns:a="http://schemas.openxmlformats.org/drawingml/2006/main">
              <a:ext uri="{FF2B5EF4-FFF2-40B4-BE49-F238E27FC236}">
                <a16:creationId xmlns:a16="http://schemas.microsoft.com/office/drawing/2014/main" id="{5685887E-6C72-4BAE-9A85-D80CE0EF1193}"/>
              </a:ext>
            </a:extLst>
          </p:cNvPr>
          <p:cNvSpPr>
            <a:spLocks xmlns:a="http://schemas.openxmlformats.org/drawingml/2006/main" noGrp="1"/>
          </p:cNvSpPr>
          <p:nvPr/>
        </p:nvSpPr>
        <p:spPr>
          <a:xfrm xmlns:a="http://schemas.openxmlformats.org/drawingml/2006/main">
            <a:off x="476250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2</a:t>
            </a:r>
          </a:p>
        </p:txBody>
      </p:sp>
      <p:sp>
        <p:nvSpPr>
          <p:cNvPr id="14" name="">
            <a:extLst xmlns:a="http://schemas.openxmlformats.org/drawingml/2006/main">
              <a:ext uri="{FF2B5EF4-FFF2-40B4-BE49-F238E27FC236}">
                <a16:creationId xmlns:a16="http://schemas.microsoft.com/office/drawing/2014/main" id="{24C05B99-F84A-470B-8773-FB8CCBF072F7}"/>
              </a:ext>
            </a:extLst>
          </p:cNvPr>
          <p:cNvSpPr>
            <a:spLocks xmlns:a="http://schemas.openxmlformats.org/drawingml/2006/main" noGrp="1"/>
          </p:cNvSpPr>
          <p:nvPr/>
        </p:nvSpPr>
        <p:spPr>
          <a:xfrm xmlns:a="http://schemas.openxmlformats.org/drawingml/2006/main">
            <a:off x="531495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ACCEPT</a:t>
            </a:r>
          </a:p>
        </p:txBody>
      </p:sp>
      <p:sp>
        <p:nvSpPr>
          <p:cNvPr id="15" name="">
            <a:extLst xmlns:a="http://schemas.openxmlformats.org/drawingml/2006/main">
              <a:ext uri="{FF2B5EF4-FFF2-40B4-BE49-F238E27FC236}">
                <a16:creationId xmlns:a16="http://schemas.microsoft.com/office/drawing/2014/main" id="{24905711-518E-4ABC-BA40-D8F072AAAE71}"/>
              </a:ext>
            </a:extLst>
          </p:cNvPr>
          <p:cNvSpPr>
            <a:spLocks xmlns:a="http://schemas.openxmlformats.org/drawingml/2006/main" noGrp="1"/>
          </p:cNvSpPr>
          <p:nvPr/>
        </p:nvSpPr>
        <p:spPr>
          <a:xfrm xmlns:a="http://schemas.openxmlformats.org/drawingml/2006/main">
            <a:off x="531495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จบ instruction ปัจจุบัน</a:t>
            </a:r>
          </a:p>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ตรวจ Enable + Priority</a:t>
            </a:r>
          </a:p>
        </p:txBody>
      </p:sp>
      <p:sp>
        <p:nvSpPr>
          <p:cNvPr id="16" name="">
            <a:extLst xmlns:a="http://schemas.openxmlformats.org/drawingml/2006/main">
              <a:ext uri="{FF2B5EF4-FFF2-40B4-BE49-F238E27FC236}">
                <a16:creationId xmlns:a16="http://schemas.microsoft.com/office/drawing/2014/main" id="{9CD3D15B-C019-4309-89A2-14CD2B673F36}"/>
              </a:ext>
            </a:extLst>
          </p:cNvPr>
          <p:cNvSpPr>
            <a:spLocks xmlns:a="http://schemas.openxmlformats.org/drawingml/2006/main" noGrp="1"/>
          </p:cNvSpPr>
          <p:nvPr/>
        </p:nvSpPr>
        <p:spPr>
          <a:xfrm xmlns:a="http://schemas.openxmlformats.org/drawingml/2006/main">
            <a:off x="830580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2E7D5B"/>
            </a:solidFill>
            <a:prstDash val="solid"/>
          </a:ln>
        </p:spPr>
      </p:sp>
      <p:sp>
        <p:nvSpPr>
          <p:cNvPr id="17" name="">
            <a:extLst xmlns:a="http://schemas.openxmlformats.org/drawingml/2006/main">
              <a:ext uri="{FF2B5EF4-FFF2-40B4-BE49-F238E27FC236}">
                <a16:creationId xmlns:a16="http://schemas.microsoft.com/office/drawing/2014/main" id="{79F8BDEE-2CF6-471D-A617-0FCA218DFD54}"/>
              </a:ext>
            </a:extLst>
          </p:cNvPr>
          <p:cNvSpPr>
            <a:spLocks xmlns:a="http://schemas.openxmlformats.org/drawingml/2006/main" noGrp="1"/>
          </p:cNvSpPr>
          <p:nvPr/>
        </p:nvSpPr>
        <p:spPr>
          <a:xfrm xmlns:a="http://schemas.openxmlformats.org/drawingml/2006/main">
            <a:off x="8477250" y="1981200"/>
            <a:ext cx="400050" cy="400050"/>
          </a:xfrm>
          <a:prstGeom xmlns:a="http://schemas.openxmlformats.org/drawingml/2006/main" prst="ellipse">
            <a:avLst/>
          </a:prstGeom>
          <a:solidFill xmlns:a="http://schemas.openxmlformats.org/drawingml/2006/main">
            <a:srgbClr val="2E7D5B"/>
          </a:solidFill>
          <a:ln xmlns:a="http://schemas.openxmlformats.org/drawingml/2006/main" w="9525">
            <a:solidFill>
              <a:srgbClr val="2E7D5B"/>
            </a:solidFill>
            <a:prstDash val="solid"/>
          </a:ln>
        </p:spPr>
      </p:sp>
      <p:sp>
        <p:nvSpPr>
          <p:cNvPr id="18" name="">
            <a:extLst xmlns:a="http://schemas.openxmlformats.org/drawingml/2006/main">
              <a:ext uri="{FF2B5EF4-FFF2-40B4-BE49-F238E27FC236}">
                <a16:creationId xmlns:a16="http://schemas.microsoft.com/office/drawing/2014/main" id="{BB6E54AF-A368-4617-AA26-98F5FB70D156}"/>
              </a:ext>
            </a:extLst>
          </p:cNvPr>
          <p:cNvSpPr>
            <a:spLocks xmlns:a="http://schemas.openxmlformats.org/drawingml/2006/main" noGrp="1"/>
          </p:cNvSpPr>
          <p:nvPr/>
        </p:nvSpPr>
        <p:spPr>
          <a:xfrm xmlns:a="http://schemas.openxmlformats.org/drawingml/2006/main">
            <a:off x="847725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3</a:t>
            </a:r>
          </a:p>
        </p:txBody>
      </p:sp>
      <p:sp>
        <p:nvSpPr>
          <p:cNvPr id="19" name="">
            <a:extLst xmlns:a="http://schemas.openxmlformats.org/drawingml/2006/main">
              <a:ext uri="{FF2B5EF4-FFF2-40B4-BE49-F238E27FC236}">
                <a16:creationId xmlns:a16="http://schemas.microsoft.com/office/drawing/2014/main" id="{5BC787F1-E052-4213-A2C7-AA04662E0A76}"/>
              </a:ext>
            </a:extLst>
          </p:cNvPr>
          <p:cNvSpPr>
            <a:spLocks xmlns:a="http://schemas.openxmlformats.org/drawingml/2006/main" noGrp="1"/>
          </p:cNvSpPr>
          <p:nvPr/>
        </p:nvSpPr>
        <p:spPr>
          <a:xfrm xmlns:a="http://schemas.openxmlformats.org/drawingml/2006/main">
            <a:off x="902970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2E7D5B"/>
                </a:solidFill>
                <a:latin typeface="Tahoma"/>
                <a:ea typeface="Tahoma"/>
                <a:cs typeface="Tahoma"/>
              </a:defRPr>
            </a:pPr>
            <a:r>
              <a:rPr sz="1500" b="1" i="0">
                <a:solidFill>
                  <a:srgbClr val="2E7D5B"/>
                </a:solidFill>
                <a:latin typeface="Tahoma"/>
                <a:ea typeface="Tahoma"/>
                <a:cs typeface="Tahoma"/>
              </a:rPr>
              <a:t>SAVE</a:t>
            </a:r>
          </a:p>
        </p:txBody>
      </p:sp>
      <p:sp>
        <p:nvSpPr>
          <p:cNvPr id="20" name="">
            <a:extLst xmlns:a="http://schemas.openxmlformats.org/drawingml/2006/main">
              <a:ext uri="{FF2B5EF4-FFF2-40B4-BE49-F238E27FC236}">
                <a16:creationId xmlns:a16="http://schemas.microsoft.com/office/drawing/2014/main" id="{61A08D69-9BAF-44DA-9864-CF5F3EFE668A}"/>
              </a:ext>
            </a:extLst>
          </p:cNvPr>
          <p:cNvSpPr>
            <a:spLocks xmlns:a="http://schemas.openxmlformats.org/drawingml/2006/main" noGrp="1"/>
          </p:cNvSpPr>
          <p:nvPr/>
        </p:nvSpPr>
        <p:spPr>
          <a:xfrm xmlns:a="http://schemas.openxmlformats.org/drawingml/2006/main">
            <a:off x="902970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เก็บ PC และ Context</a:t>
            </a:r>
          </a:p>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ลง Stack</a:t>
            </a:r>
          </a:p>
        </p:txBody>
      </p:sp>
      <p:sp>
        <p:nvSpPr>
          <p:cNvPr id="21" name="">
            <a:extLst xmlns:a="http://schemas.openxmlformats.org/drawingml/2006/main">
              <a:ext uri="{FF2B5EF4-FFF2-40B4-BE49-F238E27FC236}">
                <a16:creationId xmlns:a16="http://schemas.microsoft.com/office/drawing/2014/main" id="{7A171424-8C9A-4194-822A-90720CEC01B2}"/>
              </a:ext>
            </a:extLst>
          </p:cNvPr>
          <p:cNvSpPr>
            <a:spLocks xmlns:a="http://schemas.openxmlformats.org/drawingml/2006/main" noGrp="1"/>
          </p:cNvSpPr>
          <p:nvPr/>
        </p:nvSpPr>
        <p:spPr>
          <a:xfrm xmlns:a="http://schemas.openxmlformats.org/drawingml/2006/main">
            <a:off x="830580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D97706"/>
            </a:solidFill>
            <a:prstDash val="solid"/>
          </a:ln>
        </p:spPr>
      </p:sp>
      <p:sp>
        <p:nvSpPr>
          <p:cNvPr id="22" name="">
            <a:extLst xmlns:a="http://schemas.openxmlformats.org/drawingml/2006/main">
              <a:ext uri="{FF2B5EF4-FFF2-40B4-BE49-F238E27FC236}">
                <a16:creationId xmlns:a16="http://schemas.microsoft.com/office/drawing/2014/main" id="{D0852999-F059-4422-8E80-F643CEB4B3DD}"/>
              </a:ext>
            </a:extLst>
          </p:cNvPr>
          <p:cNvSpPr>
            <a:spLocks xmlns:a="http://schemas.openxmlformats.org/drawingml/2006/main" noGrp="1"/>
          </p:cNvSpPr>
          <p:nvPr/>
        </p:nvSpPr>
        <p:spPr>
          <a:xfrm xmlns:a="http://schemas.openxmlformats.org/drawingml/2006/main">
            <a:off x="8477250" y="4267200"/>
            <a:ext cx="400050" cy="40005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23" name="">
            <a:extLst xmlns:a="http://schemas.openxmlformats.org/drawingml/2006/main">
              <a:ext uri="{FF2B5EF4-FFF2-40B4-BE49-F238E27FC236}">
                <a16:creationId xmlns:a16="http://schemas.microsoft.com/office/drawing/2014/main" id="{FACAD2C2-ED20-4CA9-B2B1-8ED66F02C9BE}"/>
              </a:ext>
            </a:extLst>
          </p:cNvPr>
          <p:cNvSpPr>
            <a:spLocks xmlns:a="http://schemas.openxmlformats.org/drawingml/2006/main" noGrp="1"/>
          </p:cNvSpPr>
          <p:nvPr/>
        </p:nvSpPr>
        <p:spPr>
          <a:xfrm xmlns:a="http://schemas.openxmlformats.org/drawingml/2006/main">
            <a:off x="847725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4</a:t>
            </a:r>
          </a:p>
        </p:txBody>
      </p:sp>
      <p:sp>
        <p:nvSpPr>
          <p:cNvPr id="24" name="">
            <a:extLst xmlns:a="http://schemas.openxmlformats.org/drawingml/2006/main">
              <a:ext uri="{FF2B5EF4-FFF2-40B4-BE49-F238E27FC236}">
                <a16:creationId xmlns:a16="http://schemas.microsoft.com/office/drawing/2014/main" id="{F6DAE249-54D1-4996-B01E-4760FBAEC7D0}"/>
              </a:ext>
            </a:extLst>
          </p:cNvPr>
          <p:cNvSpPr>
            <a:spLocks xmlns:a="http://schemas.openxmlformats.org/drawingml/2006/main" noGrp="1"/>
          </p:cNvSpPr>
          <p:nvPr/>
        </p:nvSpPr>
        <p:spPr>
          <a:xfrm xmlns:a="http://schemas.openxmlformats.org/drawingml/2006/main">
            <a:off x="902970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D97706"/>
                </a:solidFill>
                <a:latin typeface="Tahoma"/>
                <a:ea typeface="Tahoma"/>
                <a:cs typeface="Tahoma"/>
              </a:defRPr>
            </a:pPr>
            <a:r>
              <a:rPr sz="1500" b="1" i="0">
                <a:solidFill>
                  <a:srgbClr val="D97706"/>
                </a:solidFill>
                <a:latin typeface="Tahoma"/>
                <a:ea typeface="Tahoma"/>
                <a:cs typeface="Tahoma"/>
              </a:rPr>
              <a:t>VECTOR</a:t>
            </a:r>
          </a:p>
        </p:txBody>
      </p:sp>
      <p:sp>
        <p:nvSpPr>
          <p:cNvPr id="25" name="">
            <a:extLst xmlns:a="http://schemas.openxmlformats.org/drawingml/2006/main">
              <a:ext uri="{FF2B5EF4-FFF2-40B4-BE49-F238E27FC236}">
                <a16:creationId xmlns:a16="http://schemas.microsoft.com/office/drawing/2014/main" id="{A36D8F46-D157-487B-8BFC-D07FA914B65C}"/>
              </a:ext>
            </a:extLst>
          </p:cNvPr>
          <p:cNvSpPr>
            <a:spLocks xmlns:a="http://schemas.openxmlformats.org/drawingml/2006/main" noGrp="1"/>
          </p:cNvSpPr>
          <p:nvPr/>
        </p:nvSpPr>
        <p:spPr>
          <a:xfrm xmlns:a="http://schemas.openxmlformats.org/drawingml/2006/main">
            <a:off x="902970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อ่าน Vector</a:t>
            </a:r>
          </a:p>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โหลด ISR address</a:t>
            </a:r>
          </a:p>
        </p:txBody>
      </p:sp>
      <p:sp>
        <p:nvSpPr>
          <p:cNvPr id="26" name="">
            <a:extLst xmlns:a="http://schemas.openxmlformats.org/drawingml/2006/main">
              <a:ext uri="{FF2B5EF4-FFF2-40B4-BE49-F238E27FC236}">
                <a16:creationId xmlns:a16="http://schemas.microsoft.com/office/drawing/2014/main" id="{80497FAE-8ADD-4581-94E7-7F89BA8A72F7}"/>
              </a:ext>
            </a:extLst>
          </p:cNvPr>
          <p:cNvSpPr>
            <a:spLocks xmlns:a="http://schemas.openxmlformats.org/drawingml/2006/main" noGrp="1"/>
          </p:cNvSpPr>
          <p:nvPr/>
        </p:nvSpPr>
        <p:spPr>
          <a:xfrm xmlns:a="http://schemas.openxmlformats.org/drawingml/2006/main">
            <a:off x="459105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C6473A"/>
            </a:solidFill>
            <a:prstDash val="solid"/>
          </a:ln>
        </p:spPr>
      </p:sp>
      <p:sp>
        <p:nvSpPr>
          <p:cNvPr id="27" name="">
            <a:extLst xmlns:a="http://schemas.openxmlformats.org/drawingml/2006/main">
              <a:ext uri="{FF2B5EF4-FFF2-40B4-BE49-F238E27FC236}">
                <a16:creationId xmlns:a16="http://schemas.microsoft.com/office/drawing/2014/main" id="{F7BF9F0B-66C2-4C32-979C-BBC7072B1FBD}"/>
              </a:ext>
            </a:extLst>
          </p:cNvPr>
          <p:cNvSpPr>
            <a:spLocks xmlns:a="http://schemas.openxmlformats.org/drawingml/2006/main" noGrp="1"/>
          </p:cNvSpPr>
          <p:nvPr/>
        </p:nvSpPr>
        <p:spPr>
          <a:xfrm xmlns:a="http://schemas.openxmlformats.org/drawingml/2006/main">
            <a:off x="4762500" y="4267200"/>
            <a:ext cx="400050" cy="4000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28" name="">
            <a:extLst xmlns:a="http://schemas.openxmlformats.org/drawingml/2006/main">
              <a:ext uri="{FF2B5EF4-FFF2-40B4-BE49-F238E27FC236}">
                <a16:creationId xmlns:a16="http://schemas.microsoft.com/office/drawing/2014/main" id="{1F8F0AC4-BFA4-480B-9DF7-508E5B625C45}"/>
              </a:ext>
            </a:extLst>
          </p:cNvPr>
          <p:cNvSpPr>
            <a:spLocks xmlns:a="http://schemas.openxmlformats.org/drawingml/2006/main" noGrp="1"/>
          </p:cNvSpPr>
          <p:nvPr/>
        </p:nvSpPr>
        <p:spPr>
          <a:xfrm xmlns:a="http://schemas.openxmlformats.org/drawingml/2006/main">
            <a:off x="476250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5</a:t>
            </a:r>
          </a:p>
        </p:txBody>
      </p:sp>
      <p:sp>
        <p:nvSpPr>
          <p:cNvPr id="29" name="">
            <a:extLst xmlns:a="http://schemas.openxmlformats.org/drawingml/2006/main">
              <a:ext uri="{FF2B5EF4-FFF2-40B4-BE49-F238E27FC236}">
                <a16:creationId xmlns:a16="http://schemas.microsoft.com/office/drawing/2014/main" id="{41005BC1-277B-47F6-8605-1F3C616C6E05}"/>
              </a:ext>
            </a:extLst>
          </p:cNvPr>
          <p:cNvSpPr>
            <a:spLocks xmlns:a="http://schemas.openxmlformats.org/drawingml/2006/main" noGrp="1"/>
          </p:cNvSpPr>
          <p:nvPr/>
        </p:nvSpPr>
        <p:spPr>
          <a:xfrm xmlns:a="http://schemas.openxmlformats.org/drawingml/2006/main">
            <a:off x="531495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C6473A"/>
                </a:solidFill>
                <a:latin typeface="Tahoma"/>
                <a:ea typeface="Tahoma"/>
                <a:cs typeface="Tahoma"/>
              </a:defRPr>
            </a:pPr>
            <a:r>
              <a:rPr sz="1500" b="1" i="0">
                <a:solidFill>
                  <a:srgbClr val="C6473A"/>
                </a:solidFill>
                <a:latin typeface="Tahoma"/>
                <a:ea typeface="Tahoma"/>
                <a:cs typeface="Tahoma"/>
              </a:rPr>
              <a:t>EXECUTE</a:t>
            </a:r>
          </a:p>
        </p:txBody>
      </p:sp>
      <p:sp>
        <p:nvSpPr>
          <p:cNvPr id="30" name="">
            <a:extLst xmlns:a="http://schemas.openxmlformats.org/drawingml/2006/main">
              <a:ext uri="{FF2B5EF4-FFF2-40B4-BE49-F238E27FC236}">
                <a16:creationId xmlns:a16="http://schemas.microsoft.com/office/drawing/2014/main" id="{BB758B77-A97A-4BB8-8D1D-12947018D36F}"/>
              </a:ext>
            </a:extLst>
          </p:cNvPr>
          <p:cNvSpPr>
            <a:spLocks xmlns:a="http://schemas.openxmlformats.org/drawingml/2006/main" noGrp="1"/>
          </p:cNvSpPr>
          <p:nvPr/>
        </p:nvSpPr>
        <p:spPr>
          <a:xfrm xmlns:a="http://schemas.openxmlformats.org/drawingml/2006/main">
            <a:off x="531495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ทำ ISR สั้น ๆ</a:t>
            </a:r>
          </a:p>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จัดการต้นเหตุ</a:t>
            </a:r>
          </a:p>
        </p:txBody>
      </p:sp>
      <p:sp>
        <p:nvSpPr>
          <p:cNvPr id="31" name="">
            <a:extLst xmlns:a="http://schemas.openxmlformats.org/drawingml/2006/main">
              <a:ext uri="{FF2B5EF4-FFF2-40B4-BE49-F238E27FC236}">
                <a16:creationId xmlns:a16="http://schemas.microsoft.com/office/drawing/2014/main" id="{AE20DB14-870C-48AA-A6B4-799109711872}"/>
              </a:ext>
            </a:extLst>
          </p:cNvPr>
          <p:cNvSpPr>
            <a:spLocks xmlns:a="http://schemas.openxmlformats.org/drawingml/2006/main" noGrp="1"/>
          </p:cNvSpPr>
          <p:nvPr/>
        </p:nvSpPr>
        <p:spPr>
          <a:xfrm xmlns:a="http://schemas.openxmlformats.org/drawingml/2006/main">
            <a:off x="87630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1677A7"/>
            </a:solidFill>
            <a:prstDash val="solid"/>
          </a:ln>
        </p:spPr>
      </p:sp>
      <p:sp>
        <p:nvSpPr>
          <p:cNvPr id="32" name="">
            <a:extLst xmlns:a="http://schemas.openxmlformats.org/drawingml/2006/main">
              <a:ext uri="{FF2B5EF4-FFF2-40B4-BE49-F238E27FC236}">
                <a16:creationId xmlns:a16="http://schemas.microsoft.com/office/drawing/2014/main" id="{5DE57D21-8C1E-4D94-85E6-47BADB97A78C}"/>
              </a:ext>
            </a:extLst>
          </p:cNvPr>
          <p:cNvSpPr>
            <a:spLocks xmlns:a="http://schemas.openxmlformats.org/drawingml/2006/main" noGrp="1"/>
          </p:cNvSpPr>
          <p:nvPr/>
        </p:nvSpPr>
        <p:spPr>
          <a:xfrm xmlns:a="http://schemas.openxmlformats.org/drawingml/2006/main">
            <a:off x="1047750" y="4267200"/>
            <a:ext cx="400050" cy="4000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33" name="">
            <a:extLst xmlns:a="http://schemas.openxmlformats.org/drawingml/2006/main">
              <a:ext uri="{FF2B5EF4-FFF2-40B4-BE49-F238E27FC236}">
                <a16:creationId xmlns:a16="http://schemas.microsoft.com/office/drawing/2014/main" id="{E356B649-81E3-4A90-995D-4A8AD9BE64BE}"/>
              </a:ext>
            </a:extLst>
          </p:cNvPr>
          <p:cNvSpPr>
            <a:spLocks xmlns:a="http://schemas.openxmlformats.org/drawingml/2006/main" noGrp="1"/>
          </p:cNvSpPr>
          <p:nvPr/>
        </p:nvSpPr>
        <p:spPr>
          <a:xfrm xmlns:a="http://schemas.openxmlformats.org/drawingml/2006/main">
            <a:off x="104775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6</a:t>
            </a:r>
          </a:p>
        </p:txBody>
      </p:sp>
      <p:sp>
        <p:nvSpPr>
          <p:cNvPr id="34" name="">
            <a:extLst xmlns:a="http://schemas.openxmlformats.org/drawingml/2006/main">
              <a:ext uri="{FF2B5EF4-FFF2-40B4-BE49-F238E27FC236}">
                <a16:creationId xmlns:a16="http://schemas.microsoft.com/office/drawing/2014/main" id="{65A9093D-A1E3-4B7A-AECB-AD5F8BD75261}"/>
              </a:ext>
            </a:extLst>
          </p:cNvPr>
          <p:cNvSpPr>
            <a:spLocks xmlns:a="http://schemas.openxmlformats.org/drawingml/2006/main" noGrp="1"/>
          </p:cNvSpPr>
          <p:nvPr/>
        </p:nvSpPr>
        <p:spPr>
          <a:xfrm xmlns:a="http://schemas.openxmlformats.org/drawingml/2006/main">
            <a:off x="160020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1677A7"/>
                </a:solidFill>
                <a:latin typeface="Tahoma"/>
                <a:ea typeface="Tahoma"/>
                <a:cs typeface="Tahoma"/>
              </a:defRPr>
            </a:pPr>
            <a:r>
              <a:rPr sz="1500" b="1" i="0">
                <a:solidFill>
                  <a:srgbClr val="1677A7"/>
                </a:solidFill>
                <a:latin typeface="Tahoma"/>
                <a:ea typeface="Tahoma"/>
                <a:cs typeface="Tahoma"/>
              </a:rPr>
              <a:t>RETURN</a:t>
            </a:r>
          </a:p>
        </p:txBody>
      </p:sp>
      <p:sp>
        <p:nvSpPr>
          <p:cNvPr id="35" name="">
            <a:extLst xmlns:a="http://schemas.openxmlformats.org/drawingml/2006/main">
              <a:ext uri="{FF2B5EF4-FFF2-40B4-BE49-F238E27FC236}">
                <a16:creationId xmlns:a16="http://schemas.microsoft.com/office/drawing/2014/main" id="{33EEAB03-17F1-4FE9-A31F-08B99D14939C}"/>
              </a:ext>
            </a:extLst>
          </p:cNvPr>
          <p:cNvSpPr>
            <a:spLocks xmlns:a="http://schemas.openxmlformats.org/drawingml/2006/main" noGrp="1"/>
          </p:cNvSpPr>
          <p:nvPr/>
        </p:nvSpPr>
        <p:spPr>
          <a:xfrm xmlns:a="http://schemas.openxmlformats.org/drawingml/2006/main">
            <a:off x="160020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Restore + RETI</a:t>
            </a:r>
          </a:p>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กลับจุดเดิม</a:t>
            </a:r>
          </a:p>
        </p:txBody>
      </p:sp>
      <p:cxnSp>
        <p:nvCxnSpPr>
          <p:cNvPr id="81" name=""/>
          <p:cNvCxnSpPr>
            <a:stCxn xmlns:a="http://schemas.openxmlformats.org/drawingml/2006/main" id="6" idx="3"/>
            <a:endCxn xmlns:a="http://schemas.openxmlformats.org/drawingml/2006/main" id="11" idx="1"/>
          </p:cNvCxnSpPr>
          <p:nvPr/>
        </p:nvCxnSpPr>
        <p:spPr>
          <a:xfrm xmlns:a="http://schemas.openxmlformats.org/drawingml/2006/main">
            <a:off x="3829050" y="2457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82" name=""/>
          <p:cNvCxnSpPr>
            <a:stCxn xmlns:a="http://schemas.openxmlformats.org/drawingml/2006/main" id="11" idx="3"/>
            <a:endCxn xmlns:a="http://schemas.openxmlformats.org/drawingml/2006/main" id="16" idx="1"/>
          </p:cNvCxnSpPr>
          <p:nvPr/>
        </p:nvCxnSpPr>
        <p:spPr>
          <a:xfrm xmlns:a="http://schemas.openxmlformats.org/drawingml/2006/main">
            <a:off x="7543800" y="2457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83" name=""/>
          <p:cNvCxnSpPr>
            <a:stCxn xmlns:a="http://schemas.openxmlformats.org/drawingml/2006/main" id="16" idx="2"/>
            <a:endCxn xmlns:a="http://schemas.openxmlformats.org/drawingml/2006/main" id="21" idx="0"/>
          </p:cNvCxnSpPr>
          <p:nvPr/>
        </p:nvCxnSpPr>
        <p:spPr>
          <a:xfrm xmlns:a="http://schemas.openxmlformats.org/drawingml/2006/main">
            <a:off x="9782175" y="3105150"/>
            <a:ext cx="0" cy="99060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84" name=""/>
          <p:cNvCxnSpPr>
            <a:stCxn xmlns:a="http://schemas.openxmlformats.org/drawingml/2006/main" id="21" idx="1"/>
            <a:endCxn xmlns:a="http://schemas.openxmlformats.org/drawingml/2006/main" id="26" idx="3"/>
          </p:cNvCxnSpPr>
          <p:nvPr/>
        </p:nvCxnSpPr>
        <p:spPr>
          <a:xfrm xmlns:a="http://schemas.openxmlformats.org/drawingml/2006/main" flipH="1">
            <a:off x="7543800" y="4743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85" name=""/>
          <p:cNvCxnSpPr>
            <a:stCxn xmlns:a="http://schemas.openxmlformats.org/drawingml/2006/main" id="26" idx="1"/>
            <a:endCxn xmlns:a="http://schemas.openxmlformats.org/drawingml/2006/main" id="31" idx="3"/>
          </p:cNvCxnSpPr>
          <p:nvPr/>
        </p:nvCxnSpPr>
        <p:spPr>
          <a:xfrm xmlns:a="http://schemas.openxmlformats.org/drawingml/2006/main" flipH="1">
            <a:off x="3829050" y="4743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sp>
        <p:nvSpPr>
          <p:cNvPr id="41" name="">
            <a:extLst xmlns:a="http://schemas.openxmlformats.org/drawingml/2006/main">
              <a:ext uri="{FF2B5EF4-FFF2-40B4-BE49-F238E27FC236}">
                <a16:creationId xmlns:a16="http://schemas.microsoft.com/office/drawing/2014/main" id="{0F2296AB-04E1-49B8-B4F9-44C9AA39489B}"/>
              </a:ext>
            </a:extLst>
          </p:cNvPr>
          <p:cNvSpPr>
            <a:spLocks xmlns:a="http://schemas.openxmlformats.org/drawingml/2006/main" noGrp="1"/>
          </p:cNvSpPr>
          <p:nvPr/>
        </p:nvSpPr>
        <p:spPr>
          <a:xfrm xmlns:a="http://schemas.openxmlformats.org/drawingml/2006/main">
            <a:off x="876300" y="5715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Resume main program</a:t>
            </a:r>
          </a:p>
        </p:txBody>
      </p:sp>
      <p:sp>
        <p:nvSpPr>
          <p:cNvPr id="42" name="">
            <a:extLst xmlns:a="http://schemas.openxmlformats.org/drawingml/2006/main">
              <a:ext uri="{FF2B5EF4-FFF2-40B4-BE49-F238E27FC236}">
                <a16:creationId xmlns:a16="http://schemas.microsoft.com/office/drawing/2014/main" id="{D31DFBC6-882E-4CE6-8040-BDD732EEC95C}"/>
              </a:ext>
            </a:extLst>
          </p:cNvPr>
          <p:cNvSpPr>
            <a:spLocks xmlns:a="http://schemas.openxmlformats.org/drawingml/2006/main" noGrp="1"/>
          </p:cNvSpPr>
          <p:nvPr/>
        </p:nvSpPr>
        <p:spPr>
          <a:xfrm xmlns:a="http://schemas.openxmlformats.org/drawingml/2006/main">
            <a:off x="2352675" y="5448300"/>
            <a:ext cx="0" cy="20955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43" name="">
            <a:extLst xmlns:a="http://schemas.openxmlformats.org/drawingml/2006/main">
              <a:ext uri="{FF2B5EF4-FFF2-40B4-BE49-F238E27FC236}">
                <a16:creationId xmlns:a16="http://schemas.microsoft.com/office/drawing/2014/main" id="{42E7D618-6BBA-4255-A30D-202A3CE37B3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4" name="">
            <a:extLst xmlns:a="http://schemas.openxmlformats.org/drawingml/2006/main">
              <a:ext uri="{FF2B5EF4-FFF2-40B4-BE49-F238E27FC236}">
                <a16:creationId xmlns:a16="http://schemas.microsoft.com/office/drawing/2014/main" id="{66BB370A-0C1D-457D-AB5C-AAB51259157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Microchip AVR interrupt handling; Arm exception model</a:t>
            </a:r>
          </a:p>
        </p:txBody>
      </p:sp>
      <p:sp>
        <p:nvSpPr>
          <p:cNvPr id="45" name="">
            <a:extLst xmlns:a="http://schemas.openxmlformats.org/drawingml/2006/main">
              <a:ext uri="{FF2B5EF4-FFF2-40B4-BE49-F238E27FC236}">
                <a16:creationId xmlns:a16="http://schemas.microsoft.com/office/drawing/2014/main" id="{B5C1E0A8-1AE0-4875-95DB-344F023C7ACA}"/>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05</a:t>
            </a:r>
          </a:p>
        </p:txBody>
      </p:sp>
    </p:spTree>
    <p:extLst>
      <p:ext uri="{BB962C8B-B14F-4D97-AF65-F5344CB8AC3E}">
        <p14:creationId xmlns:p14="http://schemas.microsoft.com/office/powerpoint/2010/main" val="209053403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573C8EEC-BCC2-4A27-929D-FDAE04F6FF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93D147DC-E1C8-43B1-ACF8-708BCAC4491C}"/>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CONTEXT SAVING • STACK</a:t>
            </a:r>
          </a:p>
        </p:txBody>
      </p:sp>
      <p:sp>
        <p:nvSpPr>
          <p:cNvPr id="3" name="">
            <a:extLst xmlns:a="http://schemas.openxmlformats.org/drawingml/2006/main">
              <a:ext uri="{FF2B5EF4-FFF2-40B4-BE49-F238E27FC236}">
                <a16:creationId xmlns:a16="http://schemas.microsoft.com/office/drawing/2014/main" id="{54DB6AD0-E6E4-4BB7-8022-E7741CA5981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สิ่งที่ Hardware เก็บให้อัตโนมัติ ไม่เท่ากันในแต่ละ Core</a:t>
            </a:r>
          </a:p>
        </p:txBody>
      </p:sp>
      <p:sp>
        <p:nvSpPr>
          <p:cNvPr id="4" name="">
            <a:extLst xmlns:a="http://schemas.openxmlformats.org/drawingml/2006/main">
              <a:ext uri="{FF2B5EF4-FFF2-40B4-BE49-F238E27FC236}">
                <a16:creationId xmlns:a16="http://schemas.microsoft.com/office/drawing/2014/main" id="{9595645F-9A6C-4564-BDCD-2EF20294C943}"/>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06</a:t>
            </a:r>
          </a:p>
        </p:txBody>
      </p:sp>
      <p:sp>
        <p:nvSpPr>
          <p:cNvPr id="5" name="">
            <a:extLst xmlns:a="http://schemas.openxmlformats.org/drawingml/2006/main">
              <a:ext uri="{FF2B5EF4-FFF2-40B4-BE49-F238E27FC236}">
                <a16:creationId xmlns:a16="http://schemas.microsoft.com/office/drawing/2014/main" id="{8CEEBDC5-5013-44A6-89F1-2B361571AF37}"/>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1584E650-6D40-4CBD-9843-26CB8DF868F7}"/>
              </a:ext>
            </a:extLst>
          </p:cNvPr>
          <p:cNvSpPr>
            <a:spLocks xmlns:a="http://schemas.openxmlformats.org/drawingml/2006/main" noGrp="1"/>
          </p:cNvSpPr>
          <p:nvPr/>
        </p:nvSpPr>
        <p:spPr>
          <a:xfrm xmlns:a="http://schemas.openxmlformats.org/drawingml/2006/main">
            <a:off x="876300" y="1562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677A7"/>
                </a:solidFill>
                <a:latin typeface="Tahoma"/>
                <a:ea typeface="Tahoma"/>
                <a:cs typeface="Tahoma"/>
              </a:defRPr>
            </a:pPr>
            <a:r>
              <a:rPr sz="1800" b="1" i="0">
                <a:solidFill>
                  <a:srgbClr val="1677A7"/>
                </a:solidFill>
                <a:latin typeface="Tahoma"/>
                <a:ea typeface="Tahoma"/>
                <a:cs typeface="Tahoma"/>
              </a:rPr>
              <a:t>AVR ATmega328P</a:t>
            </a:r>
          </a:p>
        </p:txBody>
      </p:sp>
      <p:sp>
        <p:nvSpPr>
          <p:cNvPr id="7" name="">
            <a:extLst xmlns:a="http://schemas.openxmlformats.org/drawingml/2006/main">
              <a:ext uri="{FF2B5EF4-FFF2-40B4-BE49-F238E27FC236}">
                <a16:creationId xmlns:a16="http://schemas.microsoft.com/office/drawing/2014/main" id="{528DDC46-B691-4EF5-BFA8-B755F85205CF}"/>
              </a:ext>
            </a:extLst>
          </p:cNvPr>
          <p:cNvSpPr>
            <a:spLocks xmlns:a="http://schemas.openxmlformats.org/drawingml/2006/main" noGrp="1"/>
          </p:cNvSpPr>
          <p:nvPr/>
        </p:nvSpPr>
        <p:spPr>
          <a:xfrm xmlns:a="http://schemas.openxmlformats.org/drawingml/2006/main">
            <a:off x="7029450" y="15621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C6473A"/>
                </a:solidFill>
                <a:latin typeface="Tahoma"/>
                <a:ea typeface="Tahoma"/>
                <a:cs typeface="Tahoma"/>
              </a:defRPr>
            </a:pPr>
            <a:r>
              <a:rPr sz="1800" b="1" i="0">
                <a:solidFill>
                  <a:srgbClr val="C6473A"/>
                </a:solidFill>
                <a:latin typeface="Tahoma"/>
                <a:ea typeface="Tahoma"/>
                <a:cs typeface="Tahoma"/>
              </a:rPr>
              <a:t>ARM Cortex‑M basic frame</a:t>
            </a:r>
          </a:p>
        </p:txBody>
      </p:sp>
      <p:sp>
        <p:nvSpPr>
          <p:cNvPr id="8" name="">
            <a:extLst xmlns:a="http://schemas.openxmlformats.org/drawingml/2006/main">
              <a:ext uri="{FF2B5EF4-FFF2-40B4-BE49-F238E27FC236}">
                <a16:creationId xmlns:a16="http://schemas.microsoft.com/office/drawing/2014/main" id="{FD8356E8-328A-4645-B457-1ACBF2624536}"/>
              </a:ext>
            </a:extLst>
          </p:cNvPr>
          <p:cNvSpPr>
            <a:spLocks xmlns:a="http://schemas.openxmlformats.org/drawingml/2006/main" noGrp="1"/>
          </p:cNvSpPr>
          <p:nvPr/>
        </p:nvSpPr>
        <p:spPr>
          <a:xfrm xmlns:a="http://schemas.openxmlformats.org/drawingml/2006/main">
            <a:off x="1143000" y="2133600"/>
            <a:ext cx="34290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CE3E8"/>
            </a:solidFill>
            <a:prstDash val="solid"/>
          </a:ln>
        </p:spPr>
      </p:sp>
      <p:sp>
        <p:nvSpPr>
          <p:cNvPr id="9" name="">
            <a:extLst xmlns:a="http://schemas.openxmlformats.org/drawingml/2006/main">
              <a:ext uri="{FF2B5EF4-FFF2-40B4-BE49-F238E27FC236}">
                <a16:creationId xmlns:a16="http://schemas.microsoft.com/office/drawing/2014/main" id="{BE543695-D024-4EDF-91FD-27C469F7A2FC}"/>
              </a:ext>
            </a:extLst>
          </p:cNvPr>
          <p:cNvSpPr>
            <a:spLocks xmlns:a="http://schemas.openxmlformats.org/drawingml/2006/main" noGrp="1"/>
          </p:cNvSpPr>
          <p:nvPr/>
        </p:nvSpPr>
        <p:spPr>
          <a:xfrm xmlns:a="http://schemas.openxmlformats.org/drawingml/2006/main">
            <a:off x="1295400" y="21336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17212B"/>
                </a:solidFill>
                <a:latin typeface="Tahoma"/>
                <a:ea typeface="Tahoma"/>
                <a:cs typeface="Tahoma"/>
              </a:defRPr>
            </a:pPr>
            <a:r>
              <a:rPr sz="1350" b="0" i="0">
                <a:solidFill>
                  <a:srgbClr val="17212B"/>
                </a:solidFill>
                <a:latin typeface="Tahoma"/>
                <a:ea typeface="Tahoma"/>
                <a:cs typeface="Tahoma"/>
              </a:rPr>
              <a:t>Main stack / local data</a:t>
            </a:r>
          </a:p>
        </p:txBody>
      </p:sp>
      <p:sp>
        <p:nvSpPr>
          <p:cNvPr id="10" name="">
            <a:extLst xmlns:a="http://schemas.openxmlformats.org/drawingml/2006/main">
              <a:ext uri="{FF2B5EF4-FFF2-40B4-BE49-F238E27FC236}">
                <a16:creationId xmlns:a16="http://schemas.microsoft.com/office/drawing/2014/main" id="{D54A79EE-3ADF-4D80-BCD1-199D7DA3E743}"/>
              </a:ext>
            </a:extLst>
          </p:cNvPr>
          <p:cNvSpPr>
            <a:spLocks xmlns:a="http://schemas.openxmlformats.org/drawingml/2006/main" noGrp="1"/>
          </p:cNvSpPr>
          <p:nvPr/>
        </p:nvSpPr>
        <p:spPr>
          <a:xfrm xmlns:a="http://schemas.openxmlformats.org/drawingml/2006/main">
            <a:off x="1143000" y="2838450"/>
            <a:ext cx="3429000" cy="514350"/>
          </a:xfrm>
          <a:prstGeom xmlns:a="http://schemas.openxmlformats.org/drawingml/2006/main" prst="roundRect">
            <a:avLst>
              <a:gd name="adj" fmla="val 11111"/>
            </a:avLst>
          </a:prstGeom>
          <a:solidFill xmlns:a="http://schemas.openxmlformats.org/drawingml/2006/main">
            <a:srgbClr val="E7F4F8"/>
          </a:solidFill>
          <a:ln xmlns:a="http://schemas.openxmlformats.org/drawingml/2006/main" w="19050">
            <a:solidFill>
              <a:srgbClr val="1677A7"/>
            </a:solidFill>
            <a:prstDash val="solid"/>
          </a:ln>
        </p:spPr>
      </p:sp>
      <p:sp>
        <p:nvSpPr>
          <p:cNvPr id="11" name="">
            <a:extLst xmlns:a="http://schemas.openxmlformats.org/drawingml/2006/main">
              <a:ext uri="{FF2B5EF4-FFF2-40B4-BE49-F238E27FC236}">
                <a16:creationId xmlns:a16="http://schemas.microsoft.com/office/drawing/2014/main" id="{3907426C-E5B3-4F26-A770-8798796FDAE3}"/>
              </a:ext>
            </a:extLst>
          </p:cNvPr>
          <p:cNvSpPr>
            <a:spLocks xmlns:a="http://schemas.openxmlformats.org/drawingml/2006/main" noGrp="1"/>
          </p:cNvSpPr>
          <p:nvPr/>
        </p:nvSpPr>
        <p:spPr>
          <a:xfrm xmlns:a="http://schemas.openxmlformats.org/drawingml/2006/main">
            <a:off x="1295400" y="28384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17212B"/>
                </a:solidFill>
                <a:latin typeface="Tahoma"/>
                <a:ea typeface="Tahoma"/>
                <a:cs typeface="Tahoma"/>
              </a:defRPr>
            </a:pPr>
            <a:r>
              <a:rPr sz="1350" b="1" i="0">
                <a:solidFill>
                  <a:srgbClr val="17212B"/>
                </a:solidFill>
                <a:latin typeface="Tahoma"/>
                <a:ea typeface="Tahoma"/>
                <a:cs typeface="Tahoma"/>
              </a:rPr>
              <a:t>PC return address</a:t>
            </a:r>
          </a:p>
        </p:txBody>
      </p:sp>
      <p:sp>
        <p:nvSpPr>
          <p:cNvPr id="12" name="">
            <a:extLst xmlns:a="http://schemas.openxmlformats.org/drawingml/2006/main">
              <a:ext uri="{FF2B5EF4-FFF2-40B4-BE49-F238E27FC236}">
                <a16:creationId xmlns:a16="http://schemas.microsoft.com/office/drawing/2014/main" id="{3975F628-8A0A-4F56-92F8-679837348870}"/>
              </a:ext>
            </a:extLst>
          </p:cNvPr>
          <p:cNvSpPr>
            <a:spLocks xmlns:a="http://schemas.openxmlformats.org/drawingml/2006/main" noGrp="1"/>
          </p:cNvSpPr>
          <p:nvPr/>
        </p:nvSpPr>
        <p:spPr>
          <a:xfrm xmlns:a="http://schemas.openxmlformats.org/drawingml/2006/main">
            <a:off x="1143000" y="3543300"/>
            <a:ext cx="3429000" cy="514350"/>
          </a:xfrm>
          <a:prstGeom xmlns:a="http://schemas.openxmlformats.org/drawingml/2006/main" prst="roundRect">
            <a:avLst>
              <a:gd name="adj" fmla="val 11111"/>
            </a:avLst>
          </a:prstGeom>
          <a:solidFill xmlns:a="http://schemas.openxmlformats.org/drawingml/2006/main">
            <a:srgbClr val="FFF1DF"/>
          </a:solidFill>
          <a:ln xmlns:a="http://schemas.openxmlformats.org/drawingml/2006/main" w="19050">
            <a:solidFill>
              <a:srgbClr val="D97706"/>
            </a:solidFill>
            <a:prstDash val="solid"/>
          </a:ln>
        </p:spPr>
      </p:sp>
      <p:sp>
        <p:nvSpPr>
          <p:cNvPr id="13" name="">
            <a:extLst xmlns:a="http://schemas.openxmlformats.org/drawingml/2006/main">
              <a:ext uri="{FF2B5EF4-FFF2-40B4-BE49-F238E27FC236}">
                <a16:creationId xmlns:a16="http://schemas.microsoft.com/office/drawing/2014/main" id="{57930079-F89F-43E3-A84A-BA32F271F1E0}"/>
              </a:ext>
            </a:extLst>
          </p:cNvPr>
          <p:cNvSpPr>
            <a:spLocks xmlns:a="http://schemas.openxmlformats.org/drawingml/2006/main" noGrp="1"/>
          </p:cNvSpPr>
          <p:nvPr/>
        </p:nvSpPr>
        <p:spPr>
          <a:xfrm xmlns:a="http://schemas.openxmlformats.org/drawingml/2006/main">
            <a:off x="1295400" y="35433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17212B"/>
                </a:solidFill>
                <a:latin typeface="Tahoma"/>
                <a:ea typeface="Tahoma"/>
                <a:cs typeface="Tahoma"/>
              </a:defRPr>
            </a:pPr>
            <a:r>
              <a:rPr sz="1350" b="0" i="0">
                <a:solidFill>
                  <a:srgbClr val="17212B"/>
                </a:solidFill>
                <a:latin typeface="Tahoma"/>
                <a:ea typeface="Tahoma"/>
                <a:cs typeface="Tahoma"/>
              </a:rPr>
              <a:t>SREG + used registers</a:t>
            </a:r>
          </a:p>
        </p:txBody>
      </p:sp>
      <p:sp>
        <p:nvSpPr>
          <p:cNvPr id="14" name="">
            <a:extLst xmlns:a="http://schemas.openxmlformats.org/drawingml/2006/main">
              <a:ext uri="{FF2B5EF4-FFF2-40B4-BE49-F238E27FC236}">
                <a16:creationId xmlns:a16="http://schemas.microsoft.com/office/drawing/2014/main" id="{4FDA8DB1-A0A8-4C82-81AE-9145219D89E0}"/>
              </a:ext>
            </a:extLst>
          </p:cNvPr>
          <p:cNvSpPr>
            <a:spLocks xmlns:a="http://schemas.openxmlformats.org/drawingml/2006/main" noGrp="1"/>
          </p:cNvSpPr>
          <p:nvPr/>
        </p:nvSpPr>
        <p:spPr>
          <a:xfrm xmlns:a="http://schemas.openxmlformats.org/drawingml/2006/main">
            <a:off x="1143000" y="4248150"/>
            <a:ext cx="3429000" cy="514350"/>
          </a:xfrm>
          <a:prstGeom xmlns:a="http://schemas.openxmlformats.org/drawingml/2006/main" prst="roundRect">
            <a:avLst>
              <a:gd name="adj" fmla="val 11111"/>
            </a:avLst>
          </a:prstGeom>
          <a:solidFill xmlns:a="http://schemas.openxmlformats.org/drawingml/2006/main">
            <a:srgbClr val="E6F3ED"/>
          </a:solidFill>
          <a:ln xmlns:a="http://schemas.openxmlformats.org/drawingml/2006/main" w="19050">
            <a:solidFill>
              <a:srgbClr val="2E7D5B"/>
            </a:solidFill>
            <a:prstDash val="solid"/>
          </a:ln>
        </p:spPr>
      </p:sp>
      <p:sp>
        <p:nvSpPr>
          <p:cNvPr id="15" name="">
            <a:extLst xmlns:a="http://schemas.openxmlformats.org/drawingml/2006/main">
              <a:ext uri="{FF2B5EF4-FFF2-40B4-BE49-F238E27FC236}">
                <a16:creationId xmlns:a16="http://schemas.microsoft.com/office/drawing/2014/main" id="{0DAFAC67-ED84-488B-AB12-CDB1CB71B28B}"/>
              </a:ext>
            </a:extLst>
          </p:cNvPr>
          <p:cNvSpPr>
            <a:spLocks xmlns:a="http://schemas.openxmlformats.org/drawingml/2006/main" noGrp="1"/>
          </p:cNvSpPr>
          <p:nvPr/>
        </p:nvSpPr>
        <p:spPr>
          <a:xfrm xmlns:a="http://schemas.openxmlformats.org/drawingml/2006/main">
            <a:off x="1295400" y="42481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17212B"/>
                </a:solidFill>
                <a:latin typeface="Tahoma"/>
                <a:ea typeface="Tahoma"/>
                <a:cs typeface="Tahoma"/>
              </a:defRPr>
            </a:pPr>
            <a:r>
              <a:rPr sz="1350" b="0" i="0">
                <a:solidFill>
                  <a:srgbClr val="17212B"/>
                </a:solidFill>
                <a:latin typeface="Tahoma"/>
                <a:ea typeface="Tahoma"/>
                <a:cs typeface="Tahoma"/>
              </a:rPr>
              <a:t>ISR local variables</a:t>
            </a:r>
          </a:p>
        </p:txBody>
      </p:sp>
      <p:sp>
        <p:nvSpPr>
          <p:cNvPr id="16" name="">
            <a:extLst xmlns:a="http://schemas.openxmlformats.org/drawingml/2006/main">
              <a:ext uri="{FF2B5EF4-FFF2-40B4-BE49-F238E27FC236}">
                <a16:creationId xmlns:a16="http://schemas.microsoft.com/office/drawing/2014/main" id="{C2D30DDA-7E2A-4C92-87F3-C11698CA9832}"/>
              </a:ext>
            </a:extLst>
          </p:cNvPr>
          <p:cNvSpPr>
            <a:spLocks xmlns:a="http://schemas.openxmlformats.org/drawingml/2006/main" noGrp="1"/>
          </p:cNvSpPr>
          <p:nvPr/>
        </p:nvSpPr>
        <p:spPr>
          <a:xfrm xmlns:a="http://schemas.openxmlformats.org/drawingml/2006/main">
            <a:off x="4762500" y="28384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1677A7"/>
                </a:solidFill>
                <a:latin typeface="Tahoma"/>
                <a:ea typeface="Tahoma"/>
                <a:cs typeface="Tahoma"/>
              </a:defRPr>
            </a:pPr>
            <a:r>
              <a:rPr sz="1125" b="1" i="0">
                <a:solidFill>
                  <a:srgbClr val="1677A7"/>
                </a:solidFill>
                <a:latin typeface="Tahoma"/>
                <a:ea typeface="Tahoma"/>
                <a:cs typeface="Tahoma"/>
              </a:rPr>
              <a:t>Hardware</a:t>
            </a:r>
          </a:p>
        </p:txBody>
      </p:sp>
      <p:sp>
        <p:nvSpPr>
          <p:cNvPr id="17" name="">
            <a:extLst xmlns:a="http://schemas.openxmlformats.org/drawingml/2006/main">
              <a:ext uri="{FF2B5EF4-FFF2-40B4-BE49-F238E27FC236}">
                <a16:creationId xmlns:a16="http://schemas.microsoft.com/office/drawing/2014/main" id="{D7D0B590-FAAB-4CA0-87DC-1DA8207146AC}"/>
              </a:ext>
            </a:extLst>
          </p:cNvPr>
          <p:cNvSpPr>
            <a:spLocks xmlns:a="http://schemas.openxmlformats.org/drawingml/2006/main" noGrp="1"/>
          </p:cNvSpPr>
          <p:nvPr/>
        </p:nvSpPr>
        <p:spPr>
          <a:xfrm xmlns:a="http://schemas.openxmlformats.org/drawingml/2006/main">
            <a:off x="4762500" y="3543300"/>
            <a:ext cx="128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D97706"/>
                </a:solidFill>
                <a:latin typeface="Tahoma"/>
                <a:ea typeface="Tahoma"/>
                <a:cs typeface="Tahoma"/>
              </a:defRPr>
            </a:pPr>
            <a:r>
              <a:rPr sz="1125" b="1" i="0">
                <a:solidFill>
                  <a:srgbClr val="D97706"/>
                </a:solidFill>
                <a:latin typeface="Tahoma"/>
                <a:ea typeface="Tahoma"/>
                <a:cs typeface="Tahoma"/>
              </a:rPr>
              <a:t>Compiler / Software</a:t>
            </a:r>
          </a:p>
        </p:txBody>
      </p:sp>
      <p:sp>
        <p:nvSpPr>
          <p:cNvPr id="18" name="">
            <a:extLst xmlns:a="http://schemas.openxmlformats.org/drawingml/2006/main">
              <a:ext uri="{FF2B5EF4-FFF2-40B4-BE49-F238E27FC236}">
                <a16:creationId xmlns:a16="http://schemas.microsoft.com/office/drawing/2014/main" id="{1A469130-BEA8-422F-8EC2-DD1123C43546}"/>
              </a:ext>
            </a:extLst>
          </p:cNvPr>
          <p:cNvSpPr>
            <a:spLocks xmlns:a="http://schemas.openxmlformats.org/drawingml/2006/main" noGrp="1"/>
          </p:cNvSpPr>
          <p:nvPr/>
        </p:nvSpPr>
        <p:spPr>
          <a:xfrm xmlns:a="http://schemas.openxmlformats.org/drawingml/2006/main">
            <a:off x="4572000" y="3009900"/>
            <a:ext cx="95250" cy="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19" name="">
            <a:extLst xmlns:a="http://schemas.openxmlformats.org/drawingml/2006/main">
              <a:ext uri="{FF2B5EF4-FFF2-40B4-BE49-F238E27FC236}">
                <a16:creationId xmlns:a16="http://schemas.microsoft.com/office/drawing/2014/main" id="{C7319974-B4E8-46FF-AAB4-657E33FFE698}"/>
              </a:ext>
            </a:extLst>
          </p:cNvPr>
          <p:cNvSpPr>
            <a:spLocks xmlns:a="http://schemas.openxmlformats.org/drawingml/2006/main" noGrp="1"/>
          </p:cNvSpPr>
          <p:nvPr/>
        </p:nvSpPr>
        <p:spPr>
          <a:xfrm xmlns:a="http://schemas.openxmlformats.org/drawingml/2006/main">
            <a:off x="4572000" y="3714750"/>
            <a:ext cx="95250" cy="0"/>
          </a:xfrm>
          <a:prstGeom xmlns:a="http://schemas.openxmlformats.org/drawingml/2006/main" prst="line">
            <a:avLst/>
          </a:prstGeom>
          <a:noFill xmlns:a="http://schemas.openxmlformats.org/drawingml/2006/main"/>
          <a:ln xmlns:a="http://schemas.openxmlformats.org/drawingml/2006/main" w="28575">
            <a:solidFill>
              <a:srgbClr val="D97706"/>
            </a:solidFill>
            <a:prstDash val="solid"/>
          </a:ln>
        </p:spPr>
      </p:sp>
      <p:sp>
        <p:nvSpPr>
          <p:cNvPr id="20" name="">
            <a:extLst xmlns:a="http://schemas.openxmlformats.org/drawingml/2006/main">
              <a:ext uri="{FF2B5EF4-FFF2-40B4-BE49-F238E27FC236}">
                <a16:creationId xmlns:a16="http://schemas.microsoft.com/office/drawing/2014/main" id="{42851D29-889F-4DE3-A888-1327A251F53E}"/>
              </a:ext>
            </a:extLst>
          </p:cNvPr>
          <p:cNvSpPr>
            <a:spLocks xmlns:a="http://schemas.openxmlformats.org/drawingml/2006/main" noGrp="1"/>
          </p:cNvSpPr>
          <p:nvPr/>
        </p:nvSpPr>
        <p:spPr>
          <a:xfrm xmlns:a="http://schemas.openxmlformats.org/drawingml/2006/main">
            <a:off x="69532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1" name="">
            <a:extLst xmlns:a="http://schemas.openxmlformats.org/drawingml/2006/main">
              <a:ext uri="{FF2B5EF4-FFF2-40B4-BE49-F238E27FC236}">
                <a16:creationId xmlns:a16="http://schemas.microsoft.com/office/drawing/2014/main" id="{15436F72-48B6-42BC-BB84-7154FE194445}"/>
              </a:ext>
            </a:extLst>
          </p:cNvPr>
          <p:cNvSpPr>
            <a:spLocks xmlns:a="http://schemas.openxmlformats.org/drawingml/2006/main" noGrp="1"/>
          </p:cNvSpPr>
          <p:nvPr/>
        </p:nvSpPr>
        <p:spPr>
          <a:xfrm xmlns:a="http://schemas.openxmlformats.org/drawingml/2006/main">
            <a:off x="69532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xPSR</a:t>
            </a:r>
          </a:p>
        </p:txBody>
      </p:sp>
      <p:sp>
        <p:nvSpPr>
          <p:cNvPr id="22" name="">
            <a:extLst xmlns:a="http://schemas.openxmlformats.org/drawingml/2006/main">
              <a:ext uri="{FF2B5EF4-FFF2-40B4-BE49-F238E27FC236}">
                <a16:creationId xmlns:a16="http://schemas.microsoft.com/office/drawing/2014/main" id="{50E0A28A-31D3-4A1D-B681-1AC850AAC086}"/>
              </a:ext>
            </a:extLst>
          </p:cNvPr>
          <p:cNvSpPr>
            <a:spLocks xmlns:a="http://schemas.openxmlformats.org/drawingml/2006/main" noGrp="1"/>
          </p:cNvSpPr>
          <p:nvPr/>
        </p:nvSpPr>
        <p:spPr>
          <a:xfrm xmlns:a="http://schemas.openxmlformats.org/drawingml/2006/main">
            <a:off x="80200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3" name="">
            <a:extLst xmlns:a="http://schemas.openxmlformats.org/drawingml/2006/main">
              <a:ext uri="{FF2B5EF4-FFF2-40B4-BE49-F238E27FC236}">
                <a16:creationId xmlns:a16="http://schemas.microsoft.com/office/drawing/2014/main" id="{C616B821-9B65-4472-A9E7-1906149D6F12}"/>
              </a:ext>
            </a:extLst>
          </p:cNvPr>
          <p:cNvSpPr>
            <a:spLocks xmlns:a="http://schemas.openxmlformats.org/drawingml/2006/main" noGrp="1"/>
          </p:cNvSpPr>
          <p:nvPr/>
        </p:nvSpPr>
        <p:spPr>
          <a:xfrm xmlns:a="http://schemas.openxmlformats.org/drawingml/2006/main">
            <a:off x="80200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PC</a:t>
            </a:r>
          </a:p>
        </p:txBody>
      </p:sp>
      <p:sp>
        <p:nvSpPr>
          <p:cNvPr id="24" name="">
            <a:extLst xmlns:a="http://schemas.openxmlformats.org/drawingml/2006/main">
              <a:ext uri="{FF2B5EF4-FFF2-40B4-BE49-F238E27FC236}">
                <a16:creationId xmlns:a16="http://schemas.microsoft.com/office/drawing/2014/main" id="{44E76BE6-6482-433A-BF8A-778453AABD34}"/>
              </a:ext>
            </a:extLst>
          </p:cNvPr>
          <p:cNvSpPr>
            <a:spLocks xmlns:a="http://schemas.openxmlformats.org/drawingml/2006/main" noGrp="1"/>
          </p:cNvSpPr>
          <p:nvPr/>
        </p:nvSpPr>
        <p:spPr>
          <a:xfrm xmlns:a="http://schemas.openxmlformats.org/drawingml/2006/main">
            <a:off x="90868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5" name="">
            <a:extLst xmlns:a="http://schemas.openxmlformats.org/drawingml/2006/main">
              <a:ext uri="{FF2B5EF4-FFF2-40B4-BE49-F238E27FC236}">
                <a16:creationId xmlns:a16="http://schemas.microsoft.com/office/drawing/2014/main" id="{F4FED1E3-21FB-4EF2-ACC0-1C7A5C9ADEEB}"/>
              </a:ext>
            </a:extLst>
          </p:cNvPr>
          <p:cNvSpPr>
            <a:spLocks xmlns:a="http://schemas.openxmlformats.org/drawingml/2006/main" noGrp="1"/>
          </p:cNvSpPr>
          <p:nvPr/>
        </p:nvSpPr>
        <p:spPr>
          <a:xfrm xmlns:a="http://schemas.openxmlformats.org/drawingml/2006/main">
            <a:off x="90868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LR</a:t>
            </a:r>
          </a:p>
        </p:txBody>
      </p:sp>
      <p:sp>
        <p:nvSpPr>
          <p:cNvPr id="26" name="">
            <a:extLst xmlns:a="http://schemas.openxmlformats.org/drawingml/2006/main">
              <a:ext uri="{FF2B5EF4-FFF2-40B4-BE49-F238E27FC236}">
                <a16:creationId xmlns:a16="http://schemas.microsoft.com/office/drawing/2014/main" id="{746448BB-F598-411A-BE4A-E55901DFC3C5}"/>
              </a:ext>
            </a:extLst>
          </p:cNvPr>
          <p:cNvSpPr>
            <a:spLocks xmlns:a="http://schemas.openxmlformats.org/drawingml/2006/main" noGrp="1"/>
          </p:cNvSpPr>
          <p:nvPr/>
        </p:nvSpPr>
        <p:spPr>
          <a:xfrm xmlns:a="http://schemas.openxmlformats.org/drawingml/2006/main">
            <a:off x="101536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7" name="">
            <a:extLst xmlns:a="http://schemas.openxmlformats.org/drawingml/2006/main">
              <a:ext uri="{FF2B5EF4-FFF2-40B4-BE49-F238E27FC236}">
                <a16:creationId xmlns:a16="http://schemas.microsoft.com/office/drawing/2014/main" id="{AB69DB18-5B53-4538-94EE-7B1EBBF64D3E}"/>
              </a:ext>
            </a:extLst>
          </p:cNvPr>
          <p:cNvSpPr>
            <a:spLocks xmlns:a="http://schemas.openxmlformats.org/drawingml/2006/main" noGrp="1"/>
          </p:cNvSpPr>
          <p:nvPr/>
        </p:nvSpPr>
        <p:spPr>
          <a:xfrm xmlns:a="http://schemas.openxmlformats.org/drawingml/2006/main">
            <a:off x="101536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R12</a:t>
            </a:r>
          </a:p>
        </p:txBody>
      </p:sp>
      <p:sp>
        <p:nvSpPr>
          <p:cNvPr id="28" name="">
            <a:extLst xmlns:a="http://schemas.openxmlformats.org/drawingml/2006/main">
              <a:ext uri="{FF2B5EF4-FFF2-40B4-BE49-F238E27FC236}">
                <a16:creationId xmlns:a16="http://schemas.microsoft.com/office/drawing/2014/main" id="{E2281482-ABE8-42E0-AC60-EC76BFFA77C9}"/>
              </a:ext>
            </a:extLst>
          </p:cNvPr>
          <p:cNvSpPr>
            <a:spLocks xmlns:a="http://schemas.openxmlformats.org/drawingml/2006/main" noGrp="1"/>
          </p:cNvSpPr>
          <p:nvPr/>
        </p:nvSpPr>
        <p:spPr>
          <a:xfrm xmlns:a="http://schemas.openxmlformats.org/drawingml/2006/main">
            <a:off x="69532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29" name="">
            <a:extLst xmlns:a="http://schemas.openxmlformats.org/drawingml/2006/main">
              <a:ext uri="{FF2B5EF4-FFF2-40B4-BE49-F238E27FC236}">
                <a16:creationId xmlns:a16="http://schemas.microsoft.com/office/drawing/2014/main" id="{6A3E48CF-A3F2-469C-81BA-815CCF402DDD}"/>
              </a:ext>
            </a:extLst>
          </p:cNvPr>
          <p:cNvSpPr>
            <a:spLocks xmlns:a="http://schemas.openxmlformats.org/drawingml/2006/main" noGrp="1"/>
          </p:cNvSpPr>
          <p:nvPr/>
        </p:nvSpPr>
        <p:spPr>
          <a:xfrm xmlns:a="http://schemas.openxmlformats.org/drawingml/2006/main">
            <a:off x="69532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R3</a:t>
            </a:r>
          </a:p>
        </p:txBody>
      </p:sp>
      <p:sp>
        <p:nvSpPr>
          <p:cNvPr id="30" name="">
            <a:extLst xmlns:a="http://schemas.openxmlformats.org/drawingml/2006/main">
              <a:ext uri="{FF2B5EF4-FFF2-40B4-BE49-F238E27FC236}">
                <a16:creationId xmlns:a16="http://schemas.microsoft.com/office/drawing/2014/main" id="{C4E57E44-58BC-463A-ABD5-EFB6083D4503}"/>
              </a:ext>
            </a:extLst>
          </p:cNvPr>
          <p:cNvSpPr>
            <a:spLocks xmlns:a="http://schemas.openxmlformats.org/drawingml/2006/main" noGrp="1"/>
          </p:cNvSpPr>
          <p:nvPr/>
        </p:nvSpPr>
        <p:spPr>
          <a:xfrm xmlns:a="http://schemas.openxmlformats.org/drawingml/2006/main">
            <a:off x="80200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1" name="">
            <a:extLst xmlns:a="http://schemas.openxmlformats.org/drawingml/2006/main">
              <a:ext uri="{FF2B5EF4-FFF2-40B4-BE49-F238E27FC236}">
                <a16:creationId xmlns:a16="http://schemas.microsoft.com/office/drawing/2014/main" id="{329B011D-AD19-4345-9D73-20D877D412AB}"/>
              </a:ext>
            </a:extLst>
          </p:cNvPr>
          <p:cNvSpPr>
            <a:spLocks xmlns:a="http://schemas.openxmlformats.org/drawingml/2006/main" noGrp="1"/>
          </p:cNvSpPr>
          <p:nvPr/>
        </p:nvSpPr>
        <p:spPr>
          <a:xfrm xmlns:a="http://schemas.openxmlformats.org/drawingml/2006/main">
            <a:off x="80200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R2</a:t>
            </a:r>
          </a:p>
        </p:txBody>
      </p:sp>
      <p:sp>
        <p:nvSpPr>
          <p:cNvPr id="32" name="">
            <a:extLst xmlns:a="http://schemas.openxmlformats.org/drawingml/2006/main">
              <a:ext uri="{FF2B5EF4-FFF2-40B4-BE49-F238E27FC236}">
                <a16:creationId xmlns:a16="http://schemas.microsoft.com/office/drawing/2014/main" id="{FE58C636-29BF-43BA-B828-37F915575A49}"/>
              </a:ext>
            </a:extLst>
          </p:cNvPr>
          <p:cNvSpPr>
            <a:spLocks xmlns:a="http://schemas.openxmlformats.org/drawingml/2006/main" noGrp="1"/>
          </p:cNvSpPr>
          <p:nvPr/>
        </p:nvSpPr>
        <p:spPr>
          <a:xfrm xmlns:a="http://schemas.openxmlformats.org/drawingml/2006/main">
            <a:off x="90868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3" name="">
            <a:extLst xmlns:a="http://schemas.openxmlformats.org/drawingml/2006/main">
              <a:ext uri="{FF2B5EF4-FFF2-40B4-BE49-F238E27FC236}">
                <a16:creationId xmlns:a16="http://schemas.microsoft.com/office/drawing/2014/main" id="{DDD947FD-CCEF-4EA6-903A-1952F27A2C18}"/>
              </a:ext>
            </a:extLst>
          </p:cNvPr>
          <p:cNvSpPr>
            <a:spLocks xmlns:a="http://schemas.openxmlformats.org/drawingml/2006/main" noGrp="1"/>
          </p:cNvSpPr>
          <p:nvPr/>
        </p:nvSpPr>
        <p:spPr>
          <a:xfrm xmlns:a="http://schemas.openxmlformats.org/drawingml/2006/main">
            <a:off x="90868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R1</a:t>
            </a:r>
          </a:p>
        </p:txBody>
      </p:sp>
      <p:sp>
        <p:nvSpPr>
          <p:cNvPr id="34" name="">
            <a:extLst xmlns:a="http://schemas.openxmlformats.org/drawingml/2006/main">
              <a:ext uri="{FF2B5EF4-FFF2-40B4-BE49-F238E27FC236}">
                <a16:creationId xmlns:a16="http://schemas.microsoft.com/office/drawing/2014/main" id="{88218717-4C4C-459B-B768-1B47F6EF275F}"/>
              </a:ext>
            </a:extLst>
          </p:cNvPr>
          <p:cNvSpPr>
            <a:spLocks xmlns:a="http://schemas.openxmlformats.org/drawingml/2006/main" noGrp="1"/>
          </p:cNvSpPr>
          <p:nvPr/>
        </p:nvSpPr>
        <p:spPr>
          <a:xfrm xmlns:a="http://schemas.openxmlformats.org/drawingml/2006/main">
            <a:off x="101536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5" name="">
            <a:extLst xmlns:a="http://schemas.openxmlformats.org/drawingml/2006/main">
              <a:ext uri="{FF2B5EF4-FFF2-40B4-BE49-F238E27FC236}">
                <a16:creationId xmlns:a16="http://schemas.microsoft.com/office/drawing/2014/main" id="{63FE5977-C2D8-47BD-95E7-DE179C93B557}"/>
              </a:ext>
            </a:extLst>
          </p:cNvPr>
          <p:cNvSpPr>
            <a:spLocks xmlns:a="http://schemas.openxmlformats.org/drawingml/2006/main" noGrp="1"/>
          </p:cNvSpPr>
          <p:nvPr/>
        </p:nvSpPr>
        <p:spPr>
          <a:xfrm xmlns:a="http://schemas.openxmlformats.org/drawingml/2006/main">
            <a:off x="101536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R0</a:t>
            </a:r>
          </a:p>
        </p:txBody>
      </p:sp>
      <p:sp>
        <p:nvSpPr>
          <p:cNvPr id="36" name="">
            <a:extLst xmlns:a="http://schemas.openxmlformats.org/drawingml/2006/main">
              <a:ext uri="{FF2B5EF4-FFF2-40B4-BE49-F238E27FC236}">
                <a16:creationId xmlns:a16="http://schemas.microsoft.com/office/drawing/2014/main" id="{73C20C48-E633-40B7-9507-9B1C8ABE6D29}"/>
              </a:ext>
            </a:extLst>
          </p:cNvPr>
          <p:cNvSpPr>
            <a:spLocks xmlns:a="http://schemas.openxmlformats.org/drawingml/2006/main" noGrp="1"/>
          </p:cNvSpPr>
          <p:nvPr/>
        </p:nvSpPr>
        <p:spPr>
          <a:xfrm xmlns:a="http://schemas.openxmlformats.org/drawingml/2006/main">
            <a:off x="6953250" y="4133850"/>
            <a:ext cx="411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1" i="0">
                <a:solidFill>
                  <a:srgbClr val="C6473A"/>
                </a:solidFill>
                <a:latin typeface="Tahoma"/>
                <a:ea typeface="Tahoma"/>
                <a:cs typeface="Tahoma"/>
              </a:defRPr>
            </a:pPr>
            <a:r>
              <a:rPr sz="1575" b="1" i="0">
                <a:solidFill>
                  <a:srgbClr val="C6473A"/>
                </a:solidFill>
                <a:latin typeface="Tahoma"/>
                <a:ea typeface="Tahoma"/>
                <a:cs typeface="Tahoma"/>
              </a:rPr>
              <a:t>8 registers × 32 bit = 32 bytes</a:t>
            </a:r>
          </a:p>
        </p:txBody>
      </p:sp>
      <p:sp>
        <p:nvSpPr>
          <p:cNvPr id="37" name="">
            <a:extLst xmlns:a="http://schemas.openxmlformats.org/drawingml/2006/main">
              <a:ext uri="{FF2B5EF4-FFF2-40B4-BE49-F238E27FC236}">
                <a16:creationId xmlns:a16="http://schemas.microsoft.com/office/drawing/2014/main" id="{5152E6DB-C26A-404B-8B3D-30864858C61D}"/>
              </a:ext>
            </a:extLst>
          </p:cNvPr>
          <p:cNvSpPr>
            <a:spLocks xmlns:a="http://schemas.openxmlformats.org/drawingml/2006/main" noGrp="1"/>
          </p:cNvSpPr>
          <p:nvPr/>
        </p:nvSpPr>
        <p:spPr>
          <a:xfrm xmlns:a="http://schemas.openxmlformats.org/drawingml/2006/main">
            <a:off x="6953250" y="453390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0" i="0">
                <a:solidFill>
                  <a:srgbClr val="5D6B78"/>
                </a:solidFill>
                <a:latin typeface="Tahoma"/>
                <a:ea typeface="Tahoma"/>
                <a:cs typeface="Tahoma"/>
              </a:defRPr>
            </a:pPr>
            <a:r>
              <a:rPr sz="1275" b="0" i="0">
                <a:solidFill>
                  <a:srgbClr val="5D6B78"/>
                </a:solidFill>
                <a:latin typeface="Tahoma"/>
                <a:ea typeface="Tahoma"/>
                <a:cs typeface="Tahoma"/>
              </a:rPr>
              <a:t>Hardware stacking</a:t>
            </a:r>
          </a:p>
        </p:txBody>
      </p:sp>
      <p:sp>
        <p:nvSpPr>
          <p:cNvPr id="38" name="">
            <a:extLst xmlns:a="http://schemas.openxmlformats.org/drawingml/2006/main">
              <a:ext uri="{FF2B5EF4-FFF2-40B4-BE49-F238E27FC236}">
                <a16:creationId xmlns:a16="http://schemas.microsoft.com/office/drawing/2014/main" id="{D4F9B3F8-CBFB-4353-8A4F-3006D14D0546}"/>
              </a:ext>
            </a:extLst>
          </p:cNvPr>
          <p:cNvSpPr>
            <a:spLocks xmlns:a="http://schemas.openxmlformats.org/drawingml/2006/main" noGrp="1"/>
          </p:cNvSpPr>
          <p:nvPr/>
        </p:nvSpPr>
        <p:spPr>
          <a:xfrm xmlns:a="http://schemas.openxmlformats.org/drawingml/2006/main">
            <a:off x="876300" y="5238750"/>
            <a:ext cx="10287000" cy="704850"/>
          </a:xfrm>
          <a:prstGeom xmlns:a="http://schemas.openxmlformats.org/drawingml/2006/main" prst="roundRect">
            <a:avLst>
              <a:gd name="adj" fmla="val 16216"/>
            </a:avLst>
          </a:prstGeom>
          <a:solidFill xmlns:a="http://schemas.openxmlformats.org/drawingml/2006/main">
            <a:srgbClr val="0B2A4A"/>
          </a:solidFill>
          <a:ln xmlns:a="http://schemas.openxmlformats.org/drawingml/2006/main" w="9525">
            <a:solidFill>
              <a:srgbClr val="0B2A4A"/>
            </a:solidFill>
            <a:prstDash val="solid"/>
          </a:ln>
        </p:spPr>
      </p:sp>
      <p:sp>
        <p:nvSpPr>
          <p:cNvPr id="39" name="">
            <a:extLst xmlns:a="http://schemas.openxmlformats.org/drawingml/2006/main">
              <a:ext uri="{FF2B5EF4-FFF2-40B4-BE49-F238E27FC236}">
                <a16:creationId xmlns:a16="http://schemas.microsoft.com/office/drawing/2014/main" id="{A4D26B6F-20E8-4C2C-8940-8D7623C4A4CD}"/>
              </a:ext>
            </a:extLst>
          </p:cNvPr>
          <p:cNvSpPr>
            <a:spLocks xmlns:a="http://schemas.openxmlformats.org/drawingml/2006/main" noGrp="1"/>
          </p:cNvSpPr>
          <p:nvPr/>
        </p:nvSpPr>
        <p:spPr>
          <a:xfrm xmlns:a="http://schemas.openxmlformats.org/drawingml/2006/main">
            <a:off x="1162050" y="5238750"/>
            <a:ext cx="971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i="0">
                <a:solidFill>
                  <a:srgbClr val="FFFFFF"/>
                </a:solidFill>
                <a:latin typeface="Tahoma"/>
                <a:ea typeface="Tahoma"/>
                <a:cs typeface="Tahoma"/>
              </a:defRPr>
            </a:pPr>
            <a:r>
              <a:rPr sz="1650" b="1" i="0">
                <a:solidFill>
                  <a:srgbClr val="FFFFFF"/>
                </a:solidFill>
                <a:latin typeface="Tahoma"/>
                <a:ea typeface="Tahoma"/>
                <a:cs typeface="Tahoma"/>
              </a:rPr>
              <a:t>Context ที่ต้องรักษา = ค่าที่ทำให้ Main Program ทำงานต่อได้เหมือนไม่เคยถูกขัดจังหวะ</a:t>
            </a:r>
          </a:p>
        </p:txBody>
      </p:sp>
      <p:sp>
        <p:nvSpPr>
          <p:cNvPr id="40" name="">
            <a:extLst xmlns:a="http://schemas.openxmlformats.org/drawingml/2006/main">
              <a:ext uri="{FF2B5EF4-FFF2-40B4-BE49-F238E27FC236}">
                <a16:creationId xmlns:a16="http://schemas.microsoft.com/office/drawing/2014/main" id="{D393E151-0DED-4005-81EA-91C9EFAE253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1" name="">
            <a:extLst xmlns:a="http://schemas.openxmlformats.org/drawingml/2006/main">
              <a:ext uri="{FF2B5EF4-FFF2-40B4-BE49-F238E27FC236}">
                <a16:creationId xmlns:a16="http://schemas.microsoft.com/office/drawing/2014/main" id="{3825B9BC-0659-4993-9861-19CF7E4C898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Microchip AVR handling; Arm Cortex-M exception stack frame</a:t>
            </a:r>
          </a:p>
        </p:txBody>
      </p:sp>
      <p:sp>
        <p:nvSpPr>
          <p:cNvPr id="42" name="">
            <a:extLst xmlns:a="http://schemas.openxmlformats.org/drawingml/2006/main">
              <a:ext uri="{FF2B5EF4-FFF2-40B4-BE49-F238E27FC236}">
                <a16:creationId xmlns:a16="http://schemas.microsoft.com/office/drawing/2014/main" id="{F6996964-9410-4F90-A4A5-2563742DFB01}"/>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06</a:t>
            </a:r>
          </a:p>
        </p:txBody>
      </p:sp>
    </p:spTree>
    <p:extLst>
      <p:ext uri="{BB962C8B-B14F-4D97-AF65-F5344CB8AC3E}">
        <p14:creationId xmlns:p14="http://schemas.microsoft.com/office/powerpoint/2010/main" val="16029410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48437F6-D18E-4F73-AD48-C4183CBA89C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82603326-0CCE-4B9B-B867-F130CF822DE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INTERRUPT VECTOR TABLE • IVT</a:t>
            </a:r>
          </a:p>
        </p:txBody>
      </p:sp>
      <p:sp>
        <p:nvSpPr>
          <p:cNvPr id="3" name="">
            <a:extLst xmlns:a="http://schemas.openxmlformats.org/drawingml/2006/main">
              <a:ext uri="{FF2B5EF4-FFF2-40B4-BE49-F238E27FC236}">
                <a16:creationId xmlns:a16="http://schemas.microsoft.com/office/drawing/2014/main" id="{619D2C4F-5710-49FA-B1F2-E1A68F40E790}"/>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Vector เปลี่ยน “แหล่งเหตุการณ์” ให้เป็น “ตำแหน่ง ISR”</a:t>
            </a:r>
          </a:p>
        </p:txBody>
      </p:sp>
      <p:sp>
        <p:nvSpPr>
          <p:cNvPr id="4" name="">
            <a:extLst xmlns:a="http://schemas.openxmlformats.org/drawingml/2006/main">
              <a:ext uri="{FF2B5EF4-FFF2-40B4-BE49-F238E27FC236}">
                <a16:creationId xmlns:a16="http://schemas.microsoft.com/office/drawing/2014/main" id="{A5D74DEA-6395-4A66-8F77-961778A3F4D5}"/>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07</a:t>
            </a:r>
          </a:p>
        </p:txBody>
      </p:sp>
      <p:sp>
        <p:nvSpPr>
          <p:cNvPr id="5" name="">
            <a:extLst xmlns:a="http://schemas.openxmlformats.org/drawingml/2006/main">
              <a:ext uri="{FF2B5EF4-FFF2-40B4-BE49-F238E27FC236}">
                <a16:creationId xmlns:a16="http://schemas.microsoft.com/office/drawing/2014/main" id="{B233CEC7-6ED4-4723-95A3-538BA3CD1EB2}"/>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EDC3F582-C52B-4FB1-A944-955678A2B4B5}"/>
              </a:ext>
            </a:extLst>
          </p:cNvPr>
          <p:cNvSpPr>
            <a:spLocks xmlns:a="http://schemas.openxmlformats.org/drawingml/2006/main" noGrp="1"/>
          </p:cNvSpPr>
          <p:nvPr/>
        </p:nvSpPr>
        <p:spPr>
          <a:xfrm xmlns:a="http://schemas.openxmlformats.org/drawingml/2006/main">
            <a:off x="723900" y="15049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ATmega328P vector region (excerpt)</a:t>
            </a:r>
          </a:p>
        </p:txBody>
      </p:sp>
      <p:sp>
        <p:nvSpPr>
          <p:cNvPr id="7" name="">
            <a:extLst xmlns:a="http://schemas.openxmlformats.org/drawingml/2006/main">
              <a:ext uri="{FF2B5EF4-FFF2-40B4-BE49-F238E27FC236}">
                <a16:creationId xmlns:a16="http://schemas.microsoft.com/office/drawing/2014/main" id="{7007A1A7-97A8-4E64-89DA-3AEABAEAEB12}"/>
              </a:ext>
            </a:extLst>
          </p:cNvPr>
          <p:cNvSpPr>
            <a:spLocks xmlns:a="http://schemas.openxmlformats.org/drawingml/2006/main" noGrp="1"/>
          </p:cNvSpPr>
          <p:nvPr/>
        </p:nvSpPr>
        <p:spPr>
          <a:xfrm xmlns:a="http://schemas.openxmlformats.org/drawingml/2006/main">
            <a:off x="723900" y="1943100"/>
            <a:ext cx="5238750" cy="419100"/>
          </a:xfrm>
          <a:prstGeom xmlns:a="http://schemas.openxmlformats.org/drawingml/2006/main" prst="rect">
            <a:avLst/>
          </a:prstGeom>
          <a:solidFill xmlns:a="http://schemas.openxmlformats.org/drawingml/2006/main">
            <a:srgbClr val="0B2A4A"/>
          </a:solidFill>
          <a:ln xmlns:a="http://schemas.openxmlformats.org/drawingml/2006/main" w="9525">
            <a:solidFill>
              <a:srgbClr val="0B2A4A"/>
            </a:solidFill>
            <a:prstDash val="solid"/>
          </a:ln>
        </p:spPr>
      </p:sp>
      <p:sp>
        <p:nvSpPr>
          <p:cNvPr id="8" name="">
            <a:extLst xmlns:a="http://schemas.openxmlformats.org/drawingml/2006/main">
              <a:ext uri="{FF2B5EF4-FFF2-40B4-BE49-F238E27FC236}">
                <a16:creationId xmlns:a16="http://schemas.microsoft.com/office/drawing/2014/main" id="{833C5C18-0BD6-4B5D-9321-5AB86C40A99E}"/>
              </a:ext>
            </a:extLst>
          </p:cNvPr>
          <p:cNvSpPr>
            <a:spLocks xmlns:a="http://schemas.openxmlformats.org/drawingml/2006/main" noGrp="1"/>
          </p:cNvSpPr>
          <p:nvPr/>
        </p:nvSpPr>
        <p:spPr>
          <a:xfrm xmlns:a="http://schemas.openxmlformats.org/drawingml/2006/main">
            <a:off x="876300" y="1943100"/>
            <a:ext cx="123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FFFFFF"/>
                </a:solidFill>
                <a:latin typeface="Tahoma"/>
                <a:ea typeface="Tahoma"/>
                <a:cs typeface="Tahoma"/>
              </a:defRPr>
            </a:pPr>
            <a:r>
              <a:rPr sz="1200" b="1" i="0">
                <a:solidFill>
                  <a:srgbClr val="FFFFFF"/>
                </a:solidFill>
                <a:latin typeface="Tahoma"/>
                <a:ea typeface="Tahoma"/>
                <a:cs typeface="Tahoma"/>
              </a:rPr>
              <a:t>Address</a:t>
            </a:r>
          </a:p>
        </p:txBody>
      </p:sp>
      <p:sp>
        <p:nvSpPr>
          <p:cNvPr id="9" name="">
            <a:extLst xmlns:a="http://schemas.openxmlformats.org/drawingml/2006/main">
              <a:ext uri="{FF2B5EF4-FFF2-40B4-BE49-F238E27FC236}">
                <a16:creationId xmlns:a16="http://schemas.microsoft.com/office/drawing/2014/main" id="{B482134E-C824-4AC6-A4D9-AF097FC9476B}"/>
              </a:ext>
            </a:extLst>
          </p:cNvPr>
          <p:cNvSpPr>
            <a:spLocks xmlns:a="http://schemas.openxmlformats.org/drawingml/2006/main" noGrp="1"/>
          </p:cNvSpPr>
          <p:nvPr/>
        </p:nvSpPr>
        <p:spPr>
          <a:xfrm xmlns:a="http://schemas.openxmlformats.org/drawingml/2006/main">
            <a:off x="2209800" y="19431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FFFFFF"/>
                </a:solidFill>
                <a:latin typeface="Tahoma"/>
                <a:ea typeface="Tahoma"/>
                <a:cs typeface="Tahoma"/>
              </a:defRPr>
            </a:pPr>
            <a:r>
              <a:rPr sz="1200" b="1" i="0">
                <a:solidFill>
                  <a:srgbClr val="FFFFFF"/>
                </a:solidFill>
                <a:latin typeface="Tahoma"/>
                <a:ea typeface="Tahoma"/>
                <a:cs typeface="Tahoma"/>
              </a:rPr>
              <a:t>Source</a:t>
            </a:r>
          </a:p>
        </p:txBody>
      </p:sp>
      <p:sp>
        <p:nvSpPr>
          <p:cNvPr id="10" name="">
            <a:extLst xmlns:a="http://schemas.openxmlformats.org/drawingml/2006/main">
              <a:ext uri="{FF2B5EF4-FFF2-40B4-BE49-F238E27FC236}">
                <a16:creationId xmlns:a16="http://schemas.microsoft.com/office/drawing/2014/main" id="{4C899BB4-5547-4550-9F46-BA809B46D09A}"/>
              </a:ext>
            </a:extLst>
          </p:cNvPr>
          <p:cNvSpPr>
            <a:spLocks xmlns:a="http://schemas.openxmlformats.org/drawingml/2006/main" noGrp="1"/>
          </p:cNvSpPr>
          <p:nvPr/>
        </p:nvSpPr>
        <p:spPr>
          <a:xfrm xmlns:a="http://schemas.openxmlformats.org/drawingml/2006/main">
            <a:off x="3733800" y="194310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FFFFFF"/>
                </a:solidFill>
                <a:latin typeface="Tahoma"/>
                <a:ea typeface="Tahoma"/>
                <a:cs typeface="Tahoma"/>
              </a:defRPr>
            </a:pPr>
            <a:r>
              <a:rPr sz="1200" b="1" i="0">
                <a:solidFill>
                  <a:srgbClr val="FFFFFF"/>
                </a:solidFill>
                <a:latin typeface="Tahoma"/>
                <a:ea typeface="Tahoma"/>
                <a:cs typeface="Tahoma"/>
              </a:rPr>
              <a:t>Handler entry</a:t>
            </a:r>
          </a:p>
        </p:txBody>
      </p:sp>
      <p:sp>
        <p:nvSpPr>
          <p:cNvPr id="11" name="">
            <a:extLst xmlns:a="http://schemas.openxmlformats.org/drawingml/2006/main">
              <a:ext uri="{FF2B5EF4-FFF2-40B4-BE49-F238E27FC236}">
                <a16:creationId xmlns:a16="http://schemas.microsoft.com/office/drawing/2014/main" id="{21E7F12D-30B1-4897-9C39-1D55224EB9A0}"/>
              </a:ext>
            </a:extLst>
          </p:cNvPr>
          <p:cNvSpPr>
            <a:spLocks xmlns:a="http://schemas.openxmlformats.org/drawingml/2006/main" noGrp="1"/>
          </p:cNvSpPr>
          <p:nvPr/>
        </p:nvSpPr>
        <p:spPr>
          <a:xfrm xmlns:a="http://schemas.openxmlformats.org/drawingml/2006/main">
            <a:off x="723900" y="2362200"/>
            <a:ext cx="5238750" cy="514350"/>
          </a:xfrm>
          <a:prstGeom xmlns:a="http://schemas.openxmlformats.org/drawingml/2006/main" prst="rect">
            <a:avLst/>
          </a:prstGeom>
          <a:solidFill xmlns:a="http://schemas.openxmlformats.org/drawingml/2006/main">
            <a:srgbClr val="F7F8FA"/>
          </a:solidFill>
          <a:ln xmlns:a="http://schemas.openxmlformats.org/drawingml/2006/main" w="9525">
            <a:solidFill>
              <a:srgbClr val="DCE3E8"/>
            </a:solidFill>
            <a:prstDash val="solid"/>
          </a:ln>
        </p:spPr>
      </p:sp>
      <p:sp>
        <p:nvSpPr>
          <p:cNvPr id="12" name="">
            <a:extLst xmlns:a="http://schemas.openxmlformats.org/drawingml/2006/main">
              <a:ext uri="{FF2B5EF4-FFF2-40B4-BE49-F238E27FC236}">
                <a16:creationId xmlns:a16="http://schemas.microsoft.com/office/drawing/2014/main" id="{DD7B3EC9-77C4-4B44-8B38-E90AD18EF7FB}"/>
              </a:ext>
            </a:extLst>
          </p:cNvPr>
          <p:cNvSpPr>
            <a:spLocks xmlns:a="http://schemas.openxmlformats.org/drawingml/2006/main" noGrp="1"/>
          </p:cNvSpPr>
          <p:nvPr/>
        </p:nvSpPr>
        <p:spPr>
          <a:xfrm xmlns:a="http://schemas.openxmlformats.org/drawingml/2006/main">
            <a:off x="876300" y="23622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0x0000</a:t>
            </a:r>
          </a:p>
        </p:txBody>
      </p:sp>
      <p:sp>
        <p:nvSpPr>
          <p:cNvPr id="13" name="">
            <a:extLst xmlns:a="http://schemas.openxmlformats.org/drawingml/2006/main">
              <a:ext uri="{FF2B5EF4-FFF2-40B4-BE49-F238E27FC236}">
                <a16:creationId xmlns:a16="http://schemas.microsoft.com/office/drawing/2014/main" id="{41C7EA26-67C2-42B8-8FB0-BE538D4BAABD}"/>
              </a:ext>
            </a:extLst>
          </p:cNvPr>
          <p:cNvSpPr>
            <a:spLocks xmlns:a="http://schemas.openxmlformats.org/drawingml/2006/main" noGrp="1"/>
          </p:cNvSpPr>
          <p:nvPr/>
        </p:nvSpPr>
        <p:spPr>
          <a:xfrm xmlns:a="http://schemas.openxmlformats.org/drawingml/2006/main">
            <a:off x="2209800" y="23622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RESET</a:t>
            </a:r>
          </a:p>
        </p:txBody>
      </p:sp>
      <p:sp>
        <p:nvSpPr>
          <p:cNvPr id="14" name="">
            <a:extLst xmlns:a="http://schemas.openxmlformats.org/drawingml/2006/main">
              <a:ext uri="{FF2B5EF4-FFF2-40B4-BE49-F238E27FC236}">
                <a16:creationId xmlns:a16="http://schemas.microsoft.com/office/drawing/2014/main" id="{CA44B586-0195-43F1-8225-02DD40A2549E}"/>
              </a:ext>
            </a:extLst>
          </p:cNvPr>
          <p:cNvSpPr>
            <a:spLocks xmlns:a="http://schemas.openxmlformats.org/drawingml/2006/main" noGrp="1"/>
          </p:cNvSpPr>
          <p:nvPr/>
        </p:nvSpPr>
        <p:spPr>
          <a:xfrm xmlns:a="http://schemas.openxmlformats.org/drawingml/2006/main">
            <a:off x="3733800" y="236220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startup</a:t>
            </a:r>
          </a:p>
        </p:txBody>
      </p:sp>
      <p:sp>
        <p:nvSpPr>
          <p:cNvPr id="15" name="">
            <a:extLst xmlns:a="http://schemas.openxmlformats.org/drawingml/2006/main">
              <a:ext uri="{FF2B5EF4-FFF2-40B4-BE49-F238E27FC236}">
                <a16:creationId xmlns:a16="http://schemas.microsoft.com/office/drawing/2014/main" id="{6027E226-3104-4D04-AC92-77D58F619419}"/>
              </a:ext>
            </a:extLst>
          </p:cNvPr>
          <p:cNvSpPr>
            <a:spLocks xmlns:a="http://schemas.openxmlformats.org/drawingml/2006/main" noGrp="1"/>
          </p:cNvSpPr>
          <p:nvPr/>
        </p:nvSpPr>
        <p:spPr>
          <a:xfrm xmlns:a="http://schemas.openxmlformats.org/drawingml/2006/main">
            <a:off x="723900" y="28765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8"/>
            </a:solidFill>
            <a:prstDash val="solid"/>
          </a:ln>
        </p:spPr>
      </p:sp>
      <p:sp>
        <p:nvSpPr>
          <p:cNvPr id="16" name="">
            <a:extLst xmlns:a="http://schemas.openxmlformats.org/drawingml/2006/main">
              <a:ext uri="{FF2B5EF4-FFF2-40B4-BE49-F238E27FC236}">
                <a16:creationId xmlns:a16="http://schemas.microsoft.com/office/drawing/2014/main" id="{ABBA74EE-9454-4B39-8E94-2E67B93E6948}"/>
              </a:ext>
            </a:extLst>
          </p:cNvPr>
          <p:cNvSpPr>
            <a:spLocks xmlns:a="http://schemas.openxmlformats.org/drawingml/2006/main" noGrp="1"/>
          </p:cNvSpPr>
          <p:nvPr/>
        </p:nvSpPr>
        <p:spPr>
          <a:xfrm xmlns:a="http://schemas.openxmlformats.org/drawingml/2006/main">
            <a:off x="876300" y="287655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0x0002</a:t>
            </a:r>
          </a:p>
        </p:txBody>
      </p:sp>
      <p:sp>
        <p:nvSpPr>
          <p:cNvPr id="17" name="">
            <a:extLst xmlns:a="http://schemas.openxmlformats.org/drawingml/2006/main">
              <a:ext uri="{FF2B5EF4-FFF2-40B4-BE49-F238E27FC236}">
                <a16:creationId xmlns:a16="http://schemas.microsoft.com/office/drawing/2014/main" id="{AC79563C-9608-4062-8845-8838EE769FA8}"/>
              </a:ext>
            </a:extLst>
          </p:cNvPr>
          <p:cNvSpPr>
            <a:spLocks xmlns:a="http://schemas.openxmlformats.org/drawingml/2006/main" noGrp="1"/>
          </p:cNvSpPr>
          <p:nvPr/>
        </p:nvSpPr>
        <p:spPr>
          <a:xfrm xmlns:a="http://schemas.openxmlformats.org/drawingml/2006/main">
            <a:off x="2209800" y="28765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INT0</a:t>
            </a:r>
          </a:p>
        </p:txBody>
      </p:sp>
      <p:sp>
        <p:nvSpPr>
          <p:cNvPr id="18" name="">
            <a:extLst xmlns:a="http://schemas.openxmlformats.org/drawingml/2006/main">
              <a:ext uri="{FF2B5EF4-FFF2-40B4-BE49-F238E27FC236}">
                <a16:creationId xmlns:a16="http://schemas.microsoft.com/office/drawing/2014/main" id="{308BD920-8FC1-4EAA-92AE-0C5F1E48DA99}"/>
              </a:ext>
            </a:extLst>
          </p:cNvPr>
          <p:cNvSpPr>
            <a:spLocks xmlns:a="http://schemas.openxmlformats.org/drawingml/2006/main" noGrp="1"/>
          </p:cNvSpPr>
          <p:nvPr/>
        </p:nvSpPr>
        <p:spPr>
          <a:xfrm xmlns:a="http://schemas.openxmlformats.org/drawingml/2006/main">
            <a:off x="3733800" y="28765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ISR(INT0_vect)</a:t>
            </a:r>
          </a:p>
        </p:txBody>
      </p:sp>
      <p:sp>
        <p:nvSpPr>
          <p:cNvPr id="19" name="">
            <a:extLst xmlns:a="http://schemas.openxmlformats.org/drawingml/2006/main">
              <a:ext uri="{FF2B5EF4-FFF2-40B4-BE49-F238E27FC236}">
                <a16:creationId xmlns:a16="http://schemas.microsoft.com/office/drawing/2014/main" id="{919FBECC-C275-4BFE-AC29-20021CE4196D}"/>
              </a:ext>
            </a:extLst>
          </p:cNvPr>
          <p:cNvSpPr>
            <a:spLocks xmlns:a="http://schemas.openxmlformats.org/drawingml/2006/main" noGrp="1"/>
          </p:cNvSpPr>
          <p:nvPr/>
        </p:nvSpPr>
        <p:spPr>
          <a:xfrm xmlns:a="http://schemas.openxmlformats.org/drawingml/2006/main">
            <a:off x="723900" y="3390900"/>
            <a:ext cx="5238750" cy="514350"/>
          </a:xfrm>
          <a:prstGeom xmlns:a="http://schemas.openxmlformats.org/drawingml/2006/main" prst="rect">
            <a:avLst/>
          </a:prstGeom>
          <a:solidFill xmlns:a="http://schemas.openxmlformats.org/drawingml/2006/main">
            <a:srgbClr val="F7F8FA"/>
          </a:solidFill>
          <a:ln xmlns:a="http://schemas.openxmlformats.org/drawingml/2006/main" w="9525">
            <a:solidFill>
              <a:srgbClr val="DCE3E8"/>
            </a:solidFill>
            <a:prstDash val="solid"/>
          </a:ln>
        </p:spPr>
      </p:sp>
      <p:sp>
        <p:nvSpPr>
          <p:cNvPr id="20" name="">
            <a:extLst xmlns:a="http://schemas.openxmlformats.org/drawingml/2006/main">
              <a:ext uri="{FF2B5EF4-FFF2-40B4-BE49-F238E27FC236}">
                <a16:creationId xmlns:a16="http://schemas.microsoft.com/office/drawing/2014/main" id="{B8701EEA-E196-4463-A1D5-237F4968F9C5}"/>
              </a:ext>
            </a:extLst>
          </p:cNvPr>
          <p:cNvSpPr>
            <a:spLocks xmlns:a="http://schemas.openxmlformats.org/drawingml/2006/main" noGrp="1"/>
          </p:cNvSpPr>
          <p:nvPr/>
        </p:nvSpPr>
        <p:spPr>
          <a:xfrm xmlns:a="http://schemas.openxmlformats.org/drawingml/2006/main">
            <a:off x="876300" y="33909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0x0004</a:t>
            </a:r>
          </a:p>
        </p:txBody>
      </p:sp>
      <p:sp>
        <p:nvSpPr>
          <p:cNvPr id="21" name="">
            <a:extLst xmlns:a="http://schemas.openxmlformats.org/drawingml/2006/main">
              <a:ext uri="{FF2B5EF4-FFF2-40B4-BE49-F238E27FC236}">
                <a16:creationId xmlns:a16="http://schemas.microsoft.com/office/drawing/2014/main" id="{9EBC8280-A4B6-4E6B-81DB-B662A54D3DE6}"/>
              </a:ext>
            </a:extLst>
          </p:cNvPr>
          <p:cNvSpPr>
            <a:spLocks xmlns:a="http://schemas.openxmlformats.org/drawingml/2006/main" noGrp="1"/>
          </p:cNvSpPr>
          <p:nvPr/>
        </p:nvSpPr>
        <p:spPr>
          <a:xfrm xmlns:a="http://schemas.openxmlformats.org/drawingml/2006/main">
            <a:off x="2209800" y="3390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INT1</a:t>
            </a:r>
          </a:p>
        </p:txBody>
      </p:sp>
      <p:sp>
        <p:nvSpPr>
          <p:cNvPr id="22" name="">
            <a:extLst xmlns:a="http://schemas.openxmlformats.org/drawingml/2006/main">
              <a:ext uri="{FF2B5EF4-FFF2-40B4-BE49-F238E27FC236}">
                <a16:creationId xmlns:a16="http://schemas.microsoft.com/office/drawing/2014/main" id="{875C6BB7-9F15-4708-BE22-27B81B61CD30}"/>
              </a:ext>
            </a:extLst>
          </p:cNvPr>
          <p:cNvSpPr>
            <a:spLocks xmlns:a="http://schemas.openxmlformats.org/drawingml/2006/main" noGrp="1"/>
          </p:cNvSpPr>
          <p:nvPr/>
        </p:nvSpPr>
        <p:spPr>
          <a:xfrm xmlns:a="http://schemas.openxmlformats.org/drawingml/2006/main">
            <a:off x="3733800" y="339090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ISR(INT1_vect)</a:t>
            </a:r>
          </a:p>
        </p:txBody>
      </p:sp>
      <p:sp>
        <p:nvSpPr>
          <p:cNvPr id="23" name="">
            <a:extLst xmlns:a="http://schemas.openxmlformats.org/drawingml/2006/main">
              <a:ext uri="{FF2B5EF4-FFF2-40B4-BE49-F238E27FC236}">
                <a16:creationId xmlns:a16="http://schemas.microsoft.com/office/drawing/2014/main" id="{158398E4-39E4-4274-870A-14C6CB850E33}"/>
              </a:ext>
            </a:extLst>
          </p:cNvPr>
          <p:cNvSpPr>
            <a:spLocks xmlns:a="http://schemas.openxmlformats.org/drawingml/2006/main" noGrp="1"/>
          </p:cNvSpPr>
          <p:nvPr/>
        </p:nvSpPr>
        <p:spPr>
          <a:xfrm xmlns:a="http://schemas.openxmlformats.org/drawingml/2006/main">
            <a:off x="723900" y="39052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8"/>
            </a:solidFill>
            <a:prstDash val="solid"/>
          </a:ln>
        </p:spPr>
      </p:sp>
      <p:sp>
        <p:nvSpPr>
          <p:cNvPr id="24" name="">
            <a:extLst xmlns:a="http://schemas.openxmlformats.org/drawingml/2006/main">
              <a:ext uri="{FF2B5EF4-FFF2-40B4-BE49-F238E27FC236}">
                <a16:creationId xmlns:a16="http://schemas.microsoft.com/office/drawing/2014/main" id="{03507E89-3537-4548-88CE-5C0B10211464}"/>
              </a:ext>
            </a:extLst>
          </p:cNvPr>
          <p:cNvSpPr>
            <a:spLocks xmlns:a="http://schemas.openxmlformats.org/drawingml/2006/main" noGrp="1"/>
          </p:cNvSpPr>
          <p:nvPr/>
        </p:nvSpPr>
        <p:spPr>
          <a:xfrm xmlns:a="http://schemas.openxmlformats.org/drawingml/2006/main">
            <a:off x="876300" y="390525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0x0006</a:t>
            </a:r>
          </a:p>
        </p:txBody>
      </p:sp>
      <p:sp>
        <p:nvSpPr>
          <p:cNvPr id="25" name="">
            <a:extLst xmlns:a="http://schemas.openxmlformats.org/drawingml/2006/main">
              <a:ext uri="{FF2B5EF4-FFF2-40B4-BE49-F238E27FC236}">
                <a16:creationId xmlns:a16="http://schemas.microsoft.com/office/drawing/2014/main" id="{5A46DC14-3E29-449E-9880-FC4DF25E9D27}"/>
              </a:ext>
            </a:extLst>
          </p:cNvPr>
          <p:cNvSpPr>
            <a:spLocks xmlns:a="http://schemas.openxmlformats.org/drawingml/2006/main" noGrp="1"/>
          </p:cNvSpPr>
          <p:nvPr/>
        </p:nvSpPr>
        <p:spPr>
          <a:xfrm xmlns:a="http://schemas.openxmlformats.org/drawingml/2006/main">
            <a:off x="2209800" y="39052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PCINT0</a:t>
            </a:r>
          </a:p>
        </p:txBody>
      </p:sp>
      <p:sp>
        <p:nvSpPr>
          <p:cNvPr id="26" name="">
            <a:extLst xmlns:a="http://schemas.openxmlformats.org/drawingml/2006/main">
              <a:ext uri="{FF2B5EF4-FFF2-40B4-BE49-F238E27FC236}">
                <a16:creationId xmlns:a16="http://schemas.microsoft.com/office/drawing/2014/main" id="{70BE95E4-95B0-45CB-BC7F-F54056695290}"/>
              </a:ext>
            </a:extLst>
          </p:cNvPr>
          <p:cNvSpPr>
            <a:spLocks xmlns:a="http://schemas.openxmlformats.org/drawingml/2006/main" noGrp="1"/>
          </p:cNvSpPr>
          <p:nvPr/>
        </p:nvSpPr>
        <p:spPr>
          <a:xfrm xmlns:a="http://schemas.openxmlformats.org/drawingml/2006/main">
            <a:off x="3733800" y="39052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ISR(PCINT0_vect)</a:t>
            </a:r>
          </a:p>
        </p:txBody>
      </p:sp>
      <p:sp>
        <p:nvSpPr>
          <p:cNvPr id="27" name="">
            <a:extLst xmlns:a="http://schemas.openxmlformats.org/drawingml/2006/main">
              <a:ext uri="{FF2B5EF4-FFF2-40B4-BE49-F238E27FC236}">
                <a16:creationId xmlns:a16="http://schemas.microsoft.com/office/drawing/2014/main" id="{E15754D2-2D1F-456A-B71B-BD0E0958BE7A}"/>
              </a:ext>
            </a:extLst>
          </p:cNvPr>
          <p:cNvSpPr>
            <a:spLocks xmlns:a="http://schemas.openxmlformats.org/drawingml/2006/main" noGrp="1"/>
          </p:cNvSpPr>
          <p:nvPr/>
        </p:nvSpPr>
        <p:spPr>
          <a:xfrm xmlns:a="http://schemas.openxmlformats.org/drawingml/2006/main">
            <a:off x="723900" y="4419600"/>
            <a:ext cx="5238750" cy="514350"/>
          </a:xfrm>
          <a:prstGeom xmlns:a="http://schemas.openxmlformats.org/drawingml/2006/main" prst="rect">
            <a:avLst/>
          </a:prstGeom>
          <a:solidFill xmlns:a="http://schemas.openxmlformats.org/drawingml/2006/main">
            <a:srgbClr val="F7F8FA"/>
          </a:solidFill>
          <a:ln xmlns:a="http://schemas.openxmlformats.org/drawingml/2006/main" w="9525">
            <a:solidFill>
              <a:srgbClr val="DCE3E8"/>
            </a:solidFill>
            <a:prstDash val="solid"/>
          </a:ln>
        </p:spPr>
      </p:sp>
      <p:sp>
        <p:nvSpPr>
          <p:cNvPr id="28" name="">
            <a:extLst xmlns:a="http://schemas.openxmlformats.org/drawingml/2006/main">
              <a:ext uri="{FF2B5EF4-FFF2-40B4-BE49-F238E27FC236}">
                <a16:creationId xmlns:a16="http://schemas.microsoft.com/office/drawing/2014/main" id="{7CDC44A9-D343-4E02-918D-1770C407CFBA}"/>
              </a:ext>
            </a:extLst>
          </p:cNvPr>
          <p:cNvSpPr>
            <a:spLocks xmlns:a="http://schemas.openxmlformats.org/drawingml/2006/main" noGrp="1"/>
          </p:cNvSpPr>
          <p:nvPr/>
        </p:nvSpPr>
        <p:spPr>
          <a:xfrm xmlns:a="http://schemas.openxmlformats.org/drawingml/2006/main">
            <a:off x="876300" y="441960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26BAC921-4C7D-4047-AF55-223396246455}"/>
              </a:ext>
            </a:extLst>
          </p:cNvPr>
          <p:cNvSpPr>
            <a:spLocks xmlns:a="http://schemas.openxmlformats.org/drawingml/2006/main" noGrp="1"/>
          </p:cNvSpPr>
          <p:nvPr/>
        </p:nvSpPr>
        <p:spPr>
          <a:xfrm xmlns:a="http://schemas.openxmlformats.org/drawingml/2006/main">
            <a:off x="2209800" y="44196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a:t>
            </a:r>
          </a:p>
        </p:txBody>
      </p:sp>
      <p:sp>
        <p:nvSpPr>
          <p:cNvPr id="30" name="">
            <a:extLst xmlns:a="http://schemas.openxmlformats.org/drawingml/2006/main">
              <a:ext uri="{FF2B5EF4-FFF2-40B4-BE49-F238E27FC236}">
                <a16:creationId xmlns:a16="http://schemas.microsoft.com/office/drawing/2014/main" id="{1D533E45-C9C6-49B3-A66F-5F07AEB8DE5E}"/>
              </a:ext>
            </a:extLst>
          </p:cNvPr>
          <p:cNvSpPr>
            <a:spLocks xmlns:a="http://schemas.openxmlformats.org/drawingml/2006/main" noGrp="1"/>
          </p:cNvSpPr>
          <p:nvPr/>
        </p:nvSpPr>
        <p:spPr>
          <a:xfrm xmlns:a="http://schemas.openxmlformats.org/drawingml/2006/main">
            <a:off x="3733800" y="441960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AD5ED499-EF7D-4681-8910-FDC00D47A770}"/>
              </a:ext>
            </a:extLst>
          </p:cNvPr>
          <p:cNvSpPr>
            <a:spLocks xmlns:a="http://schemas.openxmlformats.org/drawingml/2006/main" noGrp="1"/>
          </p:cNvSpPr>
          <p:nvPr/>
        </p:nvSpPr>
        <p:spPr>
          <a:xfrm xmlns:a="http://schemas.openxmlformats.org/drawingml/2006/main">
            <a:off x="723900" y="49339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8"/>
            </a:solidFill>
            <a:prstDash val="solid"/>
          </a:ln>
        </p:spPr>
      </p:sp>
      <p:sp>
        <p:nvSpPr>
          <p:cNvPr id="32" name="">
            <a:extLst xmlns:a="http://schemas.openxmlformats.org/drawingml/2006/main">
              <a:ext uri="{FF2B5EF4-FFF2-40B4-BE49-F238E27FC236}">
                <a16:creationId xmlns:a16="http://schemas.microsoft.com/office/drawing/2014/main" id="{A1FCE4A0-FC67-43DA-8C2E-3CE62D3A6AC7}"/>
              </a:ext>
            </a:extLst>
          </p:cNvPr>
          <p:cNvSpPr>
            <a:spLocks xmlns:a="http://schemas.openxmlformats.org/drawingml/2006/main" noGrp="1"/>
          </p:cNvSpPr>
          <p:nvPr/>
        </p:nvSpPr>
        <p:spPr>
          <a:xfrm xmlns:a="http://schemas.openxmlformats.org/drawingml/2006/main">
            <a:off x="876300" y="4933950"/>
            <a:ext cx="123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5D6B78"/>
                </a:solidFill>
                <a:latin typeface="Menlo"/>
                <a:ea typeface="Menlo"/>
                <a:cs typeface="Menlo"/>
              </a:defRPr>
            </a:pPr>
            <a:r>
              <a:rPr sz="1200" b="0" i="0">
                <a:solidFill>
                  <a:srgbClr val="5D6B78"/>
                </a:solidFill>
                <a:latin typeface="Menlo"/>
                <a:ea typeface="Menlo"/>
                <a:cs typeface="Menlo"/>
              </a:rPr>
              <a:t>0x0032</a:t>
            </a:r>
          </a:p>
        </p:txBody>
      </p:sp>
      <p:sp>
        <p:nvSpPr>
          <p:cNvPr id="33" name="">
            <a:extLst xmlns:a="http://schemas.openxmlformats.org/drawingml/2006/main">
              <a:ext uri="{FF2B5EF4-FFF2-40B4-BE49-F238E27FC236}">
                <a16:creationId xmlns:a16="http://schemas.microsoft.com/office/drawing/2014/main" id="{AFD1CA15-EE1D-4F5E-AA0D-2737AB938E2B}"/>
              </a:ext>
            </a:extLst>
          </p:cNvPr>
          <p:cNvSpPr>
            <a:spLocks xmlns:a="http://schemas.openxmlformats.org/drawingml/2006/main" noGrp="1"/>
          </p:cNvSpPr>
          <p:nvPr/>
        </p:nvSpPr>
        <p:spPr>
          <a:xfrm xmlns:a="http://schemas.openxmlformats.org/drawingml/2006/main">
            <a:off x="2209800" y="4933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SPM_READY</a:t>
            </a:r>
          </a:p>
        </p:txBody>
      </p:sp>
      <p:sp>
        <p:nvSpPr>
          <p:cNvPr id="34" name="">
            <a:extLst xmlns:a="http://schemas.openxmlformats.org/drawingml/2006/main">
              <a:ext uri="{FF2B5EF4-FFF2-40B4-BE49-F238E27FC236}">
                <a16:creationId xmlns:a16="http://schemas.microsoft.com/office/drawing/2014/main" id="{658C28B1-856B-4C13-8678-35BEAF1F7193}"/>
              </a:ext>
            </a:extLst>
          </p:cNvPr>
          <p:cNvSpPr>
            <a:spLocks xmlns:a="http://schemas.openxmlformats.org/drawingml/2006/main" noGrp="1"/>
          </p:cNvSpPr>
          <p:nvPr/>
        </p:nvSpPr>
        <p:spPr>
          <a:xfrm xmlns:a="http://schemas.openxmlformats.org/drawingml/2006/main">
            <a:off x="3733800" y="49339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0" i="0">
                <a:solidFill>
                  <a:srgbClr val="17212B"/>
                </a:solidFill>
                <a:latin typeface="Menlo"/>
                <a:ea typeface="Menlo"/>
                <a:cs typeface="Menlo"/>
              </a:defRPr>
            </a:pPr>
            <a:r>
              <a:rPr sz="1125" b="0" i="0">
                <a:solidFill>
                  <a:srgbClr val="17212B"/>
                </a:solidFill>
                <a:latin typeface="Menlo"/>
                <a:ea typeface="Menlo"/>
                <a:cs typeface="Menlo"/>
              </a:rPr>
              <a:t>ISR(SPM_READY_vect)</a:t>
            </a:r>
          </a:p>
        </p:txBody>
      </p:sp>
      <p:sp>
        <p:nvSpPr>
          <p:cNvPr id="35" name="">
            <a:extLst xmlns:a="http://schemas.openxmlformats.org/drawingml/2006/main">
              <a:ext uri="{FF2B5EF4-FFF2-40B4-BE49-F238E27FC236}">
                <a16:creationId xmlns:a16="http://schemas.microsoft.com/office/drawing/2014/main" id="{81931B64-5B9F-4564-88D6-B0E44A8EDFB7}"/>
              </a:ext>
            </a:extLst>
          </p:cNvPr>
          <p:cNvSpPr>
            <a:spLocks xmlns:a="http://schemas.openxmlformats.org/drawingml/2006/main" noGrp="1"/>
          </p:cNvSpPr>
          <p:nvPr/>
        </p:nvSpPr>
        <p:spPr>
          <a:xfrm xmlns:a="http://schemas.openxmlformats.org/drawingml/2006/main">
            <a:off x="7086600" y="2076450"/>
            <a:ext cx="1714500" cy="819150"/>
          </a:xfrm>
          <a:prstGeom xmlns:a="http://schemas.openxmlformats.org/drawingml/2006/main" prst="roundRect">
            <a:avLst>
              <a:gd name="adj" fmla="val 13953"/>
            </a:avLst>
          </a:prstGeom>
          <a:solidFill xmlns:a="http://schemas.openxmlformats.org/drawingml/2006/main">
            <a:srgbClr val="E7F4F8"/>
          </a:solidFill>
          <a:ln xmlns:a="http://schemas.openxmlformats.org/drawingml/2006/main" w="19050">
            <a:solidFill>
              <a:srgbClr val="1677A7"/>
            </a:solidFill>
            <a:prstDash val="solid"/>
          </a:ln>
        </p:spPr>
      </p:sp>
      <p:sp>
        <p:nvSpPr>
          <p:cNvPr id="36" name="">
            <a:extLst xmlns:a="http://schemas.openxmlformats.org/drawingml/2006/main">
              <a:ext uri="{FF2B5EF4-FFF2-40B4-BE49-F238E27FC236}">
                <a16:creationId xmlns:a16="http://schemas.microsoft.com/office/drawing/2014/main" id="{D6E34C32-13BF-4C3F-BD6C-27ADBE28255D}"/>
              </a:ext>
            </a:extLst>
          </p:cNvPr>
          <p:cNvSpPr>
            <a:spLocks xmlns:a="http://schemas.openxmlformats.org/drawingml/2006/main" noGrp="1"/>
          </p:cNvSpPr>
          <p:nvPr/>
        </p:nvSpPr>
        <p:spPr>
          <a:xfrm xmlns:a="http://schemas.openxmlformats.org/drawingml/2006/main">
            <a:off x="7086600" y="2076450"/>
            <a:ext cx="171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INT0 pin</a:t>
            </a:r>
          </a:p>
        </p:txBody>
      </p:sp>
      <p:sp>
        <p:nvSpPr>
          <p:cNvPr id="37" name="">
            <a:extLst xmlns:a="http://schemas.openxmlformats.org/drawingml/2006/main">
              <a:ext uri="{FF2B5EF4-FFF2-40B4-BE49-F238E27FC236}">
                <a16:creationId xmlns:a16="http://schemas.microsoft.com/office/drawing/2014/main" id="{B0BC6798-D110-457D-AD2B-BEB9BC7FA1F3}"/>
              </a:ext>
            </a:extLst>
          </p:cNvPr>
          <p:cNvSpPr>
            <a:spLocks xmlns:a="http://schemas.openxmlformats.org/drawingml/2006/main" noGrp="1"/>
          </p:cNvSpPr>
          <p:nvPr/>
        </p:nvSpPr>
        <p:spPr>
          <a:xfrm xmlns:a="http://schemas.openxmlformats.org/drawingml/2006/main">
            <a:off x="7086600" y="3505200"/>
            <a:ext cx="1714500" cy="819150"/>
          </a:xfrm>
          <a:prstGeom xmlns:a="http://schemas.openxmlformats.org/drawingml/2006/main" prst="roundRect">
            <a:avLst>
              <a:gd name="adj" fmla="val 13953"/>
            </a:avLst>
          </a:prstGeom>
          <a:solidFill xmlns:a="http://schemas.openxmlformats.org/drawingml/2006/main">
            <a:srgbClr val="FFF1DF"/>
          </a:solidFill>
          <a:ln xmlns:a="http://schemas.openxmlformats.org/drawingml/2006/main" w="19050">
            <a:solidFill>
              <a:srgbClr val="D97706"/>
            </a:solidFill>
            <a:prstDash val="solid"/>
          </a:ln>
        </p:spPr>
      </p:sp>
      <p:sp>
        <p:nvSpPr>
          <p:cNvPr id="38" name="">
            <a:extLst xmlns:a="http://schemas.openxmlformats.org/drawingml/2006/main">
              <a:ext uri="{FF2B5EF4-FFF2-40B4-BE49-F238E27FC236}">
                <a16:creationId xmlns:a16="http://schemas.microsoft.com/office/drawing/2014/main" id="{945BB89F-2B03-4576-893F-63AA401E357B}"/>
              </a:ext>
            </a:extLst>
          </p:cNvPr>
          <p:cNvSpPr>
            <a:spLocks xmlns:a="http://schemas.openxmlformats.org/drawingml/2006/main" noGrp="1"/>
          </p:cNvSpPr>
          <p:nvPr/>
        </p:nvSpPr>
        <p:spPr>
          <a:xfrm xmlns:a="http://schemas.openxmlformats.org/drawingml/2006/main">
            <a:off x="7086600" y="3505200"/>
            <a:ext cx="171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i="0">
                <a:solidFill>
                  <a:srgbClr val="0B2A4A"/>
                </a:solidFill>
                <a:latin typeface="Tahoma"/>
                <a:ea typeface="Tahoma"/>
                <a:cs typeface="Tahoma"/>
              </a:defRPr>
            </a:pPr>
            <a:r>
              <a:rPr sz="1725" b="1" i="0">
                <a:solidFill>
                  <a:srgbClr val="0B2A4A"/>
                </a:solidFill>
                <a:latin typeface="Tahoma"/>
                <a:ea typeface="Tahoma"/>
                <a:cs typeface="Tahoma"/>
              </a:rPr>
              <a:t>Vector #2</a:t>
            </a:r>
          </a:p>
        </p:txBody>
      </p:sp>
      <p:sp>
        <p:nvSpPr>
          <p:cNvPr id="39" name="">
            <a:extLst xmlns:a="http://schemas.openxmlformats.org/drawingml/2006/main">
              <a:ext uri="{FF2B5EF4-FFF2-40B4-BE49-F238E27FC236}">
                <a16:creationId xmlns:a16="http://schemas.microsoft.com/office/drawing/2014/main" id="{118E4EA2-B382-45C6-827C-49D6ABD1F7E3}"/>
              </a:ext>
            </a:extLst>
          </p:cNvPr>
          <p:cNvSpPr>
            <a:spLocks xmlns:a="http://schemas.openxmlformats.org/drawingml/2006/main" noGrp="1"/>
          </p:cNvSpPr>
          <p:nvPr/>
        </p:nvSpPr>
        <p:spPr>
          <a:xfrm xmlns:a="http://schemas.openxmlformats.org/drawingml/2006/main">
            <a:off x="9525000" y="2800350"/>
            <a:ext cx="1809750" cy="819150"/>
          </a:xfrm>
          <a:prstGeom xmlns:a="http://schemas.openxmlformats.org/drawingml/2006/main" prst="roundRect">
            <a:avLst>
              <a:gd name="adj" fmla="val 13953"/>
            </a:avLst>
          </a:prstGeom>
          <a:solidFill xmlns:a="http://schemas.openxmlformats.org/drawingml/2006/main">
            <a:srgbClr val="E6F3ED"/>
          </a:solidFill>
          <a:ln xmlns:a="http://schemas.openxmlformats.org/drawingml/2006/main" w="19050">
            <a:solidFill>
              <a:srgbClr val="2E7D5B"/>
            </a:solidFill>
            <a:prstDash val="solid"/>
          </a:ln>
        </p:spPr>
      </p:sp>
      <p:sp>
        <p:nvSpPr>
          <p:cNvPr id="40" name="">
            <a:extLst xmlns:a="http://schemas.openxmlformats.org/drawingml/2006/main">
              <a:ext uri="{FF2B5EF4-FFF2-40B4-BE49-F238E27FC236}">
                <a16:creationId xmlns:a16="http://schemas.microsoft.com/office/drawing/2014/main" id="{D43629DC-7368-40E6-BDB7-E2D99DDFEDD0}"/>
              </a:ext>
            </a:extLst>
          </p:cNvPr>
          <p:cNvSpPr>
            <a:spLocks xmlns:a="http://schemas.openxmlformats.org/drawingml/2006/main" noGrp="1"/>
          </p:cNvSpPr>
          <p:nvPr/>
        </p:nvSpPr>
        <p:spPr>
          <a:xfrm xmlns:a="http://schemas.openxmlformats.org/drawingml/2006/main">
            <a:off x="9525000" y="2800350"/>
            <a:ext cx="1809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i="0">
                <a:solidFill>
                  <a:srgbClr val="0B2A4A"/>
                </a:solidFill>
                <a:latin typeface="Tahoma"/>
                <a:ea typeface="Tahoma"/>
                <a:cs typeface="Tahoma"/>
              </a:defRPr>
            </a:pPr>
            <a:r>
              <a:rPr sz="1725" b="1" i="0">
                <a:solidFill>
                  <a:srgbClr val="0B2A4A"/>
                </a:solidFill>
                <a:latin typeface="Tahoma"/>
                <a:ea typeface="Tahoma"/>
                <a:cs typeface="Tahoma"/>
              </a:rPr>
              <a:t>ISR_INT0</a:t>
            </a:r>
          </a:p>
        </p:txBody>
      </p:sp>
      <p:cxnSp>
        <p:nvCxnSpPr>
          <p:cNvPr id="89" name=""/>
          <p:cNvCxnSpPr>
            <a:stCxn xmlns:a="http://schemas.openxmlformats.org/drawingml/2006/main" id="35" idx="2"/>
            <a:endCxn xmlns:a="http://schemas.openxmlformats.org/drawingml/2006/main" id="37" idx="0"/>
          </p:cNvCxnSpPr>
          <p:nvPr/>
        </p:nvCxnSpPr>
        <p:spPr>
          <a:xfrm xmlns:a="http://schemas.openxmlformats.org/drawingml/2006/main">
            <a:off x="7943850" y="2895600"/>
            <a:ext cx="0" cy="609600"/>
          </a:xfrm>
          <a:prstGeom xmlns:a="http://schemas.openxmlformats.org/drawingml/2006/main" prst="straightConnector1">
            <a:avLst/>
          </a:prstGeom>
          <a:ln xmlns:a="http://schemas.openxmlformats.org/drawingml/2006/main" w="19050">
            <a:solidFill>
              <a:srgbClr val="1677A7"/>
            </a:solidFill>
            <a:prstDash val="solid"/>
            <a:headEnd type="none" w="med" len="med"/>
            <a:tailEnd type="arrow" w="med" len="med"/>
          </a:ln>
        </p:spPr>
      </p:cxnSp>
      <p:cxnSp>
        <p:nvCxnSpPr>
          <p:cNvPr id="90" name=""/>
          <p:cNvCxnSpPr>
            <a:stCxn xmlns:a="http://schemas.openxmlformats.org/drawingml/2006/main" id="37" idx="3"/>
            <a:endCxn xmlns:a="http://schemas.openxmlformats.org/drawingml/2006/main" id="39" idx="1"/>
          </p:cNvCxnSpPr>
          <p:nvPr/>
        </p:nvCxnSpPr>
        <p:spPr>
          <a:xfrm xmlns:a="http://schemas.openxmlformats.org/drawingml/2006/main" flipV="1">
            <a:off x="8801100" y="3209925"/>
            <a:ext cx="723900" cy="704850"/>
          </a:xfrm>
          <a:prstGeom xmlns:a="http://schemas.openxmlformats.org/drawingml/2006/main" prst="straightConnector1">
            <a:avLst/>
          </a:prstGeom>
          <a:ln xmlns:a="http://schemas.openxmlformats.org/drawingml/2006/main" w="19050">
            <a:solidFill>
              <a:srgbClr val="D97706"/>
            </a:solidFill>
            <a:prstDash val="solid"/>
            <a:headEnd type="none" w="med" len="med"/>
            <a:tailEnd type="arrow" w="med" len="med"/>
          </a:ln>
        </p:spPr>
      </p:cxnSp>
      <p:sp>
        <p:nvSpPr>
          <p:cNvPr id="43" name="">
            <a:extLst xmlns:a="http://schemas.openxmlformats.org/drawingml/2006/main">
              <a:ext uri="{FF2B5EF4-FFF2-40B4-BE49-F238E27FC236}">
                <a16:creationId xmlns:a16="http://schemas.microsoft.com/office/drawing/2014/main" id="{000582D8-7480-480B-8A23-0EEC94F7B113}"/>
              </a:ext>
            </a:extLst>
          </p:cNvPr>
          <p:cNvSpPr>
            <a:spLocks xmlns:a="http://schemas.openxmlformats.org/drawingml/2006/main" noGrp="1"/>
          </p:cNvSpPr>
          <p:nvPr/>
        </p:nvSpPr>
        <p:spPr>
          <a:xfrm xmlns:a="http://schemas.openxmlformats.org/drawingml/2006/main">
            <a:off x="8839200" y="3848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i="0">
                <a:solidFill>
                  <a:srgbClr val="D97706"/>
                </a:solidFill>
                <a:latin typeface="Tahoma"/>
                <a:ea typeface="Tahoma"/>
                <a:cs typeface="Tahoma"/>
              </a:defRPr>
            </a:pPr>
            <a:r>
              <a:rPr sz="1275" b="1" i="0">
                <a:solidFill>
                  <a:srgbClr val="D97706"/>
                </a:solidFill>
                <a:latin typeface="Tahoma"/>
                <a:ea typeface="Tahoma"/>
                <a:cs typeface="Tahoma"/>
              </a:rPr>
              <a:t>PC ← vector entry</a:t>
            </a:r>
          </a:p>
        </p:txBody>
      </p:sp>
      <p:sp>
        <p:nvSpPr>
          <p:cNvPr id="44" name="">
            <a:extLst xmlns:a="http://schemas.openxmlformats.org/drawingml/2006/main">
              <a:ext uri="{FF2B5EF4-FFF2-40B4-BE49-F238E27FC236}">
                <a16:creationId xmlns:a16="http://schemas.microsoft.com/office/drawing/2014/main" id="{D9350D02-EF90-4ACA-BEE4-CEFCF7E12426}"/>
              </a:ext>
            </a:extLst>
          </p:cNvPr>
          <p:cNvSpPr>
            <a:spLocks xmlns:a="http://schemas.openxmlformats.org/drawingml/2006/main" noGrp="1"/>
          </p:cNvSpPr>
          <p:nvPr/>
        </p:nvSpPr>
        <p:spPr>
          <a:xfrm xmlns:a="http://schemas.openxmlformats.org/drawingml/2006/main">
            <a:off x="6858000" y="4972050"/>
            <a:ext cx="4629150" cy="819150"/>
          </a:xfrm>
          <a:prstGeom xmlns:a="http://schemas.openxmlformats.org/drawingml/2006/main" prst="roundRect">
            <a:avLst>
              <a:gd name="adj" fmla="val 13953"/>
            </a:avLst>
          </a:prstGeom>
          <a:solidFill xmlns:a="http://schemas.openxmlformats.org/drawingml/2006/main">
            <a:srgbClr val="0B2A4A"/>
          </a:solidFill>
          <a:ln xmlns:a="http://schemas.openxmlformats.org/drawingml/2006/main" w="9525">
            <a:solidFill>
              <a:srgbClr val="0B2A4A"/>
            </a:solidFill>
            <a:prstDash val="solid"/>
          </a:ln>
        </p:spPr>
      </p:sp>
      <p:sp>
        <p:nvSpPr>
          <p:cNvPr id="45" name="">
            <a:extLst xmlns:a="http://schemas.openxmlformats.org/drawingml/2006/main">
              <a:ext uri="{FF2B5EF4-FFF2-40B4-BE49-F238E27FC236}">
                <a16:creationId xmlns:a16="http://schemas.microsoft.com/office/drawing/2014/main" id="{BD5DA19F-EAB2-4AC7-959E-06D93B9C6FC5}"/>
              </a:ext>
            </a:extLst>
          </p:cNvPr>
          <p:cNvSpPr>
            <a:spLocks xmlns:a="http://schemas.openxmlformats.org/drawingml/2006/main" noGrp="1"/>
          </p:cNvSpPr>
          <p:nvPr/>
        </p:nvSpPr>
        <p:spPr>
          <a:xfrm xmlns:a="http://schemas.openxmlformats.org/drawingml/2006/main">
            <a:off x="7067550" y="5067300"/>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ATmega328P: 26 entries รวม Reset</a:t>
            </a:r>
          </a:p>
          <a:p xmlns:a="http://schemas.openxmlformats.org/drawingml/2006/main">
            <a:pPr algn="ctr">
              <a:lnSpc>
                <a:spcPct val="115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แต่ละ vector ใช้ 2 instruction words</a:t>
            </a:r>
          </a:p>
        </p:txBody>
      </p:sp>
      <p:sp>
        <p:nvSpPr>
          <p:cNvPr id="46" name="">
            <a:extLst xmlns:a="http://schemas.openxmlformats.org/drawingml/2006/main">
              <a:ext uri="{FF2B5EF4-FFF2-40B4-BE49-F238E27FC236}">
                <a16:creationId xmlns:a16="http://schemas.microsoft.com/office/drawing/2014/main" id="{07167428-79EC-451D-B345-C42789BE3F0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7" name="">
            <a:extLst xmlns:a="http://schemas.openxmlformats.org/drawingml/2006/main">
              <a:ext uri="{FF2B5EF4-FFF2-40B4-BE49-F238E27FC236}">
                <a16:creationId xmlns:a16="http://schemas.microsoft.com/office/drawing/2014/main" id="{1E50C929-C425-42AC-970D-72B5BA76315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 Microchip ATmega328P Datasheet, Table 11-1</a:t>
            </a:r>
          </a:p>
        </p:txBody>
      </p:sp>
      <p:sp>
        <p:nvSpPr>
          <p:cNvPr id="48" name="">
            <a:extLst xmlns:a="http://schemas.openxmlformats.org/drawingml/2006/main">
              <a:ext uri="{FF2B5EF4-FFF2-40B4-BE49-F238E27FC236}">
                <a16:creationId xmlns:a16="http://schemas.microsoft.com/office/drawing/2014/main" id="{86C4EC94-BB62-492F-8F50-153DDB344EFD}"/>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07</a:t>
            </a:r>
          </a:p>
        </p:txBody>
      </p:sp>
    </p:spTree>
    <p:extLst>
      <p:ext uri="{BB962C8B-B14F-4D97-AF65-F5344CB8AC3E}">
        <p14:creationId xmlns:p14="http://schemas.microsoft.com/office/powerpoint/2010/main" val="199315114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19808771-80EF-4606-81A2-E58F9B35FE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836FE184-6E31-4282-A736-50EEADFDAA39}"/>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ARCHITECTURE COMPARISON • เปรียบเทียบ</a:t>
            </a:r>
          </a:p>
        </p:txBody>
      </p:sp>
      <p:sp>
        <p:nvSpPr>
          <p:cNvPr id="3" name="">
            <a:extLst xmlns:a="http://schemas.openxmlformats.org/drawingml/2006/main">
              <a:ext uri="{FF2B5EF4-FFF2-40B4-BE49-F238E27FC236}">
                <a16:creationId xmlns:a16="http://schemas.microsoft.com/office/drawing/2014/main" id="{1BC583FA-9FE3-418B-BA5F-99A73B8F7BFF}"/>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แต่ละ Architecture แบ่งภาระ Hardware–Software ต่างกัน</a:t>
            </a:r>
          </a:p>
        </p:txBody>
      </p:sp>
      <p:sp>
        <p:nvSpPr>
          <p:cNvPr id="4" name="">
            <a:extLst xmlns:a="http://schemas.openxmlformats.org/drawingml/2006/main">
              <a:ext uri="{FF2B5EF4-FFF2-40B4-BE49-F238E27FC236}">
                <a16:creationId xmlns:a16="http://schemas.microsoft.com/office/drawing/2014/main" id="{62F2148D-C65E-4A4A-AB93-F2586F097AE2}"/>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08</a:t>
            </a:r>
          </a:p>
        </p:txBody>
      </p:sp>
      <p:sp>
        <p:nvSpPr>
          <p:cNvPr id="5" name="">
            <a:extLst xmlns:a="http://schemas.openxmlformats.org/drawingml/2006/main">
              <a:ext uri="{FF2B5EF4-FFF2-40B4-BE49-F238E27FC236}">
                <a16:creationId xmlns:a16="http://schemas.microsoft.com/office/drawing/2014/main" id="{95B191D8-3EBE-4B88-9074-5520CEBABA44}"/>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95977F5E-77B1-46B4-9A89-4F3E0EEEF15A}"/>
              </a:ext>
            </a:extLst>
          </p:cNvPr>
          <p:cNvSpPr>
            <a:spLocks xmlns:a="http://schemas.openxmlformats.org/drawingml/2006/main" noGrp="1"/>
          </p:cNvSpPr>
          <p:nvPr/>
        </p:nvSpPr>
        <p:spPr>
          <a:xfrm xmlns:a="http://schemas.openxmlformats.org/drawingml/2006/main">
            <a:off x="666750" y="15049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i="0">
                <a:solidFill>
                  <a:srgbClr val="0B2A4A"/>
                </a:solidFill>
                <a:latin typeface="Tahoma"/>
                <a:ea typeface="Tahoma"/>
                <a:cs typeface="Tahoma"/>
              </a:defRPr>
            </a:pPr>
            <a:r>
              <a:rPr sz="2325" b="1" i="0">
                <a:solidFill>
                  <a:srgbClr val="0B2A4A"/>
                </a:solidFill>
                <a:latin typeface="Tahoma"/>
                <a:ea typeface="Tahoma"/>
                <a:cs typeface="Tahoma"/>
              </a:rPr>
              <a:t>8051</a:t>
            </a:r>
          </a:p>
        </p:txBody>
      </p:sp>
      <p:sp>
        <p:nvSpPr>
          <p:cNvPr id="7" name="">
            <a:extLst xmlns:a="http://schemas.openxmlformats.org/drawingml/2006/main">
              <a:ext uri="{FF2B5EF4-FFF2-40B4-BE49-F238E27FC236}">
                <a16:creationId xmlns:a16="http://schemas.microsoft.com/office/drawing/2014/main" id="{F04D1478-0E10-4D99-ADDE-A717B4780D42}"/>
              </a:ext>
            </a:extLst>
          </p:cNvPr>
          <p:cNvSpPr>
            <a:spLocks xmlns:a="http://schemas.openxmlformats.org/drawingml/2006/main" noGrp="1"/>
          </p:cNvSpPr>
          <p:nvPr/>
        </p:nvSpPr>
        <p:spPr>
          <a:xfrm xmlns:a="http://schemas.openxmlformats.org/drawingml/2006/main">
            <a:off x="666750" y="19621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Classic MCS‑51</a:t>
            </a:r>
          </a:p>
        </p:txBody>
      </p:sp>
      <p:sp>
        <p:nvSpPr>
          <p:cNvPr id="8" name="">
            <a:extLst xmlns:a="http://schemas.openxmlformats.org/drawingml/2006/main">
              <a:ext uri="{FF2B5EF4-FFF2-40B4-BE49-F238E27FC236}">
                <a16:creationId xmlns:a16="http://schemas.microsoft.com/office/drawing/2014/main" id="{9881A5AF-4B9B-44CF-A6A2-869DF328B515}"/>
              </a:ext>
            </a:extLst>
          </p:cNvPr>
          <p:cNvSpPr>
            <a:spLocks xmlns:a="http://schemas.openxmlformats.org/drawingml/2006/main" noGrp="1"/>
          </p:cNvSpPr>
          <p:nvPr/>
        </p:nvSpPr>
        <p:spPr>
          <a:xfrm xmlns:a="http://schemas.openxmlformats.org/drawingml/2006/main">
            <a:off x="933450" y="2343150"/>
            <a:ext cx="2609850" cy="0"/>
          </a:xfrm>
          <a:prstGeom xmlns:a="http://schemas.openxmlformats.org/drawingml/2006/main" prst="line">
            <a:avLst/>
          </a:prstGeom>
          <a:noFill xmlns:a="http://schemas.openxmlformats.org/drawingml/2006/main"/>
          <a:ln xmlns:a="http://schemas.openxmlformats.org/drawingml/2006/main" w="47625">
            <a:solidFill>
              <a:srgbClr val="0B2A4A"/>
            </a:solidFill>
            <a:prstDash val="solid"/>
          </a:ln>
        </p:spPr>
      </p:sp>
      <p:sp>
        <p:nvSpPr>
          <p:cNvPr id="9" name="">
            <a:extLst xmlns:a="http://schemas.openxmlformats.org/drawingml/2006/main">
              <a:ext uri="{FF2B5EF4-FFF2-40B4-BE49-F238E27FC236}">
                <a16:creationId xmlns:a16="http://schemas.microsoft.com/office/drawing/2014/main" id="{224956D8-59FD-468D-863C-F8D1AC5C5FCC}"/>
              </a:ext>
            </a:extLst>
          </p:cNvPr>
          <p:cNvSpPr>
            <a:spLocks xmlns:a="http://schemas.openxmlformats.org/drawingml/2006/main" noGrp="1"/>
          </p:cNvSpPr>
          <p:nvPr/>
        </p:nvSpPr>
        <p:spPr>
          <a:xfrm xmlns:a="http://schemas.openxmlformats.org/drawingml/2006/main">
            <a:off x="838200" y="26860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B2A4A"/>
            </a:solidFill>
            <a:prstDash val="solid"/>
          </a:ln>
        </p:spPr>
      </p:sp>
      <p:sp>
        <p:nvSpPr>
          <p:cNvPr id="10" name="">
            <a:extLst xmlns:a="http://schemas.openxmlformats.org/drawingml/2006/main">
              <a:ext uri="{FF2B5EF4-FFF2-40B4-BE49-F238E27FC236}">
                <a16:creationId xmlns:a16="http://schemas.microsoft.com/office/drawing/2014/main" id="{2F1C7ED2-7EA6-4DCB-82A3-87981CC5C804}"/>
              </a:ext>
            </a:extLst>
          </p:cNvPr>
          <p:cNvSpPr>
            <a:spLocks xmlns:a="http://schemas.openxmlformats.org/drawingml/2006/main" noGrp="1"/>
          </p:cNvSpPr>
          <p:nvPr/>
        </p:nvSpPr>
        <p:spPr>
          <a:xfrm xmlns:a="http://schemas.openxmlformats.org/drawingml/2006/main">
            <a:off x="1238250" y="2667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5 interrupt sources (original)</a:t>
            </a:r>
          </a:p>
        </p:txBody>
      </p:sp>
      <p:sp>
        <p:nvSpPr>
          <p:cNvPr id="11" name="">
            <a:extLst xmlns:a="http://schemas.openxmlformats.org/drawingml/2006/main">
              <a:ext uri="{FF2B5EF4-FFF2-40B4-BE49-F238E27FC236}">
                <a16:creationId xmlns:a16="http://schemas.microsoft.com/office/drawing/2014/main" id="{580F9195-392C-4E94-89D5-ABF5283A66E9}"/>
              </a:ext>
            </a:extLst>
          </p:cNvPr>
          <p:cNvSpPr>
            <a:spLocks xmlns:a="http://schemas.openxmlformats.org/drawingml/2006/main" noGrp="1"/>
          </p:cNvSpPr>
          <p:nvPr/>
        </p:nvSpPr>
        <p:spPr>
          <a:xfrm xmlns:a="http://schemas.openxmlformats.org/drawingml/2006/main">
            <a:off x="838200" y="32385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B2A4A"/>
            </a:solidFill>
            <a:prstDash val="solid"/>
          </a:ln>
        </p:spPr>
      </p:sp>
      <p:sp>
        <p:nvSpPr>
          <p:cNvPr id="12" name="">
            <a:extLst xmlns:a="http://schemas.openxmlformats.org/drawingml/2006/main">
              <a:ext uri="{FF2B5EF4-FFF2-40B4-BE49-F238E27FC236}">
                <a16:creationId xmlns:a16="http://schemas.microsoft.com/office/drawing/2014/main" id="{932E81A0-DA60-4BF1-8D80-09955BE8D716}"/>
              </a:ext>
            </a:extLst>
          </p:cNvPr>
          <p:cNvSpPr>
            <a:spLocks xmlns:a="http://schemas.openxmlformats.org/drawingml/2006/main" noGrp="1"/>
          </p:cNvSpPr>
          <p:nvPr/>
        </p:nvSpPr>
        <p:spPr>
          <a:xfrm xmlns:a="http://schemas.openxmlformats.org/drawingml/2006/main">
            <a:off x="1238250" y="3219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Fixed vector addresses</a:t>
            </a:r>
          </a:p>
        </p:txBody>
      </p:sp>
      <p:sp>
        <p:nvSpPr>
          <p:cNvPr id="13" name="">
            <a:extLst xmlns:a="http://schemas.openxmlformats.org/drawingml/2006/main">
              <a:ext uri="{FF2B5EF4-FFF2-40B4-BE49-F238E27FC236}">
                <a16:creationId xmlns:a16="http://schemas.microsoft.com/office/drawing/2014/main" id="{9A3B1010-D593-42E2-B00C-597C88D494DB}"/>
              </a:ext>
            </a:extLst>
          </p:cNvPr>
          <p:cNvSpPr>
            <a:spLocks xmlns:a="http://schemas.openxmlformats.org/drawingml/2006/main" noGrp="1"/>
          </p:cNvSpPr>
          <p:nvPr/>
        </p:nvSpPr>
        <p:spPr>
          <a:xfrm xmlns:a="http://schemas.openxmlformats.org/drawingml/2006/main">
            <a:off x="838200" y="3790950"/>
            <a:ext cx="247650" cy="247650"/>
          </a:xfrm>
          <a:prstGeom xmlns:a="http://schemas.openxmlformats.org/drawingml/2006/main" prst="ellipse">
            <a:avLst/>
          </a:prstGeom>
          <a:solidFill xmlns:a="http://schemas.openxmlformats.org/drawingml/2006/main">
            <a:srgbClr val="0B2A4A"/>
          </a:solidFill>
          <a:ln xmlns:a="http://schemas.openxmlformats.org/drawingml/2006/main" w="19050">
            <a:solidFill>
              <a:srgbClr val="0B2A4A"/>
            </a:solidFill>
            <a:prstDash val="solid"/>
          </a:ln>
        </p:spPr>
      </p:sp>
      <p:sp>
        <p:nvSpPr>
          <p:cNvPr id="14" name="">
            <a:extLst xmlns:a="http://schemas.openxmlformats.org/drawingml/2006/main">
              <a:ext uri="{FF2B5EF4-FFF2-40B4-BE49-F238E27FC236}">
                <a16:creationId xmlns:a16="http://schemas.microsoft.com/office/drawing/2014/main" id="{26935839-4489-4A42-B0D3-289B205E5D5D}"/>
              </a:ext>
            </a:extLst>
          </p:cNvPr>
          <p:cNvSpPr>
            <a:spLocks xmlns:a="http://schemas.openxmlformats.org/drawingml/2006/main" noGrp="1"/>
          </p:cNvSpPr>
          <p:nvPr/>
        </p:nvSpPr>
        <p:spPr>
          <a:xfrm xmlns:a="http://schemas.openxmlformats.org/drawingml/2006/main">
            <a:off x="838200" y="37909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900" b="1" i="0">
                <a:solidFill>
                  <a:srgbClr val="FFFFFF"/>
                </a:solidFill>
                <a:latin typeface="Tahoma"/>
                <a:ea typeface="Tahoma"/>
                <a:cs typeface="Tahoma"/>
              </a:defRPr>
            </a:pPr>
            <a:r>
              <a:rPr sz="900" b="1" i="0">
                <a:solidFill>
                  <a:srgbClr val="FFFFFF"/>
                </a:solidFill>
                <a:latin typeface="Tahoma"/>
                <a:ea typeface="Tahoma"/>
                <a:cs typeface="Tahoma"/>
              </a:rPr>
              <a:t>H</a:t>
            </a:r>
          </a:p>
        </p:txBody>
      </p:sp>
      <p:sp>
        <p:nvSpPr>
          <p:cNvPr id="15" name="">
            <a:extLst xmlns:a="http://schemas.openxmlformats.org/drawingml/2006/main">
              <a:ext uri="{FF2B5EF4-FFF2-40B4-BE49-F238E27FC236}">
                <a16:creationId xmlns:a16="http://schemas.microsoft.com/office/drawing/2014/main" id="{DE16F5BB-9EA2-49C1-8006-033680CBD122}"/>
              </a:ext>
            </a:extLst>
          </p:cNvPr>
          <p:cNvSpPr>
            <a:spLocks xmlns:a="http://schemas.openxmlformats.org/drawingml/2006/main" noGrp="1"/>
          </p:cNvSpPr>
          <p:nvPr/>
        </p:nvSpPr>
        <p:spPr>
          <a:xfrm xmlns:a="http://schemas.openxmlformats.org/drawingml/2006/main">
            <a:off x="1238250" y="37719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17212B"/>
                </a:solidFill>
                <a:latin typeface="Tahoma"/>
                <a:ea typeface="Tahoma"/>
                <a:cs typeface="Tahoma"/>
              </a:defRPr>
            </a:pPr>
            <a:r>
              <a:rPr sz="1275" b="1" i="0">
                <a:solidFill>
                  <a:srgbClr val="17212B"/>
                </a:solidFill>
                <a:latin typeface="Tahoma"/>
                <a:ea typeface="Tahoma"/>
                <a:cs typeface="Tahoma"/>
              </a:rPr>
              <a:t>PC auto-saved</a:t>
            </a:r>
          </a:p>
        </p:txBody>
      </p:sp>
      <p:sp>
        <p:nvSpPr>
          <p:cNvPr id="16" name="">
            <a:extLst xmlns:a="http://schemas.openxmlformats.org/drawingml/2006/main">
              <a:ext uri="{FF2B5EF4-FFF2-40B4-BE49-F238E27FC236}">
                <a16:creationId xmlns:a16="http://schemas.microsoft.com/office/drawing/2014/main" id="{65501FBA-FE56-4BF5-9F9E-0CE7A283A2FB}"/>
              </a:ext>
            </a:extLst>
          </p:cNvPr>
          <p:cNvSpPr>
            <a:spLocks xmlns:a="http://schemas.openxmlformats.org/drawingml/2006/main" noGrp="1"/>
          </p:cNvSpPr>
          <p:nvPr/>
        </p:nvSpPr>
        <p:spPr>
          <a:xfrm xmlns:a="http://schemas.openxmlformats.org/drawingml/2006/main">
            <a:off x="838200" y="43434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B2A4A"/>
            </a:solidFill>
            <a:prstDash val="solid"/>
          </a:ln>
        </p:spPr>
      </p:sp>
      <p:sp>
        <p:nvSpPr>
          <p:cNvPr id="17" name="">
            <a:extLst xmlns:a="http://schemas.openxmlformats.org/drawingml/2006/main">
              <a:ext uri="{FF2B5EF4-FFF2-40B4-BE49-F238E27FC236}">
                <a16:creationId xmlns:a16="http://schemas.microsoft.com/office/drawing/2014/main" id="{00A21A4E-16F1-4649-9DE6-856EE3769F2E}"/>
              </a:ext>
            </a:extLst>
          </p:cNvPr>
          <p:cNvSpPr>
            <a:spLocks xmlns:a="http://schemas.openxmlformats.org/drawingml/2006/main" noGrp="1"/>
          </p:cNvSpPr>
          <p:nvPr/>
        </p:nvSpPr>
        <p:spPr>
          <a:xfrm xmlns:a="http://schemas.openxmlformats.org/drawingml/2006/main">
            <a:off x="1238250" y="43243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2 priority levels</a:t>
            </a:r>
          </a:p>
        </p:txBody>
      </p:sp>
      <p:sp>
        <p:nvSpPr>
          <p:cNvPr id="18" name="">
            <a:extLst xmlns:a="http://schemas.openxmlformats.org/drawingml/2006/main">
              <a:ext uri="{FF2B5EF4-FFF2-40B4-BE49-F238E27FC236}">
                <a16:creationId xmlns:a16="http://schemas.microsoft.com/office/drawing/2014/main" id="{3DC18501-272F-4C73-8A4D-22214A29BAFC}"/>
              </a:ext>
            </a:extLst>
          </p:cNvPr>
          <p:cNvSpPr>
            <a:spLocks xmlns:a="http://schemas.openxmlformats.org/drawingml/2006/main" noGrp="1"/>
          </p:cNvSpPr>
          <p:nvPr/>
        </p:nvSpPr>
        <p:spPr>
          <a:xfrm xmlns:a="http://schemas.openxmlformats.org/drawingml/2006/main">
            <a:off x="838200" y="48958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B2A4A"/>
            </a:solidFill>
            <a:prstDash val="solid"/>
          </a:ln>
        </p:spPr>
      </p:sp>
      <p:sp>
        <p:nvSpPr>
          <p:cNvPr id="19" name="">
            <a:extLst xmlns:a="http://schemas.openxmlformats.org/drawingml/2006/main">
              <a:ext uri="{FF2B5EF4-FFF2-40B4-BE49-F238E27FC236}">
                <a16:creationId xmlns:a16="http://schemas.microsoft.com/office/drawing/2014/main" id="{C342F5C5-FDB8-4178-93A8-50C6B6336AAC}"/>
              </a:ext>
            </a:extLst>
          </p:cNvPr>
          <p:cNvSpPr>
            <a:spLocks xmlns:a="http://schemas.openxmlformats.org/drawingml/2006/main" noGrp="1"/>
          </p:cNvSpPr>
          <p:nvPr/>
        </p:nvSpPr>
        <p:spPr>
          <a:xfrm xmlns:a="http://schemas.openxmlformats.org/drawingml/2006/main">
            <a:off x="1238250" y="4876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RETI</a:t>
            </a:r>
          </a:p>
        </p:txBody>
      </p:sp>
      <p:sp>
        <p:nvSpPr>
          <p:cNvPr id="20" name="">
            <a:extLst xmlns:a="http://schemas.openxmlformats.org/drawingml/2006/main">
              <a:ext uri="{FF2B5EF4-FFF2-40B4-BE49-F238E27FC236}">
                <a16:creationId xmlns:a16="http://schemas.microsoft.com/office/drawing/2014/main" id="{D8CD6028-539B-4D8B-AE93-3B4178B9A9E9}"/>
              </a:ext>
            </a:extLst>
          </p:cNvPr>
          <p:cNvSpPr>
            <a:spLocks xmlns:a="http://schemas.openxmlformats.org/drawingml/2006/main" noGrp="1"/>
          </p:cNvSpPr>
          <p:nvPr/>
        </p:nvSpPr>
        <p:spPr>
          <a:xfrm xmlns:a="http://schemas.openxmlformats.org/drawingml/2006/main">
            <a:off x="4171950" y="15049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i="0">
                <a:solidFill>
                  <a:srgbClr val="1677A7"/>
                </a:solidFill>
                <a:latin typeface="Tahoma"/>
                <a:ea typeface="Tahoma"/>
                <a:cs typeface="Tahoma"/>
              </a:defRPr>
            </a:pPr>
            <a:r>
              <a:rPr sz="2325" b="1" i="0">
                <a:solidFill>
                  <a:srgbClr val="1677A7"/>
                </a:solidFill>
                <a:latin typeface="Tahoma"/>
                <a:ea typeface="Tahoma"/>
                <a:cs typeface="Tahoma"/>
              </a:rPr>
              <a:t>AVR</a:t>
            </a:r>
          </a:p>
        </p:txBody>
      </p:sp>
      <p:sp>
        <p:nvSpPr>
          <p:cNvPr id="21" name="">
            <a:extLst xmlns:a="http://schemas.openxmlformats.org/drawingml/2006/main">
              <a:ext uri="{FF2B5EF4-FFF2-40B4-BE49-F238E27FC236}">
                <a16:creationId xmlns:a16="http://schemas.microsoft.com/office/drawing/2014/main" id="{D63B9B54-3475-4CEC-B282-60FB0E5F201B}"/>
              </a:ext>
            </a:extLst>
          </p:cNvPr>
          <p:cNvSpPr>
            <a:spLocks xmlns:a="http://schemas.openxmlformats.org/drawingml/2006/main" noGrp="1"/>
          </p:cNvSpPr>
          <p:nvPr/>
        </p:nvSpPr>
        <p:spPr>
          <a:xfrm xmlns:a="http://schemas.openxmlformats.org/drawingml/2006/main">
            <a:off x="4171950" y="19621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ATmega328P</a:t>
            </a:r>
          </a:p>
        </p:txBody>
      </p:sp>
      <p:sp>
        <p:nvSpPr>
          <p:cNvPr id="22" name="">
            <a:extLst xmlns:a="http://schemas.openxmlformats.org/drawingml/2006/main">
              <a:ext uri="{FF2B5EF4-FFF2-40B4-BE49-F238E27FC236}">
                <a16:creationId xmlns:a16="http://schemas.microsoft.com/office/drawing/2014/main" id="{C562767E-0107-4801-9646-F4AFC323BC6F}"/>
              </a:ext>
            </a:extLst>
          </p:cNvPr>
          <p:cNvSpPr>
            <a:spLocks xmlns:a="http://schemas.openxmlformats.org/drawingml/2006/main" noGrp="1"/>
          </p:cNvSpPr>
          <p:nvPr/>
        </p:nvSpPr>
        <p:spPr>
          <a:xfrm xmlns:a="http://schemas.openxmlformats.org/drawingml/2006/main">
            <a:off x="4438650" y="2343150"/>
            <a:ext cx="2609850" cy="0"/>
          </a:xfrm>
          <a:prstGeom xmlns:a="http://schemas.openxmlformats.org/drawingml/2006/main" prst="line">
            <a:avLst/>
          </a:prstGeom>
          <a:noFill xmlns:a="http://schemas.openxmlformats.org/drawingml/2006/main"/>
          <a:ln xmlns:a="http://schemas.openxmlformats.org/drawingml/2006/main" w="47625">
            <a:solidFill>
              <a:srgbClr val="1677A7"/>
            </a:solidFill>
            <a:prstDash val="solid"/>
          </a:ln>
        </p:spPr>
      </p:sp>
      <p:sp>
        <p:nvSpPr>
          <p:cNvPr id="23" name="">
            <a:extLst xmlns:a="http://schemas.openxmlformats.org/drawingml/2006/main">
              <a:ext uri="{FF2B5EF4-FFF2-40B4-BE49-F238E27FC236}">
                <a16:creationId xmlns:a16="http://schemas.microsoft.com/office/drawing/2014/main" id="{371D547E-E305-4139-BEA9-884556BDB6B7}"/>
              </a:ext>
            </a:extLst>
          </p:cNvPr>
          <p:cNvSpPr>
            <a:spLocks xmlns:a="http://schemas.openxmlformats.org/drawingml/2006/main" noGrp="1"/>
          </p:cNvSpPr>
          <p:nvPr/>
        </p:nvSpPr>
        <p:spPr>
          <a:xfrm xmlns:a="http://schemas.openxmlformats.org/drawingml/2006/main">
            <a:off x="4343400" y="26860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77A7"/>
            </a:solidFill>
            <a:prstDash val="solid"/>
          </a:ln>
        </p:spPr>
      </p:sp>
      <p:sp>
        <p:nvSpPr>
          <p:cNvPr id="24" name="">
            <a:extLst xmlns:a="http://schemas.openxmlformats.org/drawingml/2006/main">
              <a:ext uri="{FF2B5EF4-FFF2-40B4-BE49-F238E27FC236}">
                <a16:creationId xmlns:a16="http://schemas.microsoft.com/office/drawing/2014/main" id="{9125848F-703A-48FE-81DF-24546F3B7A45}"/>
              </a:ext>
            </a:extLst>
          </p:cNvPr>
          <p:cNvSpPr>
            <a:spLocks xmlns:a="http://schemas.openxmlformats.org/drawingml/2006/main" noGrp="1"/>
          </p:cNvSpPr>
          <p:nvPr/>
        </p:nvSpPr>
        <p:spPr>
          <a:xfrm xmlns:a="http://schemas.openxmlformats.org/drawingml/2006/main">
            <a:off x="4743450" y="2667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25 interrupt sources + Reset</a:t>
            </a:r>
          </a:p>
        </p:txBody>
      </p:sp>
      <p:sp>
        <p:nvSpPr>
          <p:cNvPr id="25" name="">
            <a:extLst xmlns:a="http://schemas.openxmlformats.org/drawingml/2006/main">
              <a:ext uri="{FF2B5EF4-FFF2-40B4-BE49-F238E27FC236}">
                <a16:creationId xmlns:a16="http://schemas.microsoft.com/office/drawing/2014/main" id="{50C2E51D-BB7F-4DB6-A508-6D1DD4E1B228}"/>
              </a:ext>
            </a:extLst>
          </p:cNvPr>
          <p:cNvSpPr>
            <a:spLocks xmlns:a="http://schemas.openxmlformats.org/drawingml/2006/main" noGrp="1"/>
          </p:cNvSpPr>
          <p:nvPr/>
        </p:nvSpPr>
        <p:spPr>
          <a:xfrm xmlns:a="http://schemas.openxmlformats.org/drawingml/2006/main">
            <a:off x="4343400" y="32385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77A7"/>
            </a:solidFill>
            <a:prstDash val="solid"/>
          </a:ln>
        </p:spPr>
      </p:sp>
      <p:sp>
        <p:nvSpPr>
          <p:cNvPr id="26" name="">
            <a:extLst xmlns:a="http://schemas.openxmlformats.org/drawingml/2006/main">
              <a:ext uri="{FF2B5EF4-FFF2-40B4-BE49-F238E27FC236}">
                <a16:creationId xmlns:a16="http://schemas.microsoft.com/office/drawing/2014/main" id="{F5664318-97BD-4612-A1A8-89EAF277FAE3}"/>
              </a:ext>
            </a:extLst>
          </p:cNvPr>
          <p:cNvSpPr>
            <a:spLocks xmlns:a="http://schemas.openxmlformats.org/drawingml/2006/main" noGrp="1"/>
          </p:cNvSpPr>
          <p:nvPr/>
        </p:nvSpPr>
        <p:spPr>
          <a:xfrm xmlns:a="http://schemas.openxmlformats.org/drawingml/2006/main">
            <a:off x="4743450" y="3219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2-word vector entries</a:t>
            </a:r>
          </a:p>
        </p:txBody>
      </p:sp>
      <p:sp>
        <p:nvSpPr>
          <p:cNvPr id="27" name="">
            <a:extLst xmlns:a="http://schemas.openxmlformats.org/drawingml/2006/main">
              <a:ext uri="{FF2B5EF4-FFF2-40B4-BE49-F238E27FC236}">
                <a16:creationId xmlns:a16="http://schemas.microsoft.com/office/drawing/2014/main" id="{EA621815-5735-423E-B53C-EB805FDFF028}"/>
              </a:ext>
            </a:extLst>
          </p:cNvPr>
          <p:cNvSpPr>
            <a:spLocks xmlns:a="http://schemas.openxmlformats.org/drawingml/2006/main" noGrp="1"/>
          </p:cNvSpPr>
          <p:nvPr/>
        </p:nvSpPr>
        <p:spPr>
          <a:xfrm xmlns:a="http://schemas.openxmlformats.org/drawingml/2006/main">
            <a:off x="4343400" y="3790950"/>
            <a:ext cx="247650" cy="247650"/>
          </a:xfrm>
          <a:prstGeom xmlns:a="http://schemas.openxmlformats.org/drawingml/2006/main" prst="ellipse">
            <a:avLst/>
          </a:prstGeom>
          <a:solidFill xmlns:a="http://schemas.openxmlformats.org/drawingml/2006/main">
            <a:srgbClr val="1677A7"/>
          </a:solidFill>
          <a:ln xmlns:a="http://schemas.openxmlformats.org/drawingml/2006/main" w="19050">
            <a:solidFill>
              <a:srgbClr val="1677A7"/>
            </a:solidFill>
            <a:prstDash val="solid"/>
          </a:ln>
        </p:spPr>
      </p:sp>
      <p:sp>
        <p:nvSpPr>
          <p:cNvPr id="28" name="">
            <a:extLst xmlns:a="http://schemas.openxmlformats.org/drawingml/2006/main">
              <a:ext uri="{FF2B5EF4-FFF2-40B4-BE49-F238E27FC236}">
                <a16:creationId xmlns:a16="http://schemas.microsoft.com/office/drawing/2014/main" id="{F4631D7D-B896-478D-9A92-ECC387F0627A}"/>
              </a:ext>
            </a:extLst>
          </p:cNvPr>
          <p:cNvSpPr>
            <a:spLocks xmlns:a="http://schemas.openxmlformats.org/drawingml/2006/main" noGrp="1"/>
          </p:cNvSpPr>
          <p:nvPr/>
        </p:nvSpPr>
        <p:spPr>
          <a:xfrm xmlns:a="http://schemas.openxmlformats.org/drawingml/2006/main">
            <a:off x="4343400" y="37909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900" b="1" i="0">
                <a:solidFill>
                  <a:srgbClr val="FFFFFF"/>
                </a:solidFill>
                <a:latin typeface="Tahoma"/>
                <a:ea typeface="Tahoma"/>
                <a:cs typeface="Tahoma"/>
              </a:defRPr>
            </a:pPr>
            <a:r>
              <a:rPr sz="900" b="1" i="0">
                <a:solidFill>
                  <a:srgbClr val="FFFFFF"/>
                </a:solidFill>
                <a:latin typeface="Tahoma"/>
                <a:ea typeface="Tahoma"/>
                <a:cs typeface="Tahoma"/>
              </a:rPr>
              <a:t>H</a:t>
            </a:r>
          </a:p>
        </p:txBody>
      </p:sp>
      <p:sp>
        <p:nvSpPr>
          <p:cNvPr id="29" name="">
            <a:extLst xmlns:a="http://schemas.openxmlformats.org/drawingml/2006/main">
              <a:ext uri="{FF2B5EF4-FFF2-40B4-BE49-F238E27FC236}">
                <a16:creationId xmlns:a16="http://schemas.microsoft.com/office/drawing/2014/main" id="{68B3229C-2FCE-4694-B87E-786C87BBD72C}"/>
              </a:ext>
            </a:extLst>
          </p:cNvPr>
          <p:cNvSpPr>
            <a:spLocks xmlns:a="http://schemas.openxmlformats.org/drawingml/2006/main" noGrp="1"/>
          </p:cNvSpPr>
          <p:nvPr/>
        </p:nvSpPr>
        <p:spPr>
          <a:xfrm xmlns:a="http://schemas.openxmlformats.org/drawingml/2006/main">
            <a:off x="4743450" y="37719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17212B"/>
                </a:solidFill>
                <a:latin typeface="Tahoma"/>
                <a:ea typeface="Tahoma"/>
                <a:cs typeface="Tahoma"/>
              </a:defRPr>
            </a:pPr>
            <a:r>
              <a:rPr sz="1275" b="1" i="0">
                <a:solidFill>
                  <a:srgbClr val="17212B"/>
                </a:solidFill>
                <a:latin typeface="Tahoma"/>
                <a:ea typeface="Tahoma"/>
                <a:cs typeface="Tahoma"/>
              </a:rPr>
              <a:t>PC auto-saved</a:t>
            </a:r>
          </a:p>
        </p:txBody>
      </p:sp>
      <p:sp>
        <p:nvSpPr>
          <p:cNvPr id="30" name="">
            <a:extLst xmlns:a="http://schemas.openxmlformats.org/drawingml/2006/main">
              <a:ext uri="{FF2B5EF4-FFF2-40B4-BE49-F238E27FC236}">
                <a16:creationId xmlns:a16="http://schemas.microsoft.com/office/drawing/2014/main" id="{19FDD155-3EB9-41E1-BFC9-6378C4A1A055}"/>
              </a:ext>
            </a:extLst>
          </p:cNvPr>
          <p:cNvSpPr>
            <a:spLocks xmlns:a="http://schemas.openxmlformats.org/drawingml/2006/main" noGrp="1"/>
          </p:cNvSpPr>
          <p:nvPr/>
        </p:nvSpPr>
        <p:spPr>
          <a:xfrm xmlns:a="http://schemas.openxmlformats.org/drawingml/2006/main">
            <a:off x="4343400" y="43434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77A7"/>
            </a:solidFill>
            <a:prstDash val="solid"/>
          </a:ln>
        </p:spPr>
      </p:sp>
      <p:sp>
        <p:nvSpPr>
          <p:cNvPr id="31" name="">
            <a:extLst xmlns:a="http://schemas.openxmlformats.org/drawingml/2006/main">
              <a:ext uri="{FF2B5EF4-FFF2-40B4-BE49-F238E27FC236}">
                <a16:creationId xmlns:a16="http://schemas.microsoft.com/office/drawing/2014/main" id="{5397AF42-934F-4059-BB4F-90AFB9F4DB96}"/>
              </a:ext>
            </a:extLst>
          </p:cNvPr>
          <p:cNvSpPr>
            <a:spLocks xmlns:a="http://schemas.openxmlformats.org/drawingml/2006/main" noGrp="1"/>
          </p:cNvSpPr>
          <p:nvPr/>
        </p:nvSpPr>
        <p:spPr>
          <a:xfrm xmlns:a="http://schemas.openxmlformats.org/drawingml/2006/main">
            <a:off x="4743450" y="43243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I-bit + per-source enable</a:t>
            </a:r>
          </a:p>
        </p:txBody>
      </p:sp>
      <p:sp>
        <p:nvSpPr>
          <p:cNvPr id="32" name="">
            <a:extLst xmlns:a="http://schemas.openxmlformats.org/drawingml/2006/main">
              <a:ext uri="{FF2B5EF4-FFF2-40B4-BE49-F238E27FC236}">
                <a16:creationId xmlns:a16="http://schemas.microsoft.com/office/drawing/2014/main" id="{92C6DBC7-6674-44CD-A976-74F01FE96527}"/>
              </a:ext>
            </a:extLst>
          </p:cNvPr>
          <p:cNvSpPr>
            <a:spLocks xmlns:a="http://schemas.openxmlformats.org/drawingml/2006/main" noGrp="1"/>
          </p:cNvSpPr>
          <p:nvPr/>
        </p:nvSpPr>
        <p:spPr>
          <a:xfrm xmlns:a="http://schemas.openxmlformats.org/drawingml/2006/main">
            <a:off x="4343400" y="48958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77A7"/>
            </a:solidFill>
            <a:prstDash val="solid"/>
          </a:ln>
        </p:spPr>
      </p:sp>
      <p:sp>
        <p:nvSpPr>
          <p:cNvPr id="33" name="">
            <a:extLst xmlns:a="http://schemas.openxmlformats.org/drawingml/2006/main">
              <a:ext uri="{FF2B5EF4-FFF2-40B4-BE49-F238E27FC236}">
                <a16:creationId xmlns:a16="http://schemas.microsoft.com/office/drawing/2014/main" id="{8CA7E6D7-E25D-45F2-B071-D3C14D1293D5}"/>
              </a:ext>
            </a:extLst>
          </p:cNvPr>
          <p:cNvSpPr>
            <a:spLocks xmlns:a="http://schemas.openxmlformats.org/drawingml/2006/main" noGrp="1"/>
          </p:cNvSpPr>
          <p:nvPr/>
        </p:nvSpPr>
        <p:spPr>
          <a:xfrm xmlns:a="http://schemas.openxmlformats.org/drawingml/2006/main">
            <a:off x="4743450" y="4876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RETI</a:t>
            </a:r>
          </a:p>
        </p:txBody>
      </p:sp>
      <p:sp>
        <p:nvSpPr>
          <p:cNvPr id="34" name="">
            <a:extLst xmlns:a="http://schemas.openxmlformats.org/drawingml/2006/main">
              <a:ext uri="{FF2B5EF4-FFF2-40B4-BE49-F238E27FC236}">
                <a16:creationId xmlns:a16="http://schemas.microsoft.com/office/drawing/2014/main" id="{C4E7A40C-961D-475B-A17C-0C018D80BABF}"/>
              </a:ext>
            </a:extLst>
          </p:cNvPr>
          <p:cNvSpPr>
            <a:spLocks xmlns:a="http://schemas.openxmlformats.org/drawingml/2006/main" noGrp="1"/>
          </p:cNvSpPr>
          <p:nvPr/>
        </p:nvSpPr>
        <p:spPr>
          <a:xfrm xmlns:a="http://schemas.openxmlformats.org/drawingml/2006/main">
            <a:off x="7677150" y="15049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i="0">
                <a:solidFill>
                  <a:srgbClr val="C6473A"/>
                </a:solidFill>
                <a:latin typeface="Tahoma"/>
                <a:ea typeface="Tahoma"/>
                <a:cs typeface="Tahoma"/>
              </a:defRPr>
            </a:pPr>
            <a:r>
              <a:rPr sz="2325" b="1" i="0">
                <a:solidFill>
                  <a:srgbClr val="C6473A"/>
                </a:solidFill>
                <a:latin typeface="Tahoma"/>
                <a:ea typeface="Tahoma"/>
                <a:cs typeface="Tahoma"/>
              </a:rPr>
              <a:t>Cortex‑M</a:t>
            </a:r>
          </a:p>
        </p:txBody>
      </p:sp>
      <p:sp>
        <p:nvSpPr>
          <p:cNvPr id="35" name="">
            <a:extLst xmlns:a="http://schemas.openxmlformats.org/drawingml/2006/main">
              <a:ext uri="{FF2B5EF4-FFF2-40B4-BE49-F238E27FC236}">
                <a16:creationId xmlns:a16="http://schemas.microsoft.com/office/drawing/2014/main" id="{F82325F9-F50D-4DB8-902B-9DDA4E154AB3}"/>
              </a:ext>
            </a:extLst>
          </p:cNvPr>
          <p:cNvSpPr>
            <a:spLocks xmlns:a="http://schemas.openxmlformats.org/drawingml/2006/main" noGrp="1"/>
          </p:cNvSpPr>
          <p:nvPr/>
        </p:nvSpPr>
        <p:spPr>
          <a:xfrm xmlns:a="http://schemas.openxmlformats.org/drawingml/2006/main">
            <a:off x="7677150" y="19621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NVIC</a:t>
            </a:r>
          </a:p>
        </p:txBody>
      </p:sp>
      <p:sp>
        <p:nvSpPr>
          <p:cNvPr id="36" name="">
            <a:extLst xmlns:a="http://schemas.openxmlformats.org/drawingml/2006/main">
              <a:ext uri="{FF2B5EF4-FFF2-40B4-BE49-F238E27FC236}">
                <a16:creationId xmlns:a16="http://schemas.microsoft.com/office/drawing/2014/main" id="{77297546-B0EE-4E6D-8371-9F0B42888A39}"/>
              </a:ext>
            </a:extLst>
          </p:cNvPr>
          <p:cNvSpPr>
            <a:spLocks xmlns:a="http://schemas.openxmlformats.org/drawingml/2006/main" noGrp="1"/>
          </p:cNvSpPr>
          <p:nvPr/>
        </p:nvSpPr>
        <p:spPr>
          <a:xfrm xmlns:a="http://schemas.openxmlformats.org/drawingml/2006/main">
            <a:off x="7943850" y="2343150"/>
            <a:ext cx="2609850" cy="0"/>
          </a:xfrm>
          <a:prstGeom xmlns:a="http://schemas.openxmlformats.org/drawingml/2006/main" prst="line">
            <a:avLst/>
          </a:prstGeom>
          <a:noFill xmlns:a="http://schemas.openxmlformats.org/drawingml/2006/main"/>
          <a:ln xmlns:a="http://schemas.openxmlformats.org/drawingml/2006/main" w="47625">
            <a:solidFill>
              <a:srgbClr val="C6473A"/>
            </a:solidFill>
            <a:prstDash val="solid"/>
          </a:ln>
        </p:spPr>
      </p:sp>
      <p:sp>
        <p:nvSpPr>
          <p:cNvPr id="37" name="">
            <a:extLst xmlns:a="http://schemas.openxmlformats.org/drawingml/2006/main">
              <a:ext uri="{FF2B5EF4-FFF2-40B4-BE49-F238E27FC236}">
                <a16:creationId xmlns:a16="http://schemas.microsoft.com/office/drawing/2014/main" id="{1420756F-0087-4DCB-BC0D-9993A6471BC3}"/>
              </a:ext>
            </a:extLst>
          </p:cNvPr>
          <p:cNvSpPr>
            <a:spLocks xmlns:a="http://schemas.openxmlformats.org/drawingml/2006/main" noGrp="1"/>
          </p:cNvSpPr>
          <p:nvPr/>
        </p:nvSpPr>
        <p:spPr>
          <a:xfrm xmlns:a="http://schemas.openxmlformats.org/drawingml/2006/main">
            <a:off x="7848600" y="26860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6473A"/>
            </a:solidFill>
            <a:prstDash val="solid"/>
          </a:ln>
        </p:spPr>
      </p:sp>
      <p:sp>
        <p:nvSpPr>
          <p:cNvPr id="38" name="">
            <a:extLst xmlns:a="http://schemas.openxmlformats.org/drawingml/2006/main">
              <a:ext uri="{FF2B5EF4-FFF2-40B4-BE49-F238E27FC236}">
                <a16:creationId xmlns:a16="http://schemas.microsoft.com/office/drawing/2014/main" id="{F5CDB612-6067-4B74-865A-0D1A17BE02EB}"/>
              </a:ext>
            </a:extLst>
          </p:cNvPr>
          <p:cNvSpPr>
            <a:spLocks xmlns:a="http://schemas.openxmlformats.org/drawingml/2006/main" noGrp="1"/>
          </p:cNvSpPr>
          <p:nvPr/>
        </p:nvSpPr>
        <p:spPr>
          <a:xfrm xmlns:a="http://schemas.openxmlformats.org/drawingml/2006/main">
            <a:off x="8248650" y="2667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Core + device IRQs</a:t>
            </a:r>
          </a:p>
        </p:txBody>
      </p:sp>
      <p:sp>
        <p:nvSpPr>
          <p:cNvPr id="39" name="">
            <a:extLst xmlns:a="http://schemas.openxmlformats.org/drawingml/2006/main">
              <a:ext uri="{FF2B5EF4-FFF2-40B4-BE49-F238E27FC236}">
                <a16:creationId xmlns:a16="http://schemas.microsoft.com/office/drawing/2014/main" id="{46BCF565-FA1A-45A3-94C7-A6ABE52809CD}"/>
              </a:ext>
            </a:extLst>
          </p:cNvPr>
          <p:cNvSpPr>
            <a:spLocks xmlns:a="http://schemas.openxmlformats.org/drawingml/2006/main" noGrp="1"/>
          </p:cNvSpPr>
          <p:nvPr/>
        </p:nvSpPr>
        <p:spPr>
          <a:xfrm xmlns:a="http://schemas.openxmlformats.org/drawingml/2006/main">
            <a:off x="7848600" y="32385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6473A"/>
            </a:solidFill>
            <a:prstDash val="solid"/>
          </a:ln>
        </p:spPr>
      </p:sp>
      <p:sp>
        <p:nvSpPr>
          <p:cNvPr id="40" name="">
            <a:extLst xmlns:a="http://schemas.openxmlformats.org/drawingml/2006/main">
              <a:ext uri="{FF2B5EF4-FFF2-40B4-BE49-F238E27FC236}">
                <a16:creationId xmlns:a16="http://schemas.microsoft.com/office/drawing/2014/main" id="{1AE30F77-9752-469A-A8F0-265207F7B5FD}"/>
              </a:ext>
            </a:extLst>
          </p:cNvPr>
          <p:cNvSpPr>
            <a:spLocks xmlns:a="http://schemas.openxmlformats.org/drawingml/2006/main" noGrp="1"/>
          </p:cNvSpPr>
          <p:nvPr/>
        </p:nvSpPr>
        <p:spPr>
          <a:xfrm xmlns:a="http://schemas.openxmlformats.org/drawingml/2006/main">
            <a:off x="8248650" y="3219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Address vector table</a:t>
            </a:r>
          </a:p>
        </p:txBody>
      </p:sp>
      <p:sp>
        <p:nvSpPr>
          <p:cNvPr id="41" name="">
            <a:extLst xmlns:a="http://schemas.openxmlformats.org/drawingml/2006/main">
              <a:ext uri="{FF2B5EF4-FFF2-40B4-BE49-F238E27FC236}">
                <a16:creationId xmlns:a16="http://schemas.microsoft.com/office/drawing/2014/main" id="{01BFB73E-D43F-4530-85A9-9B49C1A229DC}"/>
              </a:ext>
            </a:extLst>
          </p:cNvPr>
          <p:cNvSpPr>
            <a:spLocks xmlns:a="http://schemas.openxmlformats.org/drawingml/2006/main" noGrp="1"/>
          </p:cNvSpPr>
          <p:nvPr/>
        </p:nvSpPr>
        <p:spPr>
          <a:xfrm xmlns:a="http://schemas.openxmlformats.org/drawingml/2006/main">
            <a:off x="7848600" y="3790950"/>
            <a:ext cx="247650" cy="247650"/>
          </a:xfrm>
          <a:prstGeom xmlns:a="http://schemas.openxmlformats.org/drawingml/2006/main" prst="ellipse">
            <a:avLst/>
          </a:prstGeom>
          <a:solidFill xmlns:a="http://schemas.openxmlformats.org/drawingml/2006/main">
            <a:srgbClr val="C6473A"/>
          </a:solidFill>
          <a:ln xmlns:a="http://schemas.openxmlformats.org/drawingml/2006/main" w="19050">
            <a:solidFill>
              <a:srgbClr val="C6473A"/>
            </a:solidFill>
            <a:prstDash val="solid"/>
          </a:ln>
        </p:spPr>
      </p:sp>
      <p:sp>
        <p:nvSpPr>
          <p:cNvPr id="42" name="">
            <a:extLst xmlns:a="http://schemas.openxmlformats.org/drawingml/2006/main">
              <a:ext uri="{FF2B5EF4-FFF2-40B4-BE49-F238E27FC236}">
                <a16:creationId xmlns:a16="http://schemas.microsoft.com/office/drawing/2014/main" id="{86641E4C-5EE8-4F2D-9396-D5987E435E78}"/>
              </a:ext>
            </a:extLst>
          </p:cNvPr>
          <p:cNvSpPr>
            <a:spLocks xmlns:a="http://schemas.openxmlformats.org/drawingml/2006/main" noGrp="1"/>
          </p:cNvSpPr>
          <p:nvPr/>
        </p:nvSpPr>
        <p:spPr>
          <a:xfrm xmlns:a="http://schemas.openxmlformats.org/drawingml/2006/main">
            <a:off x="7848600" y="37909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900" b="1" i="0">
                <a:solidFill>
                  <a:srgbClr val="FFFFFF"/>
                </a:solidFill>
                <a:latin typeface="Tahoma"/>
                <a:ea typeface="Tahoma"/>
                <a:cs typeface="Tahoma"/>
              </a:defRPr>
            </a:pPr>
            <a:r>
              <a:rPr sz="900" b="1" i="0">
                <a:solidFill>
                  <a:srgbClr val="FFFFFF"/>
                </a:solidFill>
                <a:latin typeface="Tahoma"/>
                <a:ea typeface="Tahoma"/>
                <a:cs typeface="Tahoma"/>
              </a:rPr>
              <a:t>H</a:t>
            </a:r>
          </a:p>
        </p:txBody>
      </p:sp>
      <p:sp>
        <p:nvSpPr>
          <p:cNvPr id="43" name="">
            <a:extLst xmlns:a="http://schemas.openxmlformats.org/drawingml/2006/main">
              <a:ext uri="{FF2B5EF4-FFF2-40B4-BE49-F238E27FC236}">
                <a16:creationId xmlns:a16="http://schemas.microsoft.com/office/drawing/2014/main" id="{C743CF8F-B661-4336-99C0-82C5DD2607F5}"/>
              </a:ext>
            </a:extLst>
          </p:cNvPr>
          <p:cNvSpPr>
            <a:spLocks xmlns:a="http://schemas.openxmlformats.org/drawingml/2006/main" noGrp="1"/>
          </p:cNvSpPr>
          <p:nvPr/>
        </p:nvSpPr>
        <p:spPr>
          <a:xfrm xmlns:a="http://schemas.openxmlformats.org/drawingml/2006/main">
            <a:off x="8248650" y="37719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17212B"/>
                </a:solidFill>
                <a:latin typeface="Tahoma"/>
                <a:ea typeface="Tahoma"/>
                <a:cs typeface="Tahoma"/>
              </a:defRPr>
            </a:pPr>
            <a:r>
              <a:rPr sz="1275" b="1" i="0">
                <a:solidFill>
                  <a:srgbClr val="17212B"/>
                </a:solidFill>
                <a:latin typeface="Tahoma"/>
                <a:ea typeface="Tahoma"/>
                <a:cs typeface="Tahoma"/>
              </a:rPr>
              <a:t>8-register basic frame</a:t>
            </a:r>
          </a:p>
        </p:txBody>
      </p:sp>
      <p:sp>
        <p:nvSpPr>
          <p:cNvPr id="44" name="">
            <a:extLst xmlns:a="http://schemas.openxmlformats.org/drawingml/2006/main">
              <a:ext uri="{FF2B5EF4-FFF2-40B4-BE49-F238E27FC236}">
                <a16:creationId xmlns:a16="http://schemas.microsoft.com/office/drawing/2014/main" id="{82F3DBC3-1952-4603-ADB6-305672885998}"/>
              </a:ext>
            </a:extLst>
          </p:cNvPr>
          <p:cNvSpPr>
            <a:spLocks xmlns:a="http://schemas.openxmlformats.org/drawingml/2006/main" noGrp="1"/>
          </p:cNvSpPr>
          <p:nvPr/>
        </p:nvSpPr>
        <p:spPr>
          <a:xfrm xmlns:a="http://schemas.openxmlformats.org/drawingml/2006/main">
            <a:off x="7848600" y="434340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6473A"/>
            </a:solidFill>
            <a:prstDash val="solid"/>
          </a:ln>
        </p:spPr>
      </p:sp>
      <p:sp>
        <p:nvSpPr>
          <p:cNvPr id="45" name="">
            <a:extLst xmlns:a="http://schemas.openxmlformats.org/drawingml/2006/main">
              <a:ext uri="{FF2B5EF4-FFF2-40B4-BE49-F238E27FC236}">
                <a16:creationId xmlns:a16="http://schemas.microsoft.com/office/drawing/2014/main" id="{B6769497-DE1D-422C-87E0-D48B91C69F13}"/>
              </a:ext>
            </a:extLst>
          </p:cNvPr>
          <p:cNvSpPr>
            <a:spLocks xmlns:a="http://schemas.openxmlformats.org/drawingml/2006/main" noGrp="1"/>
          </p:cNvSpPr>
          <p:nvPr/>
        </p:nvSpPr>
        <p:spPr>
          <a:xfrm xmlns:a="http://schemas.openxmlformats.org/drawingml/2006/main">
            <a:off x="8248650" y="43243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Programmable priority + nesting</a:t>
            </a:r>
          </a:p>
        </p:txBody>
      </p:sp>
      <p:sp>
        <p:nvSpPr>
          <p:cNvPr id="46" name="">
            <a:extLst xmlns:a="http://schemas.openxmlformats.org/drawingml/2006/main">
              <a:ext uri="{FF2B5EF4-FFF2-40B4-BE49-F238E27FC236}">
                <a16:creationId xmlns:a16="http://schemas.microsoft.com/office/drawing/2014/main" id="{71D0EBAE-2DA6-4364-B208-F583D495119A}"/>
              </a:ext>
            </a:extLst>
          </p:cNvPr>
          <p:cNvSpPr>
            <a:spLocks xmlns:a="http://schemas.openxmlformats.org/drawingml/2006/main" noGrp="1"/>
          </p:cNvSpPr>
          <p:nvPr/>
        </p:nvSpPr>
        <p:spPr>
          <a:xfrm xmlns:a="http://schemas.openxmlformats.org/drawingml/2006/main">
            <a:off x="7848600" y="4895850"/>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6473A"/>
            </a:solidFill>
            <a:prstDash val="solid"/>
          </a:ln>
        </p:spPr>
      </p:sp>
      <p:sp>
        <p:nvSpPr>
          <p:cNvPr id="47" name="">
            <a:extLst xmlns:a="http://schemas.openxmlformats.org/drawingml/2006/main">
              <a:ext uri="{FF2B5EF4-FFF2-40B4-BE49-F238E27FC236}">
                <a16:creationId xmlns:a16="http://schemas.microsoft.com/office/drawing/2014/main" id="{3AFF3229-432C-48AC-9B98-67AAA78EF24A}"/>
              </a:ext>
            </a:extLst>
          </p:cNvPr>
          <p:cNvSpPr>
            <a:spLocks xmlns:a="http://schemas.openxmlformats.org/drawingml/2006/main" noGrp="1"/>
          </p:cNvSpPr>
          <p:nvPr/>
        </p:nvSpPr>
        <p:spPr>
          <a:xfrm xmlns:a="http://schemas.openxmlformats.org/drawingml/2006/main">
            <a:off x="8248650" y="4876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EXC_RETURN</a:t>
            </a:r>
          </a:p>
        </p:txBody>
      </p:sp>
      <p:sp>
        <p:nvSpPr>
          <p:cNvPr id="48" name="">
            <a:extLst xmlns:a="http://schemas.openxmlformats.org/drawingml/2006/main">
              <a:ext uri="{FF2B5EF4-FFF2-40B4-BE49-F238E27FC236}">
                <a16:creationId xmlns:a16="http://schemas.microsoft.com/office/drawing/2014/main" id="{14898AA6-98EC-43E9-817C-832A468694A6}"/>
              </a:ext>
            </a:extLst>
          </p:cNvPr>
          <p:cNvSpPr>
            <a:spLocks xmlns:a="http://schemas.openxmlformats.org/drawingml/2006/main" noGrp="1"/>
          </p:cNvSpPr>
          <p:nvPr/>
        </p:nvSpPr>
        <p:spPr>
          <a:xfrm xmlns:a="http://schemas.openxmlformats.org/drawingml/2006/main">
            <a:off x="1333500" y="5657850"/>
            <a:ext cx="95250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8"/>
            </a:solidFill>
            <a:prstDash val="solid"/>
          </a:ln>
        </p:spPr>
      </p:sp>
      <p:sp>
        <p:nvSpPr>
          <p:cNvPr id="49" name="">
            <a:extLst xmlns:a="http://schemas.openxmlformats.org/drawingml/2006/main">
              <a:ext uri="{FF2B5EF4-FFF2-40B4-BE49-F238E27FC236}">
                <a16:creationId xmlns:a16="http://schemas.microsoft.com/office/drawing/2014/main" id="{34FAF521-21F4-4549-9E28-73B74EC8E075}"/>
              </a:ext>
            </a:extLst>
          </p:cNvPr>
          <p:cNvSpPr>
            <a:spLocks xmlns:a="http://schemas.openxmlformats.org/drawingml/2006/main" noGrp="1"/>
          </p:cNvSpPr>
          <p:nvPr/>
        </p:nvSpPr>
        <p:spPr>
          <a:xfrm xmlns:a="http://schemas.openxmlformats.org/drawingml/2006/main">
            <a:off x="1524000" y="56578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ยิ่ง Hardware จัดการ Context/Priority มาก → Handler เขียนง่ายขึ้น แต่ต้องเข้าใจข้อกำหนดของ Core นั้นเสมอ</a:t>
            </a:r>
          </a:p>
        </p:txBody>
      </p:sp>
      <p:sp>
        <p:nvSpPr>
          <p:cNvPr id="50" name="">
            <a:extLst xmlns:a="http://schemas.openxmlformats.org/drawingml/2006/main">
              <a:ext uri="{FF2B5EF4-FFF2-40B4-BE49-F238E27FC236}">
                <a16:creationId xmlns:a16="http://schemas.microsoft.com/office/drawing/2014/main" id="{CC002A6C-885D-498D-A25F-EED7F5F78E9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51" name="">
            <a:extLst xmlns:a="http://schemas.openxmlformats.org/drawingml/2006/main">
              <a:ext uri="{FF2B5EF4-FFF2-40B4-BE49-F238E27FC236}">
                <a16:creationId xmlns:a16="http://schemas.microsoft.com/office/drawing/2014/main" id="{80B920E7-9B1A-45B3-B8A7-F7A7FBC2E47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Keil APNT_103; Microchip ATmega328P; Arm CMSIS-Core</a:t>
            </a:r>
          </a:p>
        </p:txBody>
      </p:sp>
      <p:sp>
        <p:nvSpPr>
          <p:cNvPr id="52" name="">
            <a:extLst xmlns:a="http://schemas.openxmlformats.org/drawingml/2006/main">
              <a:ext uri="{FF2B5EF4-FFF2-40B4-BE49-F238E27FC236}">
                <a16:creationId xmlns:a16="http://schemas.microsoft.com/office/drawing/2014/main" id="{D7F92AE7-26C6-44D9-B531-5F4342F80C8D}"/>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08</a:t>
            </a:r>
          </a:p>
        </p:txBody>
      </p:sp>
    </p:spTree>
    <p:extLst>
      <p:ext uri="{BB962C8B-B14F-4D97-AF65-F5344CB8AC3E}">
        <p14:creationId xmlns:p14="http://schemas.microsoft.com/office/powerpoint/2010/main" val="12481002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C31C60B-7BEE-4B64-AE5B-0180A76B73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6E10E31E-F90A-4DDD-B33B-EB1C6D888F6F}"/>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INTERRUPT LATENCY • เวลาตอบสนอง</a:t>
            </a:r>
          </a:p>
        </p:txBody>
      </p:sp>
      <p:sp>
        <p:nvSpPr>
          <p:cNvPr id="3" name="">
            <a:extLst xmlns:a="http://schemas.openxmlformats.org/drawingml/2006/main">
              <a:ext uri="{FF2B5EF4-FFF2-40B4-BE49-F238E27FC236}">
                <a16:creationId xmlns:a16="http://schemas.microsoft.com/office/drawing/2014/main" id="{9BC5E604-DD78-4F9D-A8A5-35C0B70A745C}"/>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Latency: จาก IRQ ถึงคำสั่งแรกของ ISR</a:t>
            </a:r>
          </a:p>
        </p:txBody>
      </p:sp>
      <p:sp>
        <p:nvSpPr>
          <p:cNvPr id="4" name="">
            <a:extLst xmlns:a="http://schemas.openxmlformats.org/drawingml/2006/main">
              <a:ext uri="{FF2B5EF4-FFF2-40B4-BE49-F238E27FC236}">
                <a16:creationId xmlns:a16="http://schemas.microsoft.com/office/drawing/2014/main" id="{CAACD201-329F-4E20-832F-0D00BFEB2141}"/>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09</a:t>
            </a:r>
          </a:p>
        </p:txBody>
      </p:sp>
      <p:sp>
        <p:nvSpPr>
          <p:cNvPr id="5" name="">
            <a:extLst xmlns:a="http://schemas.openxmlformats.org/drawingml/2006/main">
              <a:ext uri="{FF2B5EF4-FFF2-40B4-BE49-F238E27FC236}">
                <a16:creationId xmlns:a16="http://schemas.microsoft.com/office/drawing/2014/main" id="{CC5C539B-CA44-4AB8-9E86-18D956B8480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245B356F-17AA-4319-9060-AE7E3894A15D}"/>
              </a:ext>
            </a:extLst>
          </p:cNvPr>
          <p:cNvSpPr>
            <a:spLocks xmlns:a="http://schemas.openxmlformats.org/drawingml/2006/main" noGrp="1"/>
          </p:cNvSpPr>
          <p:nvPr/>
        </p:nvSpPr>
        <p:spPr>
          <a:xfrm xmlns:a="http://schemas.openxmlformats.org/drawingml/2006/main">
            <a:off x="10191750" y="15430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time →</a:t>
            </a:r>
          </a:p>
        </p:txBody>
      </p:sp>
      <p:sp>
        <p:nvSpPr>
          <p:cNvPr id="7" name="">
            <a:extLst xmlns:a="http://schemas.openxmlformats.org/drawingml/2006/main">
              <a:ext uri="{FF2B5EF4-FFF2-40B4-BE49-F238E27FC236}">
                <a16:creationId xmlns:a16="http://schemas.microsoft.com/office/drawing/2014/main" id="{F4C0C5D3-141D-49E9-B6F7-560FBC1467DE}"/>
              </a:ext>
            </a:extLst>
          </p:cNvPr>
          <p:cNvSpPr>
            <a:spLocks xmlns:a="http://schemas.openxmlformats.org/drawingml/2006/main" noGrp="1"/>
          </p:cNvSpPr>
          <p:nvPr/>
        </p:nvSpPr>
        <p:spPr>
          <a:xfrm xmlns:a="http://schemas.openxmlformats.org/drawingml/2006/main">
            <a:off x="990600" y="2571750"/>
            <a:ext cx="10153650" cy="0"/>
          </a:xfrm>
          <a:prstGeom xmlns:a="http://schemas.openxmlformats.org/drawingml/2006/main" prst="line">
            <a:avLst/>
          </a:prstGeom>
          <a:noFill xmlns:a="http://schemas.openxmlformats.org/drawingml/2006/main"/>
          <a:ln xmlns:a="http://schemas.openxmlformats.org/drawingml/2006/main" w="28575">
            <a:solidFill>
              <a:srgbClr val="0B2A4A"/>
            </a:solidFill>
            <a:prstDash val="solid"/>
          </a:ln>
        </p:spPr>
      </p:sp>
      <p:sp>
        <p:nvSpPr>
          <p:cNvPr id="8" name="">
            <a:extLst xmlns:a="http://schemas.openxmlformats.org/drawingml/2006/main">
              <a:ext uri="{FF2B5EF4-FFF2-40B4-BE49-F238E27FC236}">
                <a16:creationId xmlns:a16="http://schemas.microsoft.com/office/drawing/2014/main" id="{A16F042B-899E-4B13-8A86-8890E9F2B22F}"/>
              </a:ext>
            </a:extLst>
          </p:cNvPr>
          <p:cNvSpPr>
            <a:spLocks xmlns:a="http://schemas.openxmlformats.org/drawingml/2006/main" noGrp="1"/>
          </p:cNvSpPr>
          <p:nvPr/>
        </p:nvSpPr>
        <p:spPr>
          <a:xfrm xmlns:a="http://schemas.openxmlformats.org/drawingml/2006/main">
            <a:off x="3333750" y="2000250"/>
            <a:ext cx="0" cy="1143000"/>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9" name="">
            <a:extLst xmlns:a="http://schemas.openxmlformats.org/drawingml/2006/main">
              <a:ext uri="{FF2B5EF4-FFF2-40B4-BE49-F238E27FC236}">
                <a16:creationId xmlns:a16="http://schemas.microsoft.com/office/drawing/2014/main" id="{37B23919-4E22-4683-B39B-1030C5707CE3}"/>
              </a:ext>
            </a:extLst>
          </p:cNvPr>
          <p:cNvSpPr>
            <a:spLocks xmlns:a="http://schemas.openxmlformats.org/drawingml/2006/main" noGrp="1"/>
          </p:cNvSpPr>
          <p:nvPr/>
        </p:nvSpPr>
        <p:spPr>
          <a:xfrm xmlns:a="http://schemas.openxmlformats.org/drawingml/2006/main">
            <a:off x="2667000" y="1676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i="0">
                <a:solidFill>
                  <a:srgbClr val="C6473A"/>
                </a:solidFill>
                <a:latin typeface="Tahoma"/>
                <a:ea typeface="Tahoma"/>
                <a:cs typeface="Tahoma"/>
              </a:defRPr>
            </a:pPr>
            <a:r>
              <a:rPr sz="1275" b="1" i="0">
                <a:solidFill>
                  <a:srgbClr val="C6473A"/>
                </a:solidFill>
                <a:latin typeface="Tahoma"/>
                <a:ea typeface="Tahoma"/>
                <a:cs typeface="Tahoma"/>
              </a:rPr>
              <a:t>IRQ asserted</a:t>
            </a:r>
          </a:p>
        </p:txBody>
      </p:sp>
      <p:sp>
        <p:nvSpPr>
          <p:cNvPr id="10" name="">
            <a:extLst xmlns:a="http://schemas.openxmlformats.org/drawingml/2006/main">
              <a:ext uri="{FF2B5EF4-FFF2-40B4-BE49-F238E27FC236}">
                <a16:creationId xmlns:a16="http://schemas.microsoft.com/office/drawing/2014/main" id="{1979C876-52EE-4F2B-A6DE-ACC5867365F5}"/>
              </a:ext>
            </a:extLst>
          </p:cNvPr>
          <p:cNvSpPr>
            <a:spLocks xmlns:a="http://schemas.openxmlformats.org/drawingml/2006/main" noGrp="1"/>
          </p:cNvSpPr>
          <p:nvPr/>
        </p:nvSpPr>
        <p:spPr>
          <a:xfrm xmlns:a="http://schemas.openxmlformats.org/drawingml/2006/main">
            <a:off x="990600" y="2324100"/>
            <a:ext cx="2343150" cy="495300"/>
          </a:xfrm>
          <a:prstGeom xmlns:a="http://schemas.openxmlformats.org/drawingml/2006/main" prst="rect">
            <a:avLst/>
          </a:prstGeom>
          <a:solidFill xmlns:a="http://schemas.openxmlformats.org/drawingml/2006/main">
            <a:srgbClr val="E7F4F8"/>
          </a:solidFill>
          <a:ln xmlns:a="http://schemas.openxmlformats.org/drawingml/2006/main" w="9525">
            <a:solidFill>
              <a:srgbClr val="E7F4F8"/>
            </a:solidFill>
            <a:prstDash val="solid"/>
          </a:ln>
        </p:spPr>
      </p:sp>
      <p:sp>
        <p:nvSpPr>
          <p:cNvPr id="11" name="">
            <a:extLst xmlns:a="http://schemas.openxmlformats.org/drawingml/2006/main">
              <a:ext uri="{FF2B5EF4-FFF2-40B4-BE49-F238E27FC236}">
                <a16:creationId xmlns:a16="http://schemas.microsoft.com/office/drawing/2014/main" id="{8D43F03F-174F-4777-8C5B-9A8AC332ECB1}"/>
              </a:ext>
            </a:extLst>
          </p:cNvPr>
          <p:cNvSpPr>
            <a:spLocks xmlns:a="http://schemas.openxmlformats.org/drawingml/2006/main" noGrp="1"/>
          </p:cNvSpPr>
          <p:nvPr/>
        </p:nvSpPr>
        <p:spPr>
          <a:xfrm xmlns:a="http://schemas.openxmlformats.org/drawingml/2006/main">
            <a:off x="990600" y="2324100"/>
            <a:ext cx="2343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current instruction</a:t>
            </a:r>
          </a:p>
        </p:txBody>
      </p:sp>
      <p:sp>
        <p:nvSpPr>
          <p:cNvPr id="12" name="">
            <a:extLst xmlns:a="http://schemas.openxmlformats.org/drawingml/2006/main">
              <a:ext uri="{FF2B5EF4-FFF2-40B4-BE49-F238E27FC236}">
                <a16:creationId xmlns:a16="http://schemas.microsoft.com/office/drawing/2014/main" id="{EC4BB56E-305D-409C-816F-D9BBEA929C8E}"/>
              </a:ext>
            </a:extLst>
          </p:cNvPr>
          <p:cNvSpPr>
            <a:spLocks xmlns:a="http://schemas.openxmlformats.org/drawingml/2006/main" noGrp="1"/>
          </p:cNvSpPr>
          <p:nvPr/>
        </p:nvSpPr>
        <p:spPr>
          <a:xfrm xmlns:a="http://schemas.openxmlformats.org/drawingml/2006/main">
            <a:off x="3333750" y="2324100"/>
            <a:ext cx="1619250" cy="495300"/>
          </a:xfrm>
          <a:prstGeom xmlns:a="http://schemas.openxmlformats.org/drawingml/2006/main" prst="rect">
            <a:avLst/>
          </a:prstGeom>
          <a:solidFill xmlns:a="http://schemas.openxmlformats.org/drawingml/2006/main">
            <a:srgbClr val="FFF1DF"/>
          </a:solidFill>
          <a:ln xmlns:a="http://schemas.openxmlformats.org/drawingml/2006/main" w="9525">
            <a:solidFill>
              <a:srgbClr val="FFF1DF"/>
            </a:solidFill>
            <a:prstDash val="solid"/>
          </a:ln>
        </p:spPr>
      </p:sp>
      <p:sp>
        <p:nvSpPr>
          <p:cNvPr id="13" name="">
            <a:extLst xmlns:a="http://schemas.openxmlformats.org/drawingml/2006/main">
              <a:ext uri="{FF2B5EF4-FFF2-40B4-BE49-F238E27FC236}">
                <a16:creationId xmlns:a16="http://schemas.microsoft.com/office/drawing/2014/main" id="{136050EA-3675-444A-91F7-C865B2F24846}"/>
              </a:ext>
            </a:extLst>
          </p:cNvPr>
          <p:cNvSpPr>
            <a:spLocks xmlns:a="http://schemas.openxmlformats.org/drawingml/2006/main" noGrp="1"/>
          </p:cNvSpPr>
          <p:nvPr/>
        </p:nvSpPr>
        <p:spPr>
          <a:xfrm xmlns:a="http://schemas.openxmlformats.org/drawingml/2006/main">
            <a:off x="3333750" y="2324100"/>
            <a:ext cx="161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D97706"/>
                </a:solidFill>
                <a:latin typeface="Tahoma"/>
                <a:ea typeface="Tahoma"/>
                <a:cs typeface="Tahoma"/>
              </a:defRPr>
            </a:pPr>
            <a:r>
              <a:rPr sz="1200" b="1" i="0">
                <a:solidFill>
                  <a:srgbClr val="D97706"/>
                </a:solidFill>
                <a:latin typeface="Tahoma"/>
                <a:ea typeface="Tahoma"/>
                <a:cs typeface="Tahoma"/>
              </a:rPr>
              <a:t>finish / arbitrate</a:t>
            </a:r>
          </a:p>
        </p:txBody>
      </p:sp>
      <p:sp>
        <p:nvSpPr>
          <p:cNvPr id="14" name="">
            <a:extLst xmlns:a="http://schemas.openxmlformats.org/drawingml/2006/main">
              <a:ext uri="{FF2B5EF4-FFF2-40B4-BE49-F238E27FC236}">
                <a16:creationId xmlns:a16="http://schemas.microsoft.com/office/drawing/2014/main" id="{7902180F-8AF9-4B1E-9770-D66DF8677650}"/>
              </a:ext>
            </a:extLst>
          </p:cNvPr>
          <p:cNvSpPr>
            <a:spLocks xmlns:a="http://schemas.openxmlformats.org/drawingml/2006/main" noGrp="1"/>
          </p:cNvSpPr>
          <p:nvPr/>
        </p:nvSpPr>
        <p:spPr>
          <a:xfrm xmlns:a="http://schemas.openxmlformats.org/drawingml/2006/main">
            <a:off x="4953000" y="2324100"/>
            <a:ext cx="1809750" cy="495300"/>
          </a:xfrm>
          <a:prstGeom xmlns:a="http://schemas.openxmlformats.org/drawingml/2006/main" prst="rect">
            <a:avLst/>
          </a:prstGeom>
          <a:solidFill xmlns:a="http://schemas.openxmlformats.org/drawingml/2006/main">
            <a:srgbClr val="E6F3ED"/>
          </a:solidFill>
          <a:ln xmlns:a="http://schemas.openxmlformats.org/drawingml/2006/main" w="9525">
            <a:solidFill>
              <a:srgbClr val="E6F3ED"/>
            </a:solidFill>
            <a:prstDash val="solid"/>
          </a:ln>
        </p:spPr>
      </p:sp>
      <p:sp>
        <p:nvSpPr>
          <p:cNvPr id="15" name="">
            <a:extLst xmlns:a="http://schemas.openxmlformats.org/drawingml/2006/main">
              <a:ext uri="{FF2B5EF4-FFF2-40B4-BE49-F238E27FC236}">
                <a16:creationId xmlns:a16="http://schemas.microsoft.com/office/drawing/2014/main" id="{AE0D1760-E223-4B67-99A3-53DBEE018CE9}"/>
              </a:ext>
            </a:extLst>
          </p:cNvPr>
          <p:cNvSpPr>
            <a:spLocks xmlns:a="http://schemas.openxmlformats.org/drawingml/2006/main" noGrp="1"/>
          </p:cNvSpPr>
          <p:nvPr/>
        </p:nvSpPr>
        <p:spPr>
          <a:xfrm xmlns:a="http://schemas.openxmlformats.org/drawingml/2006/main">
            <a:off x="4953000" y="232410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2E7D5B"/>
                </a:solidFill>
                <a:latin typeface="Tahoma"/>
                <a:ea typeface="Tahoma"/>
                <a:cs typeface="Tahoma"/>
              </a:defRPr>
            </a:pPr>
            <a:r>
              <a:rPr sz="1200" b="1" i="0">
                <a:solidFill>
                  <a:srgbClr val="2E7D5B"/>
                </a:solidFill>
                <a:latin typeface="Tahoma"/>
                <a:ea typeface="Tahoma"/>
                <a:cs typeface="Tahoma"/>
              </a:rPr>
              <a:t>save context</a:t>
            </a:r>
          </a:p>
        </p:txBody>
      </p:sp>
      <p:sp>
        <p:nvSpPr>
          <p:cNvPr id="16" name="">
            <a:extLst xmlns:a="http://schemas.openxmlformats.org/drawingml/2006/main">
              <a:ext uri="{FF2B5EF4-FFF2-40B4-BE49-F238E27FC236}">
                <a16:creationId xmlns:a16="http://schemas.microsoft.com/office/drawing/2014/main" id="{060ACDB2-D288-453A-8ECD-6BD1CBEC4050}"/>
              </a:ext>
            </a:extLst>
          </p:cNvPr>
          <p:cNvSpPr>
            <a:spLocks xmlns:a="http://schemas.openxmlformats.org/drawingml/2006/main" noGrp="1"/>
          </p:cNvSpPr>
          <p:nvPr/>
        </p:nvSpPr>
        <p:spPr>
          <a:xfrm xmlns:a="http://schemas.openxmlformats.org/drawingml/2006/main">
            <a:off x="6762750" y="2324100"/>
            <a:ext cx="2095500" cy="495300"/>
          </a:xfrm>
          <a:prstGeom xmlns:a="http://schemas.openxmlformats.org/drawingml/2006/main" prst="rect">
            <a:avLst/>
          </a:prstGeom>
          <a:solidFill xmlns:a="http://schemas.openxmlformats.org/drawingml/2006/main">
            <a:srgbClr val="F8EAE8"/>
          </a:solidFill>
          <a:ln xmlns:a="http://schemas.openxmlformats.org/drawingml/2006/main" w="9525">
            <a:solidFill>
              <a:srgbClr val="F8EAE8"/>
            </a:solidFill>
            <a:prstDash val="solid"/>
          </a:ln>
        </p:spPr>
      </p:sp>
      <p:sp>
        <p:nvSpPr>
          <p:cNvPr id="17" name="">
            <a:extLst xmlns:a="http://schemas.openxmlformats.org/drawingml/2006/main">
              <a:ext uri="{FF2B5EF4-FFF2-40B4-BE49-F238E27FC236}">
                <a16:creationId xmlns:a16="http://schemas.microsoft.com/office/drawing/2014/main" id="{C19B9B66-6DDF-46E8-ABC6-9BFAF8D943F7}"/>
              </a:ext>
            </a:extLst>
          </p:cNvPr>
          <p:cNvSpPr>
            <a:spLocks xmlns:a="http://schemas.openxmlformats.org/drawingml/2006/main" noGrp="1"/>
          </p:cNvSpPr>
          <p:nvPr/>
        </p:nvSpPr>
        <p:spPr>
          <a:xfrm xmlns:a="http://schemas.openxmlformats.org/drawingml/2006/main">
            <a:off x="6762750" y="23241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vector / pipeline</a:t>
            </a:r>
          </a:p>
        </p:txBody>
      </p:sp>
      <p:sp>
        <p:nvSpPr>
          <p:cNvPr id="18" name="">
            <a:extLst xmlns:a="http://schemas.openxmlformats.org/drawingml/2006/main">
              <a:ext uri="{FF2B5EF4-FFF2-40B4-BE49-F238E27FC236}">
                <a16:creationId xmlns:a16="http://schemas.microsoft.com/office/drawing/2014/main" id="{D99E4AD0-B93A-48BC-9B6E-8E5EDD28A403}"/>
              </a:ext>
            </a:extLst>
          </p:cNvPr>
          <p:cNvSpPr>
            <a:spLocks xmlns:a="http://schemas.openxmlformats.org/drawingml/2006/main" noGrp="1"/>
          </p:cNvSpPr>
          <p:nvPr/>
        </p:nvSpPr>
        <p:spPr>
          <a:xfrm xmlns:a="http://schemas.openxmlformats.org/drawingml/2006/main">
            <a:off x="8858250" y="2324100"/>
            <a:ext cx="2286000" cy="495300"/>
          </a:xfrm>
          <a:prstGeom xmlns:a="http://schemas.openxmlformats.org/drawingml/2006/main" prst="rect">
            <a:avLst/>
          </a:prstGeom>
          <a:solidFill xmlns:a="http://schemas.openxmlformats.org/drawingml/2006/main">
            <a:srgbClr val="0B2A4A"/>
          </a:solidFill>
          <a:ln xmlns:a="http://schemas.openxmlformats.org/drawingml/2006/main" w="9525">
            <a:solidFill>
              <a:srgbClr val="0B2A4A"/>
            </a:solidFill>
            <a:prstDash val="solid"/>
          </a:ln>
        </p:spPr>
      </p:sp>
      <p:sp>
        <p:nvSpPr>
          <p:cNvPr id="19" name="">
            <a:extLst xmlns:a="http://schemas.openxmlformats.org/drawingml/2006/main">
              <a:ext uri="{FF2B5EF4-FFF2-40B4-BE49-F238E27FC236}">
                <a16:creationId xmlns:a16="http://schemas.microsoft.com/office/drawing/2014/main" id="{3BDE7D73-48D7-4B89-8A0B-1561A86853D3}"/>
              </a:ext>
            </a:extLst>
          </p:cNvPr>
          <p:cNvSpPr>
            <a:spLocks xmlns:a="http://schemas.openxmlformats.org/drawingml/2006/main" noGrp="1"/>
          </p:cNvSpPr>
          <p:nvPr/>
        </p:nvSpPr>
        <p:spPr>
          <a:xfrm xmlns:a="http://schemas.openxmlformats.org/drawingml/2006/main">
            <a:off x="8858250" y="23241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FFFFFF"/>
                </a:solidFill>
                <a:latin typeface="Tahoma"/>
                <a:ea typeface="Tahoma"/>
                <a:cs typeface="Tahoma"/>
              </a:defRPr>
            </a:pPr>
            <a:r>
              <a:rPr sz="1200" b="1" i="0">
                <a:solidFill>
                  <a:srgbClr val="FFFFFF"/>
                </a:solidFill>
                <a:latin typeface="Tahoma"/>
                <a:ea typeface="Tahoma"/>
                <a:cs typeface="Tahoma"/>
              </a:rPr>
              <a:t>ISR first instruction</a:t>
            </a:r>
          </a:p>
        </p:txBody>
      </p:sp>
      <p:sp>
        <p:nvSpPr>
          <p:cNvPr id="20" name="">
            <a:extLst xmlns:a="http://schemas.openxmlformats.org/drawingml/2006/main">
              <a:ext uri="{FF2B5EF4-FFF2-40B4-BE49-F238E27FC236}">
                <a16:creationId xmlns:a16="http://schemas.microsoft.com/office/drawing/2014/main" id="{F0C3D918-2285-4591-95D3-9AFBC5BAF121}"/>
              </a:ext>
            </a:extLst>
          </p:cNvPr>
          <p:cNvSpPr>
            <a:spLocks xmlns:a="http://schemas.openxmlformats.org/drawingml/2006/main" noGrp="1"/>
          </p:cNvSpPr>
          <p:nvPr/>
        </p:nvSpPr>
        <p:spPr>
          <a:xfrm xmlns:a="http://schemas.openxmlformats.org/drawingml/2006/main">
            <a:off x="3333750" y="3371850"/>
            <a:ext cx="552450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1" name="">
            <a:extLst xmlns:a="http://schemas.openxmlformats.org/drawingml/2006/main">
              <a:ext uri="{FF2B5EF4-FFF2-40B4-BE49-F238E27FC236}">
                <a16:creationId xmlns:a16="http://schemas.microsoft.com/office/drawing/2014/main" id="{619F42A9-69DC-4881-B56C-715B61328771}"/>
              </a:ext>
            </a:extLst>
          </p:cNvPr>
          <p:cNvSpPr>
            <a:spLocks xmlns:a="http://schemas.openxmlformats.org/drawingml/2006/main" noGrp="1"/>
          </p:cNvSpPr>
          <p:nvPr/>
        </p:nvSpPr>
        <p:spPr>
          <a:xfrm xmlns:a="http://schemas.openxmlformats.org/drawingml/2006/main">
            <a:off x="3333750" y="3257550"/>
            <a:ext cx="0" cy="2286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2" name="">
            <a:extLst xmlns:a="http://schemas.openxmlformats.org/drawingml/2006/main">
              <a:ext uri="{FF2B5EF4-FFF2-40B4-BE49-F238E27FC236}">
                <a16:creationId xmlns:a16="http://schemas.microsoft.com/office/drawing/2014/main" id="{24A1B17A-9349-4AFE-9F0C-FC2151D807E5}"/>
              </a:ext>
            </a:extLst>
          </p:cNvPr>
          <p:cNvSpPr>
            <a:spLocks xmlns:a="http://schemas.openxmlformats.org/drawingml/2006/main" noGrp="1"/>
          </p:cNvSpPr>
          <p:nvPr/>
        </p:nvSpPr>
        <p:spPr>
          <a:xfrm xmlns:a="http://schemas.openxmlformats.org/drawingml/2006/main">
            <a:off x="8858250" y="3257550"/>
            <a:ext cx="0" cy="2286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3" name="">
            <a:extLst xmlns:a="http://schemas.openxmlformats.org/drawingml/2006/main">
              <a:ext uri="{FF2B5EF4-FFF2-40B4-BE49-F238E27FC236}">
                <a16:creationId xmlns:a16="http://schemas.microsoft.com/office/drawing/2014/main" id="{A32CE89A-0471-4592-B865-D5A87033EB81}"/>
              </a:ext>
            </a:extLst>
          </p:cNvPr>
          <p:cNvSpPr>
            <a:spLocks xmlns:a="http://schemas.openxmlformats.org/drawingml/2006/main" noGrp="1"/>
          </p:cNvSpPr>
          <p:nvPr/>
        </p:nvSpPr>
        <p:spPr>
          <a:xfrm xmlns:a="http://schemas.openxmlformats.org/drawingml/2006/main">
            <a:off x="3333750" y="354330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650" b="1" i="0">
                <a:solidFill>
                  <a:srgbClr val="C6473A"/>
                </a:solidFill>
                <a:latin typeface="Tahoma"/>
                <a:ea typeface="Tahoma"/>
                <a:cs typeface="Tahoma"/>
              </a:defRPr>
            </a:pPr>
            <a:r>
              <a:rPr sz="1650" b="1" i="0">
                <a:solidFill>
                  <a:srgbClr val="C6473A"/>
                </a:solidFill>
                <a:latin typeface="Tahoma"/>
                <a:ea typeface="Tahoma"/>
                <a:cs typeface="Tahoma"/>
              </a:rPr>
              <a:t>INTERRUPT LATENCY</a:t>
            </a:r>
          </a:p>
        </p:txBody>
      </p:sp>
      <p:sp>
        <p:nvSpPr>
          <p:cNvPr id="24" name="">
            <a:extLst xmlns:a="http://schemas.openxmlformats.org/drawingml/2006/main">
              <a:ext uri="{FF2B5EF4-FFF2-40B4-BE49-F238E27FC236}">
                <a16:creationId xmlns:a16="http://schemas.microsoft.com/office/drawing/2014/main" id="{EF65C151-EE0C-49D3-87DF-FBE6E19F6740}"/>
              </a:ext>
            </a:extLst>
          </p:cNvPr>
          <p:cNvSpPr>
            <a:spLocks xmlns:a="http://schemas.openxmlformats.org/drawingml/2006/main" noGrp="1"/>
          </p:cNvSpPr>
          <p:nvPr/>
        </p:nvSpPr>
        <p:spPr>
          <a:xfrm xmlns:a="http://schemas.openxmlformats.org/drawingml/2006/main">
            <a:off x="723900" y="4438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i="0">
                <a:solidFill>
                  <a:srgbClr val="1677A7"/>
                </a:solidFill>
                <a:latin typeface="Tahoma"/>
                <a:ea typeface="Tahoma"/>
                <a:cs typeface="Tahoma"/>
              </a:defRPr>
            </a:pPr>
            <a:r>
              <a:rPr sz="1350" b="1" i="0">
                <a:solidFill>
                  <a:srgbClr val="1677A7"/>
                </a:solidFill>
                <a:latin typeface="Tahoma"/>
                <a:ea typeface="Tahoma"/>
                <a:cs typeface="Tahoma"/>
              </a:rPr>
              <a:t>AVR ATmega328P</a:t>
            </a:r>
          </a:p>
        </p:txBody>
      </p:sp>
      <p:sp>
        <p:nvSpPr>
          <p:cNvPr id="25" name="">
            <a:extLst xmlns:a="http://schemas.openxmlformats.org/drawingml/2006/main">
              <a:ext uri="{FF2B5EF4-FFF2-40B4-BE49-F238E27FC236}">
                <a16:creationId xmlns:a16="http://schemas.microsoft.com/office/drawing/2014/main" id="{A1C74B48-F5EC-4904-A316-6C9D0347A9F6}"/>
              </a:ext>
            </a:extLst>
          </p:cNvPr>
          <p:cNvSpPr>
            <a:spLocks xmlns:a="http://schemas.openxmlformats.org/drawingml/2006/main" noGrp="1"/>
          </p:cNvSpPr>
          <p:nvPr/>
        </p:nvSpPr>
        <p:spPr>
          <a:xfrm xmlns:a="http://schemas.openxmlformats.org/drawingml/2006/main">
            <a:off x="723900" y="48577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400" b="1" i="0">
                <a:solidFill>
                  <a:srgbClr val="0B2A4A"/>
                </a:solidFill>
                <a:latin typeface="Tahoma"/>
                <a:ea typeface="Tahoma"/>
                <a:cs typeface="Tahoma"/>
              </a:defRPr>
            </a:pPr>
            <a:r>
              <a:rPr sz="2400" b="1" i="0">
                <a:solidFill>
                  <a:srgbClr val="0B2A4A"/>
                </a:solidFill>
                <a:latin typeface="Tahoma"/>
                <a:ea typeface="Tahoma"/>
                <a:cs typeface="Tahoma"/>
              </a:rPr>
              <a:t>≥ 4 cycles</a:t>
            </a:r>
          </a:p>
        </p:txBody>
      </p:sp>
      <p:sp>
        <p:nvSpPr>
          <p:cNvPr id="26" name="">
            <a:extLst xmlns:a="http://schemas.openxmlformats.org/drawingml/2006/main">
              <a:ext uri="{FF2B5EF4-FFF2-40B4-BE49-F238E27FC236}">
                <a16:creationId xmlns:a16="http://schemas.microsoft.com/office/drawing/2014/main" id="{D86319C1-1A4A-46CC-AA43-A02083C242F0}"/>
              </a:ext>
            </a:extLst>
          </p:cNvPr>
          <p:cNvSpPr>
            <a:spLocks xmlns:a="http://schemas.openxmlformats.org/drawingml/2006/main" noGrp="1"/>
          </p:cNvSpPr>
          <p:nvPr/>
        </p:nvSpPr>
        <p:spPr>
          <a:xfrm xmlns:a="http://schemas.openxmlformats.org/drawingml/2006/main">
            <a:off x="876300" y="54102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ถึง vector; jump และ software prologue เพิ่มอีก</a:t>
            </a:r>
          </a:p>
        </p:txBody>
      </p:sp>
      <p:sp>
        <p:nvSpPr>
          <p:cNvPr id="27" name="">
            <a:extLst xmlns:a="http://schemas.openxmlformats.org/drawingml/2006/main">
              <a:ext uri="{FF2B5EF4-FFF2-40B4-BE49-F238E27FC236}">
                <a16:creationId xmlns:a16="http://schemas.microsoft.com/office/drawing/2014/main" id="{0F3CA0D2-1530-43EE-9FDF-67DB293303D4}"/>
              </a:ext>
            </a:extLst>
          </p:cNvPr>
          <p:cNvSpPr>
            <a:spLocks xmlns:a="http://schemas.openxmlformats.org/drawingml/2006/main" noGrp="1"/>
          </p:cNvSpPr>
          <p:nvPr/>
        </p:nvSpPr>
        <p:spPr>
          <a:xfrm xmlns:a="http://schemas.openxmlformats.org/drawingml/2006/main">
            <a:off x="4438650" y="4438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i="0">
                <a:solidFill>
                  <a:srgbClr val="0B2A4A"/>
                </a:solidFill>
                <a:latin typeface="Tahoma"/>
                <a:ea typeface="Tahoma"/>
                <a:cs typeface="Tahoma"/>
              </a:defRPr>
            </a:pPr>
            <a:r>
              <a:rPr sz="1350" b="1" i="0">
                <a:solidFill>
                  <a:srgbClr val="0B2A4A"/>
                </a:solidFill>
                <a:latin typeface="Tahoma"/>
                <a:ea typeface="Tahoma"/>
                <a:cs typeface="Tahoma"/>
              </a:rPr>
              <a:t>Classic 8051</a:t>
            </a:r>
          </a:p>
        </p:txBody>
      </p:sp>
      <p:sp>
        <p:nvSpPr>
          <p:cNvPr id="28" name="">
            <a:extLst xmlns:a="http://schemas.openxmlformats.org/drawingml/2006/main">
              <a:ext uri="{FF2B5EF4-FFF2-40B4-BE49-F238E27FC236}">
                <a16:creationId xmlns:a16="http://schemas.microsoft.com/office/drawing/2014/main" id="{B54A0EA1-9F54-4EF8-B777-8B4F77E494E6}"/>
              </a:ext>
            </a:extLst>
          </p:cNvPr>
          <p:cNvSpPr>
            <a:spLocks xmlns:a="http://schemas.openxmlformats.org/drawingml/2006/main" noGrp="1"/>
          </p:cNvSpPr>
          <p:nvPr/>
        </p:nvSpPr>
        <p:spPr>
          <a:xfrm xmlns:a="http://schemas.openxmlformats.org/drawingml/2006/main">
            <a:off x="4438650" y="48577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400" b="1" i="0">
                <a:solidFill>
                  <a:srgbClr val="0B2A4A"/>
                </a:solidFill>
                <a:latin typeface="Tahoma"/>
                <a:ea typeface="Tahoma"/>
                <a:cs typeface="Tahoma"/>
              </a:defRPr>
            </a:pPr>
            <a:r>
              <a:rPr sz="2400" b="1" i="0">
                <a:solidFill>
                  <a:srgbClr val="0B2A4A"/>
                </a:solidFill>
                <a:latin typeface="Tahoma"/>
                <a:ea typeface="Tahoma"/>
                <a:cs typeface="Tahoma"/>
              </a:rPr>
              <a:t>core-dependent</a:t>
            </a:r>
          </a:p>
        </p:txBody>
      </p:sp>
      <p:sp>
        <p:nvSpPr>
          <p:cNvPr id="29" name="">
            <a:extLst xmlns:a="http://schemas.openxmlformats.org/drawingml/2006/main">
              <a:ext uri="{FF2B5EF4-FFF2-40B4-BE49-F238E27FC236}">
                <a16:creationId xmlns:a16="http://schemas.microsoft.com/office/drawing/2014/main" id="{889E6D13-D332-4D09-A91B-0A8911A4BCEF}"/>
              </a:ext>
            </a:extLst>
          </p:cNvPr>
          <p:cNvSpPr>
            <a:spLocks xmlns:a="http://schemas.openxmlformats.org/drawingml/2006/main" noGrp="1"/>
          </p:cNvSpPr>
          <p:nvPr/>
        </p:nvSpPr>
        <p:spPr>
          <a:xfrm xmlns:a="http://schemas.openxmlformats.org/drawingml/2006/main">
            <a:off x="4591050" y="54102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ใช้ machine-cycle model; ต้องดู derivative</a:t>
            </a:r>
          </a:p>
        </p:txBody>
      </p:sp>
      <p:sp>
        <p:nvSpPr>
          <p:cNvPr id="30" name="">
            <a:extLst xmlns:a="http://schemas.openxmlformats.org/drawingml/2006/main">
              <a:ext uri="{FF2B5EF4-FFF2-40B4-BE49-F238E27FC236}">
                <a16:creationId xmlns:a16="http://schemas.microsoft.com/office/drawing/2014/main" id="{00938B97-ED10-489B-AA15-89D817AA2077}"/>
              </a:ext>
            </a:extLst>
          </p:cNvPr>
          <p:cNvSpPr>
            <a:spLocks xmlns:a="http://schemas.openxmlformats.org/drawingml/2006/main" noGrp="1"/>
          </p:cNvSpPr>
          <p:nvPr/>
        </p:nvSpPr>
        <p:spPr>
          <a:xfrm xmlns:a="http://schemas.openxmlformats.org/drawingml/2006/main">
            <a:off x="8153400" y="4438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i="0">
                <a:solidFill>
                  <a:srgbClr val="C6473A"/>
                </a:solidFill>
                <a:latin typeface="Tahoma"/>
                <a:ea typeface="Tahoma"/>
                <a:cs typeface="Tahoma"/>
              </a:defRPr>
            </a:pPr>
            <a:r>
              <a:rPr sz="1350" b="1" i="0">
                <a:solidFill>
                  <a:srgbClr val="C6473A"/>
                </a:solidFill>
                <a:latin typeface="Tahoma"/>
                <a:ea typeface="Tahoma"/>
                <a:cs typeface="Tahoma"/>
              </a:rPr>
              <a:t>Cortex‑M3/M4</a:t>
            </a:r>
          </a:p>
        </p:txBody>
      </p:sp>
      <p:sp>
        <p:nvSpPr>
          <p:cNvPr id="31" name="">
            <a:extLst xmlns:a="http://schemas.openxmlformats.org/drawingml/2006/main">
              <a:ext uri="{FF2B5EF4-FFF2-40B4-BE49-F238E27FC236}">
                <a16:creationId xmlns:a16="http://schemas.microsoft.com/office/drawing/2014/main" id="{6B7F4AD1-2384-46CE-BC3A-1FD435190AD3}"/>
              </a:ext>
            </a:extLst>
          </p:cNvPr>
          <p:cNvSpPr>
            <a:spLocks xmlns:a="http://schemas.openxmlformats.org/drawingml/2006/main" noGrp="1"/>
          </p:cNvSpPr>
          <p:nvPr/>
        </p:nvSpPr>
        <p:spPr>
          <a:xfrm xmlns:a="http://schemas.openxmlformats.org/drawingml/2006/main">
            <a:off x="8153400" y="48577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400" b="1" i="0">
                <a:solidFill>
                  <a:srgbClr val="0B2A4A"/>
                </a:solidFill>
                <a:latin typeface="Tahoma"/>
                <a:ea typeface="Tahoma"/>
                <a:cs typeface="Tahoma"/>
              </a:defRPr>
            </a:pPr>
            <a:r>
              <a:rPr sz="2400" b="1" i="0">
                <a:solidFill>
                  <a:srgbClr val="0B2A4A"/>
                </a:solidFill>
                <a:latin typeface="Tahoma"/>
                <a:ea typeface="Tahoma"/>
                <a:cs typeface="Tahoma"/>
              </a:rPr>
              <a:t>12 cycles</a:t>
            </a:r>
          </a:p>
        </p:txBody>
      </p:sp>
      <p:sp>
        <p:nvSpPr>
          <p:cNvPr id="32" name="">
            <a:extLst xmlns:a="http://schemas.openxmlformats.org/drawingml/2006/main">
              <a:ext uri="{FF2B5EF4-FFF2-40B4-BE49-F238E27FC236}">
                <a16:creationId xmlns:a16="http://schemas.microsoft.com/office/drawing/2014/main" id="{D302303F-3404-4444-AC0C-CAA2EAEA9F9A}"/>
              </a:ext>
            </a:extLst>
          </p:cNvPr>
          <p:cNvSpPr>
            <a:spLocks xmlns:a="http://schemas.openxmlformats.org/drawingml/2006/main" noGrp="1"/>
          </p:cNvSpPr>
          <p:nvPr/>
        </p:nvSpPr>
        <p:spPr>
          <a:xfrm xmlns:a="http://schemas.openxmlformats.org/drawingml/2006/main">
            <a:off x="8305800" y="54102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00" b="0" i="0">
                <a:solidFill>
                  <a:srgbClr val="5D6B78"/>
                </a:solidFill>
                <a:latin typeface="Tahoma"/>
                <a:ea typeface="Tahoma"/>
                <a:cs typeface="Tahoma"/>
              </a:defRPr>
            </a:pPr>
            <a:r>
              <a:rPr sz="1200" b="0" i="0">
                <a:solidFill>
                  <a:srgbClr val="5D6B78"/>
                </a:solidFill>
                <a:latin typeface="Tahoma"/>
                <a:ea typeface="Tahoma"/>
                <a:cs typeface="Tahoma"/>
              </a:rPr>
              <a:t>zero-wait-state baseline; tail-chain ≈ 6 cycles</a:t>
            </a:r>
          </a:p>
        </p:txBody>
      </p:sp>
      <p:sp>
        <p:nvSpPr>
          <p:cNvPr id="33" name="">
            <a:extLst xmlns:a="http://schemas.openxmlformats.org/drawingml/2006/main">
              <a:ext uri="{FF2B5EF4-FFF2-40B4-BE49-F238E27FC236}">
                <a16:creationId xmlns:a16="http://schemas.microsoft.com/office/drawing/2014/main" id="{2B8663A9-AA7A-40AF-B199-1E620AD7E01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4" name="">
            <a:extLst xmlns:a="http://schemas.openxmlformats.org/drawingml/2006/main">
              <a:ext uri="{FF2B5EF4-FFF2-40B4-BE49-F238E27FC236}">
                <a16:creationId xmlns:a16="http://schemas.microsoft.com/office/drawing/2014/main" id="{BB1BBA06-0DDB-4FB9-B021-13985F51C1C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Vendor minima use different assumptions; measure on the target system</a:t>
            </a:r>
          </a:p>
        </p:txBody>
      </p:sp>
      <p:sp>
        <p:nvSpPr>
          <p:cNvPr id="35" name="">
            <a:extLst xmlns:a="http://schemas.openxmlformats.org/drawingml/2006/main">
              <a:ext uri="{FF2B5EF4-FFF2-40B4-BE49-F238E27FC236}">
                <a16:creationId xmlns:a16="http://schemas.microsoft.com/office/drawing/2014/main" id="{19C8BE08-BE0C-4184-94E5-03A824E216E6}"/>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09</a:t>
            </a:r>
          </a:p>
        </p:txBody>
      </p:sp>
    </p:spTree>
    <p:extLst>
      <p:ext uri="{BB962C8B-B14F-4D97-AF65-F5344CB8AC3E}">
        <p14:creationId xmlns:p14="http://schemas.microsoft.com/office/powerpoint/2010/main" val="351987792"/>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99BD63A-9393-434D-AA35-9F3B9EA652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11B885AA-A132-4199-A7CD-0AB17523DFA7}"/>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INTERRUPT STATE MODEL • สถานะ</a:t>
            </a:r>
          </a:p>
        </p:txBody>
      </p:sp>
      <p:sp>
        <p:nvSpPr>
          <p:cNvPr id="3" name="">
            <a:extLst xmlns:a="http://schemas.openxmlformats.org/drawingml/2006/main">
              <a:ext uri="{FF2B5EF4-FFF2-40B4-BE49-F238E27FC236}">
                <a16:creationId xmlns:a16="http://schemas.microsoft.com/office/drawing/2014/main" id="{7E2856EE-2EF2-4942-9AEE-CF65B3187CC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Request อาจรออยู่ แม้ CPU ยังไม่ยอมรับทันที</a:t>
            </a:r>
          </a:p>
        </p:txBody>
      </p:sp>
      <p:sp>
        <p:nvSpPr>
          <p:cNvPr id="4" name="">
            <a:extLst xmlns:a="http://schemas.openxmlformats.org/drawingml/2006/main">
              <a:ext uri="{FF2B5EF4-FFF2-40B4-BE49-F238E27FC236}">
                <a16:creationId xmlns:a16="http://schemas.microsoft.com/office/drawing/2014/main" id="{50F38F03-8491-41E2-B660-F3F0BE702D5D}"/>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10</a:t>
            </a:r>
          </a:p>
        </p:txBody>
      </p:sp>
      <p:sp>
        <p:nvSpPr>
          <p:cNvPr id="5" name="">
            <a:extLst xmlns:a="http://schemas.openxmlformats.org/drawingml/2006/main">
              <a:ext uri="{FF2B5EF4-FFF2-40B4-BE49-F238E27FC236}">
                <a16:creationId xmlns:a16="http://schemas.microsoft.com/office/drawing/2014/main" id="{CC135E2E-1B6F-49F5-9B53-EDF6C4CFA63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3AA3A0E0-0060-4BB0-BEC6-9E075D84CAD9}"/>
              </a:ext>
            </a:extLst>
          </p:cNvPr>
          <p:cNvSpPr>
            <a:spLocks xmlns:a="http://schemas.openxmlformats.org/drawingml/2006/main" noGrp="1"/>
          </p:cNvSpPr>
          <p:nvPr/>
        </p:nvSpPr>
        <p:spPr>
          <a:xfrm xmlns:a="http://schemas.openxmlformats.org/drawingml/2006/main">
            <a:off x="895350" y="2190750"/>
            <a:ext cx="20764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28575">
            <a:solidFill>
              <a:srgbClr val="5D6B78"/>
            </a:solidFill>
            <a:prstDash val="solid"/>
          </a:ln>
        </p:spPr>
      </p:sp>
      <p:sp>
        <p:nvSpPr>
          <p:cNvPr id="7" name="">
            <a:extLst xmlns:a="http://schemas.openxmlformats.org/drawingml/2006/main">
              <a:ext uri="{FF2B5EF4-FFF2-40B4-BE49-F238E27FC236}">
                <a16:creationId xmlns:a16="http://schemas.microsoft.com/office/drawing/2014/main" id="{C4735BA2-6D89-4A1F-9B66-FC145CA8465A}"/>
              </a:ext>
            </a:extLst>
          </p:cNvPr>
          <p:cNvSpPr>
            <a:spLocks xmlns:a="http://schemas.openxmlformats.org/drawingml/2006/main" noGrp="1"/>
          </p:cNvSpPr>
          <p:nvPr/>
        </p:nvSpPr>
        <p:spPr>
          <a:xfrm xmlns:a="http://schemas.openxmlformats.org/drawingml/2006/main">
            <a:off x="1009650" y="243840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1" i="0">
                <a:solidFill>
                  <a:srgbClr val="5D6B78"/>
                </a:solidFill>
                <a:latin typeface="Tahoma"/>
                <a:ea typeface="Tahoma"/>
                <a:cs typeface="Tahoma"/>
              </a:defRPr>
            </a:pPr>
            <a:r>
              <a:rPr sz="1425" b="1" i="0">
                <a:solidFill>
                  <a:srgbClr val="5D6B78"/>
                </a:solidFill>
                <a:latin typeface="Tahoma"/>
                <a:ea typeface="Tahoma"/>
                <a:cs typeface="Tahoma"/>
              </a:rPr>
              <a:t>INACTIVE</a:t>
            </a:r>
          </a:p>
        </p:txBody>
      </p:sp>
      <p:sp>
        <p:nvSpPr>
          <p:cNvPr id="8" name="">
            <a:extLst xmlns:a="http://schemas.openxmlformats.org/drawingml/2006/main">
              <a:ext uri="{FF2B5EF4-FFF2-40B4-BE49-F238E27FC236}">
                <a16:creationId xmlns:a16="http://schemas.microsoft.com/office/drawing/2014/main" id="{FE956BFE-2ED0-405C-A970-0FABB01A406C}"/>
              </a:ext>
            </a:extLst>
          </p:cNvPr>
          <p:cNvSpPr>
            <a:spLocks xmlns:a="http://schemas.openxmlformats.org/drawingml/2006/main" noGrp="1"/>
          </p:cNvSpPr>
          <p:nvPr/>
        </p:nvSpPr>
        <p:spPr>
          <a:xfrm xmlns:a="http://schemas.openxmlformats.org/drawingml/2006/main">
            <a:off x="1066800" y="29146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ยังไม่มี request</a:t>
            </a:r>
          </a:p>
        </p:txBody>
      </p:sp>
      <p:sp>
        <p:nvSpPr>
          <p:cNvPr id="9" name="">
            <a:extLst xmlns:a="http://schemas.openxmlformats.org/drawingml/2006/main">
              <a:ext uri="{FF2B5EF4-FFF2-40B4-BE49-F238E27FC236}">
                <a16:creationId xmlns:a16="http://schemas.microsoft.com/office/drawing/2014/main" id="{BD0A6593-432D-49A9-BE79-9CACF3F85C55}"/>
              </a:ext>
            </a:extLst>
          </p:cNvPr>
          <p:cNvSpPr>
            <a:spLocks xmlns:a="http://schemas.openxmlformats.org/drawingml/2006/main" noGrp="1"/>
          </p:cNvSpPr>
          <p:nvPr/>
        </p:nvSpPr>
        <p:spPr>
          <a:xfrm xmlns:a="http://schemas.openxmlformats.org/drawingml/2006/main">
            <a:off x="3676650" y="2190750"/>
            <a:ext cx="20764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28575">
            <a:solidFill>
              <a:srgbClr val="D97706"/>
            </a:solidFill>
            <a:prstDash val="solid"/>
          </a:ln>
        </p:spPr>
      </p:sp>
      <p:sp>
        <p:nvSpPr>
          <p:cNvPr id="10" name="">
            <a:extLst xmlns:a="http://schemas.openxmlformats.org/drawingml/2006/main">
              <a:ext uri="{FF2B5EF4-FFF2-40B4-BE49-F238E27FC236}">
                <a16:creationId xmlns:a16="http://schemas.microsoft.com/office/drawing/2014/main" id="{FD7600B2-1301-4A98-B3AD-FB53812C89D6}"/>
              </a:ext>
            </a:extLst>
          </p:cNvPr>
          <p:cNvSpPr>
            <a:spLocks xmlns:a="http://schemas.openxmlformats.org/drawingml/2006/main" noGrp="1"/>
          </p:cNvSpPr>
          <p:nvPr/>
        </p:nvSpPr>
        <p:spPr>
          <a:xfrm xmlns:a="http://schemas.openxmlformats.org/drawingml/2006/main">
            <a:off x="3790950" y="243840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1" i="0">
                <a:solidFill>
                  <a:srgbClr val="D97706"/>
                </a:solidFill>
                <a:latin typeface="Tahoma"/>
                <a:ea typeface="Tahoma"/>
                <a:cs typeface="Tahoma"/>
              </a:defRPr>
            </a:pPr>
            <a:r>
              <a:rPr sz="1425" b="1" i="0">
                <a:solidFill>
                  <a:srgbClr val="D97706"/>
                </a:solidFill>
                <a:latin typeface="Tahoma"/>
                <a:ea typeface="Tahoma"/>
                <a:cs typeface="Tahoma"/>
              </a:rPr>
              <a:t>PENDING</a:t>
            </a:r>
          </a:p>
        </p:txBody>
      </p:sp>
      <p:sp>
        <p:nvSpPr>
          <p:cNvPr id="11" name="">
            <a:extLst xmlns:a="http://schemas.openxmlformats.org/drawingml/2006/main">
              <a:ext uri="{FF2B5EF4-FFF2-40B4-BE49-F238E27FC236}">
                <a16:creationId xmlns:a16="http://schemas.microsoft.com/office/drawing/2014/main" id="{DF2E07E6-3EF1-46AE-9B6E-1B4E98661A40}"/>
              </a:ext>
            </a:extLst>
          </p:cNvPr>
          <p:cNvSpPr>
            <a:spLocks xmlns:a="http://schemas.openxmlformats.org/drawingml/2006/main" noGrp="1"/>
          </p:cNvSpPr>
          <p:nvPr/>
        </p:nvSpPr>
        <p:spPr>
          <a:xfrm xmlns:a="http://schemas.openxmlformats.org/drawingml/2006/main">
            <a:off x="3848100" y="29146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request ถูกตั้ง</a:t>
            </a:r>
          </a:p>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รอ Enable + Priority</a:t>
            </a:r>
          </a:p>
        </p:txBody>
      </p:sp>
      <p:sp>
        <p:nvSpPr>
          <p:cNvPr id="12" name="">
            <a:extLst xmlns:a="http://schemas.openxmlformats.org/drawingml/2006/main">
              <a:ext uri="{FF2B5EF4-FFF2-40B4-BE49-F238E27FC236}">
                <a16:creationId xmlns:a16="http://schemas.microsoft.com/office/drawing/2014/main" id="{A73021F2-FB79-4D20-A5A3-5AC70FE80F1C}"/>
              </a:ext>
            </a:extLst>
          </p:cNvPr>
          <p:cNvSpPr>
            <a:spLocks xmlns:a="http://schemas.openxmlformats.org/drawingml/2006/main" noGrp="1"/>
          </p:cNvSpPr>
          <p:nvPr/>
        </p:nvSpPr>
        <p:spPr>
          <a:xfrm xmlns:a="http://schemas.openxmlformats.org/drawingml/2006/main">
            <a:off x="6457950" y="2190750"/>
            <a:ext cx="20764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28575">
            <a:solidFill>
              <a:srgbClr val="2E7D5B"/>
            </a:solidFill>
            <a:prstDash val="solid"/>
          </a:ln>
        </p:spPr>
      </p:sp>
      <p:sp>
        <p:nvSpPr>
          <p:cNvPr id="13" name="">
            <a:extLst xmlns:a="http://schemas.openxmlformats.org/drawingml/2006/main">
              <a:ext uri="{FF2B5EF4-FFF2-40B4-BE49-F238E27FC236}">
                <a16:creationId xmlns:a16="http://schemas.microsoft.com/office/drawing/2014/main" id="{C3A77158-96DC-4F1B-B960-C6693EFEB7D1}"/>
              </a:ext>
            </a:extLst>
          </p:cNvPr>
          <p:cNvSpPr>
            <a:spLocks xmlns:a="http://schemas.openxmlformats.org/drawingml/2006/main" noGrp="1"/>
          </p:cNvSpPr>
          <p:nvPr/>
        </p:nvSpPr>
        <p:spPr>
          <a:xfrm xmlns:a="http://schemas.openxmlformats.org/drawingml/2006/main">
            <a:off x="6572250" y="243840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1" i="0">
                <a:solidFill>
                  <a:srgbClr val="2E7D5B"/>
                </a:solidFill>
                <a:latin typeface="Tahoma"/>
                <a:ea typeface="Tahoma"/>
                <a:cs typeface="Tahoma"/>
              </a:defRPr>
            </a:pPr>
            <a:r>
              <a:rPr sz="1425" b="1" i="0">
                <a:solidFill>
                  <a:srgbClr val="2E7D5B"/>
                </a:solidFill>
                <a:latin typeface="Tahoma"/>
                <a:ea typeface="Tahoma"/>
                <a:cs typeface="Tahoma"/>
              </a:rPr>
              <a:t>ACTIVE</a:t>
            </a:r>
          </a:p>
        </p:txBody>
      </p:sp>
      <p:sp>
        <p:nvSpPr>
          <p:cNvPr id="14" name="">
            <a:extLst xmlns:a="http://schemas.openxmlformats.org/drawingml/2006/main">
              <a:ext uri="{FF2B5EF4-FFF2-40B4-BE49-F238E27FC236}">
                <a16:creationId xmlns:a16="http://schemas.microsoft.com/office/drawing/2014/main" id="{6ED9A3E0-1DDF-48E6-A202-592ACCBC785C}"/>
              </a:ext>
            </a:extLst>
          </p:cNvPr>
          <p:cNvSpPr>
            <a:spLocks xmlns:a="http://schemas.openxmlformats.org/drawingml/2006/main" noGrp="1"/>
          </p:cNvSpPr>
          <p:nvPr/>
        </p:nvSpPr>
        <p:spPr>
          <a:xfrm xmlns:a="http://schemas.openxmlformats.org/drawingml/2006/main">
            <a:off x="6629400" y="29146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CPU กำลังทำ ISR</a:t>
            </a:r>
          </a:p>
        </p:txBody>
      </p:sp>
      <p:sp>
        <p:nvSpPr>
          <p:cNvPr id="15" name="">
            <a:extLst xmlns:a="http://schemas.openxmlformats.org/drawingml/2006/main">
              <a:ext uri="{FF2B5EF4-FFF2-40B4-BE49-F238E27FC236}">
                <a16:creationId xmlns:a16="http://schemas.microsoft.com/office/drawing/2014/main" id="{A198F3DB-29DB-4B16-8081-D6BB0FB9BB2E}"/>
              </a:ext>
            </a:extLst>
          </p:cNvPr>
          <p:cNvSpPr>
            <a:spLocks xmlns:a="http://schemas.openxmlformats.org/drawingml/2006/main" noGrp="1"/>
          </p:cNvSpPr>
          <p:nvPr/>
        </p:nvSpPr>
        <p:spPr>
          <a:xfrm xmlns:a="http://schemas.openxmlformats.org/drawingml/2006/main">
            <a:off x="9239250" y="2190750"/>
            <a:ext cx="20764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28575">
            <a:solidFill>
              <a:srgbClr val="C6473A"/>
            </a:solidFill>
            <a:prstDash val="solid"/>
          </a:ln>
        </p:spPr>
      </p:sp>
      <p:sp>
        <p:nvSpPr>
          <p:cNvPr id="16" name="">
            <a:extLst xmlns:a="http://schemas.openxmlformats.org/drawingml/2006/main">
              <a:ext uri="{FF2B5EF4-FFF2-40B4-BE49-F238E27FC236}">
                <a16:creationId xmlns:a16="http://schemas.microsoft.com/office/drawing/2014/main" id="{F0448F8E-A521-476D-BEBD-4250D40561B2}"/>
              </a:ext>
            </a:extLst>
          </p:cNvPr>
          <p:cNvSpPr>
            <a:spLocks xmlns:a="http://schemas.openxmlformats.org/drawingml/2006/main" noGrp="1"/>
          </p:cNvSpPr>
          <p:nvPr/>
        </p:nvSpPr>
        <p:spPr>
          <a:xfrm xmlns:a="http://schemas.openxmlformats.org/drawingml/2006/main">
            <a:off x="9353550" y="243840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1" i="0">
                <a:solidFill>
                  <a:srgbClr val="C6473A"/>
                </a:solidFill>
                <a:latin typeface="Tahoma"/>
                <a:ea typeface="Tahoma"/>
                <a:cs typeface="Tahoma"/>
              </a:defRPr>
            </a:pPr>
            <a:r>
              <a:rPr sz="1425" b="1" i="0">
                <a:solidFill>
                  <a:srgbClr val="C6473A"/>
                </a:solidFill>
                <a:latin typeface="Tahoma"/>
                <a:ea typeface="Tahoma"/>
                <a:cs typeface="Tahoma"/>
              </a:rPr>
              <a:t>ACTIVE + PENDING</a:t>
            </a:r>
          </a:p>
        </p:txBody>
      </p:sp>
      <p:sp>
        <p:nvSpPr>
          <p:cNvPr id="17" name="">
            <a:extLst xmlns:a="http://schemas.openxmlformats.org/drawingml/2006/main">
              <a:ext uri="{FF2B5EF4-FFF2-40B4-BE49-F238E27FC236}">
                <a16:creationId xmlns:a16="http://schemas.microsoft.com/office/drawing/2014/main" id="{037F0ECF-E5E6-4030-B3C2-7BB7BA0C0E8C}"/>
              </a:ext>
            </a:extLst>
          </p:cNvPr>
          <p:cNvSpPr>
            <a:spLocks xmlns:a="http://schemas.openxmlformats.org/drawingml/2006/main" noGrp="1"/>
          </p:cNvSpPr>
          <p:nvPr/>
        </p:nvSpPr>
        <p:spPr>
          <a:xfrm xmlns:a="http://schemas.openxmlformats.org/drawingml/2006/main">
            <a:off x="9410700" y="29146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เกิดซ้ำระหว่าง ISR</a:t>
            </a:r>
          </a:p>
          <a:p xmlns:a="http://schemas.openxmlformats.org/drawingml/2006/main">
            <a:pPr algn="ctr">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รอรอบถัดไป</a:t>
            </a:r>
          </a:p>
        </p:txBody>
      </p:sp>
      <p:cxnSp>
        <p:nvCxnSpPr>
          <p:cNvPr id="48" name=""/>
          <p:cNvCxnSpPr>
            <a:stCxn xmlns:a="http://schemas.openxmlformats.org/drawingml/2006/main" id="6" idx="3"/>
            <a:endCxn xmlns:a="http://schemas.openxmlformats.org/drawingml/2006/main" id="9" idx="1"/>
          </p:cNvCxnSpPr>
          <p:nvPr/>
        </p:nvCxnSpPr>
        <p:spPr>
          <a:xfrm xmlns:a="http://schemas.openxmlformats.org/drawingml/2006/main">
            <a:off x="2971800" y="2924175"/>
            <a:ext cx="704850" cy="0"/>
          </a:xfrm>
          <a:prstGeom xmlns:a="http://schemas.openxmlformats.org/drawingml/2006/main" prst="straightConnector1">
            <a:avLst/>
          </a:prstGeom>
          <a:ln xmlns:a="http://schemas.openxmlformats.org/drawingml/2006/main" w="19050">
            <a:solidFill>
              <a:srgbClr val="D97706"/>
            </a:solidFill>
            <a:prstDash val="solid"/>
            <a:headEnd type="none" w="med" len="med"/>
            <a:tailEnd type="arrow" w="med" len="med"/>
          </a:ln>
        </p:spPr>
      </p:cxnSp>
      <p:cxnSp>
        <p:nvCxnSpPr>
          <p:cNvPr id="49" name=""/>
          <p:cNvCxnSpPr>
            <a:stCxn xmlns:a="http://schemas.openxmlformats.org/drawingml/2006/main" id="9" idx="3"/>
            <a:endCxn xmlns:a="http://schemas.openxmlformats.org/drawingml/2006/main" id="12" idx="1"/>
          </p:cNvCxnSpPr>
          <p:nvPr/>
        </p:nvCxnSpPr>
        <p:spPr>
          <a:xfrm xmlns:a="http://schemas.openxmlformats.org/drawingml/2006/main">
            <a:off x="5753100" y="2924175"/>
            <a:ext cx="704850" cy="0"/>
          </a:xfrm>
          <a:prstGeom xmlns:a="http://schemas.openxmlformats.org/drawingml/2006/main" prst="straightConnector1">
            <a:avLst/>
          </a:prstGeom>
          <a:ln xmlns:a="http://schemas.openxmlformats.org/drawingml/2006/main" w="19050">
            <a:solidFill>
              <a:srgbClr val="2E7D5B"/>
            </a:solidFill>
            <a:prstDash val="solid"/>
            <a:headEnd type="none" w="med" len="med"/>
            <a:tailEnd type="arrow" w="med" len="med"/>
          </a:ln>
        </p:spPr>
      </p:cxnSp>
      <p:cxnSp>
        <p:nvCxnSpPr>
          <p:cNvPr id="50" name=""/>
          <p:cNvCxnSpPr>
            <a:stCxn xmlns:a="http://schemas.openxmlformats.org/drawingml/2006/main" id="12" idx="3"/>
            <a:endCxn xmlns:a="http://schemas.openxmlformats.org/drawingml/2006/main" id="15" idx="1"/>
          </p:cNvCxnSpPr>
          <p:nvPr/>
        </p:nvCxnSpPr>
        <p:spPr>
          <a:xfrm xmlns:a="http://schemas.openxmlformats.org/drawingml/2006/main">
            <a:off x="8534400" y="2924175"/>
            <a:ext cx="704850" cy="0"/>
          </a:xfrm>
          <a:prstGeom xmlns:a="http://schemas.openxmlformats.org/drawingml/2006/main" prst="straightConnector1">
            <a:avLst/>
          </a:prstGeom>
          <a:ln xmlns:a="http://schemas.openxmlformats.org/drawingml/2006/main" w="19050">
            <a:solidFill>
              <a:srgbClr val="C6473A"/>
            </a:solidFill>
            <a:prstDash val="solid"/>
            <a:headEnd type="none" w="med" len="med"/>
            <a:tailEnd type="arrow" w="med" len="med"/>
          </a:ln>
        </p:spPr>
      </p:cxnSp>
      <p:sp>
        <p:nvSpPr>
          <p:cNvPr id="21" name="">
            <a:extLst xmlns:a="http://schemas.openxmlformats.org/drawingml/2006/main">
              <a:ext uri="{FF2B5EF4-FFF2-40B4-BE49-F238E27FC236}">
                <a16:creationId xmlns:a16="http://schemas.microsoft.com/office/drawing/2014/main" id="{97CE8F52-9FD6-4467-ABCF-1B10EA096CA9}"/>
              </a:ext>
            </a:extLst>
          </p:cNvPr>
          <p:cNvSpPr>
            <a:spLocks xmlns:a="http://schemas.openxmlformats.org/drawingml/2006/main" noGrp="1"/>
          </p:cNvSpPr>
          <p:nvPr/>
        </p:nvSpPr>
        <p:spPr>
          <a:xfrm xmlns:a="http://schemas.openxmlformats.org/drawingml/2006/main">
            <a:off x="2952750" y="17907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i="0">
                <a:solidFill>
                  <a:srgbClr val="D97706"/>
                </a:solidFill>
                <a:latin typeface="Tahoma"/>
                <a:ea typeface="Tahoma"/>
                <a:cs typeface="Tahoma"/>
              </a:defRPr>
            </a:pPr>
            <a:r>
              <a:rPr sz="1200" b="1" i="0">
                <a:solidFill>
                  <a:srgbClr val="D97706"/>
                </a:solidFill>
                <a:latin typeface="Tahoma"/>
                <a:ea typeface="Tahoma"/>
                <a:cs typeface="Tahoma"/>
              </a:rPr>
              <a:t>IRQ</a:t>
            </a:r>
          </a:p>
        </p:txBody>
      </p:sp>
      <p:sp>
        <p:nvSpPr>
          <p:cNvPr id="22" name="">
            <a:extLst xmlns:a="http://schemas.openxmlformats.org/drawingml/2006/main">
              <a:ext uri="{FF2B5EF4-FFF2-40B4-BE49-F238E27FC236}">
                <a16:creationId xmlns:a16="http://schemas.microsoft.com/office/drawing/2014/main" id="{FE9E8308-9915-47A5-BEA2-3D965E40D148}"/>
              </a:ext>
            </a:extLst>
          </p:cNvPr>
          <p:cNvSpPr>
            <a:spLocks xmlns:a="http://schemas.openxmlformats.org/drawingml/2006/main" noGrp="1"/>
          </p:cNvSpPr>
          <p:nvPr/>
        </p:nvSpPr>
        <p:spPr>
          <a:xfrm xmlns:a="http://schemas.openxmlformats.org/drawingml/2006/main">
            <a:off x="5715000" y="17907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i="0">
                <a:solidFill>
                  <a:srgbClr val="2E7D5B"/>
                </a:solidFill>
                <a:latin typeface="Tahoma"/>
                <a:ea typeface="Tahoma"/>
                <a:cs typeface="Tahoma"/>
              </a:defRPr>
            </a:pPr>
            <a:r>
              <a:rPr sz="1200" b="1" i="0">
                <a:solidFill>
                  <a:srgbClr val="2E7D5B"/>
                </a:solidFill>
                <a:latin typeface="Tahoma"/>
                <a:ea typeface="Tahoma"/>
                <a:cs typeface="Tahoma"/>
              </a:rPr>
              <a:t>accepted</a:t>
            </a:r>
          </a:p>
        </p:txBody>
      </p:sp>
      <p:sp>
        <p:nvSpPr>
          <p:cNvPr id="23" name="">
            <a:extLst xmlns:a="http://schemas.openxmlformats.org/drawingml/2006/main">
              <a:ext uri="{FF2B5EF4-FFF2-40B4-BE49-F238E27FC236}">
                <a16:creationId xmlns:a16="http://schemas.microsoft.com/office/drawing/2014/main" id="{C1C78E5D-E2D3-482F-9460-A0CC189D0545}"/>
              </a:ext>
            </a:extLst>
          </p:cNvPr>
          <p:cNvSpPr>
            <a:spLocks xmlns:a="http://schemas.openxmlformats.org/drawingml/2006/main" noGrp="1"/>
          </p:cNvSpPr>
          <p:nvPr/>
        </p:nvSpPr>
        <p:spPr>
          <a:xfrm xmlns:a="http://schemas.openxmlformats.org/drawingml/2006/main">
            <a:off x="8477250" y="17907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new event</a:t>
            </a:r>
          </a:p>
        </p:txBody>
      </p:sp>
      <p:sp>
        <p:nvSpPr>
          <p:cNvPr id="24" name="">
            <a:extLst xmlns:a="http://schemas.openxmlformats.org/drawingml/2006/main">
              <a:ext uri="{FF2B5EF4-FFF2-40B4-BE49-F238E27FC236}">
                <a16:creationId xmlns:a16="http://schemas.microsoft.com/office/drawing/2014/main" id="{8087FC99-FDAD-455F-981D-C94B3CB29B3F}"/>
              </a:ext>
            </a:extLst>
          </p:cNvPr>
          <p:cNvSpPr>
            <a:spLocks xmlns:a="http://schemas.openxmlformats.org/drawingml/2006/main" noGrp="1"/>
          </p:cNvSpPr>
          <p:nvPr/>
        </p:nvSpPr>
        <p:spPr>
          <a:xfrm xmlns:a="http://schemas.openxmlformats.org/drawingml/2006/main">
            <a:off x="1809750" y="4610100"/>
            <a:ext cx="8572500" cy="1047750"/>
          </a:xfrm>
          <a:prstGeom xmlns:a="http://schemas.openxmlformats.org/drawingml/2006/main" prst="roundRect">
            <a:avLst>
              <a:gd name="adj" fmla="val 10909"/>
            </a:avLst>
          </a:prstGeom>
          <a:solidFill xmlns:a="http://schemas.openxmlformats.org/drawingml/2006/main">
            <a:srgbClr val="0B2A4A"/>
          </a:solidFill>
          <a:ln xmlns:a="http://schemas.openxmlformats.org/drawingml/2006/main" w="9525">
            <a:solidFill>
              <a:srgbClr val="0B2A4A"/>
            </a:solidFill>
            <a:prstDash val="solid"/>
          </a:ln>
        </p:spPr>
      </p:sp>
      <p:sp>
        <p:nvSpPr>
          <p:cNvPr id="25" name="">
            <a:extLst xmlns:a="http://schemas.openxmlformats.org/drawingml/2006/main">
              <a:ext uri="{FF2B5EF4-FFF2-40B4-BE49-F238E27FC236}">
                <a16:creationId xmlns:a16="http://schemas.microsoft.com/office/drawing/2014/main" id="{C278FFD9-D060-45AB-B5FD-CB4289E45E2B}"/>
              </a:ext>
            </a:extLst>
          </p:cNvPr>
          <p:cNvSpPr>
            <a:spLocks xmlns:a="http://schemas.openxmlformats.org/drawingml/2006/main" noGrp="1"/>
          </p:cNvSpPr>
          <p:nvPr/>
        </p:nvSpPr>
        <p:spPr>
          <a:xfrm xmlns:a="http://schemas.openxmlformats.org/drawingml/2006/main">
            <a:off x="2114550" y="47625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725" b="1" i="0">
                <a:solidFill>
                  <a:srgbClr val="C89B3C"/>
                </a:solidFill>
                <a:latin typeface="Tahoma"/>
                <a:ea typeface="Tahoma"/>
                <a:cs typeface="Tahoma"/>
              </a:defRPr>
            </a:pPr>
            <a:r>
              <a:rPr sz="1725" b="1" i="0">
                <a:solidFill>
                  <a:srgbClr val="C89B3C"/>
                </a:solidFill>
                <a:latin typeface="Tahoma"/>
                <a:ea typeface="Tahoma"/>
                <a:cs typeface="Tahoma"/>
              </a:rPr>
              <a:t>Pending ≠ Active</a:t>
            </a:r>
          </a:p>
        </p:txBody>
      </p:sp>
      <p:sp>
        <p:nvSpPr>
          <p:cNvPr id="26" name="">
            <a:extLst xmlns:a="http://schemas.openxmlformats.org/drawingml/2006/main">
              <a:ext uri="{FF2B5EF4-FFF2-40B4-BE49-F238E27FC236}">
                <a16:creationId xmlns:a16="http://schemas.microsoft.com/office/drawing/2014/main" id="{C9042C43-930D-4AAD-8D39-5C90F8DF8474}"/>
              </a:ext>
            </a:extLst>
          </p:cNvPr>
          <p:cNvSpPr>
            <a:spLocks xmlns:a="http://schemas.openxmlformats.org/drawingml/2006/main" noGrp="1"/>
          </p:cNvSpPr>
          <p:nvPr/>
        </p:nvSpPr>
        <p:spPr>
          <a:xfrm xmlns:a="http://schemas.openxmlformats.org/drawingml/2006/main">
            <a:off x="4495800" y="4762500"/>
            <a:ext cx="558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0" i="0">
                <a:solidFill>
                  <a:srgbClr val="FFFFFF"/>
                </a:solidFill>
                <a:latin typeface="Tahoma"/>
                <a:ea typeface="Tahoma"/>
                <a:cs typeface="Tahoma"/>
              </a:defRPr>
            </a:pPr>
            <a:r>
              <a:rPr sz="1425" b="0" i="0">
                <a:solidFill>
                  <a:srgbClr val="FFFFFF"/>
                </a:solidFill>
                <a:latin typeface="Tahoma"/>
                <a:ea typeface="Tahoma"/>
                <a:cs typeface="Tahoma"/>
              </a:rPr>
              <a:t>Masking ป้องกันการรับ แต่เหตุการณ์บางชนิดยังคง pending ได้</a:t>
            </a:r>
          </a:p>
        </p:txBody>
      </p:sp>
      <p:sp>
        <p:nvSpPr>
          <p:cNvPr id="27" name="">
            <a:extLst xmlns:a="http://schemas.openxmlformats.org/drawingml/2006/main">
              <a:ext uri="{FF2B5EF4-FFF2-40B4-BE49-F238E27FC236}">
                <a16:creationId xmlns:a16="http://schemas.microsoft.com/office/drawing/2014/main" id="{4FB78C9E-70D4-4AA3-9464-EBED965EAB2D}"/>
              </a:ext>
            </a:extLst>
          </p:cNvPr>
          <p:cNvSpPr>
            <a:spLocks xmlns:a="http://schemas.openxmlformats.org/drawingml/2006/main" noGrp="1"/>
          </p:cNvSpPr>
          <p:nvPr/>
        </p:nvSpPr>
        <p:spPr>
          <a:xfrm xmlns:a="http://schemas.openxmlformats.org/drawingml/2006/main">
            <a:off x="2114550" y="5200650"/>
            <a:ext cx="796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0" i="0">
                <a:solidFill>
                  <a:srgbClr val="CFEAF2"/>
                </a:solidFill>
                <a:latin typeface="Tahoma"/>
                <a:ea typeface="Tahoma"/>
                <a:cs typeface="Tahoma"/>
              </a:defRPr>
            </a:pPr>
            <a:r>
              <a:rPr sz="1350" b="0" i="0">
                <a:solidFill>
                  <a:srgbClr val="CFEAF2"/>
                </a:solidFill>
                <a:latin typeface="Tahoma"/>
                <a:ea typeface="Tahoma"/>
                <a:cs typeface="Tahoma"/>
              </a:rPr>
              <a:t>ตรวจเมื่อ ISR ไม่ทำงาน: Flag → Enable bit → Global mask → Priority → Handler address</a:t>
            </a:r>
          </a:p>
        </p:txBody>
      </p:sp>
      <p:sp>
        <p:nvSpPr>
          <p:cNvPr id="28" name="">
            <a:extLst xmlns:a="http://schemas.openxmlformats.org/drawingml/2006/main">
              <a:ext uri="{FF2B5EF4-FFF2-40B4-BE49-F238E27FC236}">
                <a16:creationId xmlns:a16="http://schemas.microsoft.com/office/drawing/2014/main" id="{58E4D22E-E195-4CD6-8520-1D5424A12CC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9" name="">
            <a:extLst xmlns:a="http://schemas.openxmlformats.org/drawingml/2006/main">
              <a:ext uri="{FF2B5EF4-FFF2-40B4-BE49-F238E27FC236}">
                <a16:creationId xmlns:a16="http://schemas.microsoft.com/office/drawing/2014/main" id="{3A7181C2-2650-48AA-9DE0-9F8FD3CB351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 Arm CMSIS-Core NVIC pending/active model; MCU manuals</a:t>
            </a:r>
          </a:p>
        </p:txBody>
      </p:sp>
      <p:sp>
        <p:nvSpPr>
          <p:cNvPr id="30" name="">
            <a:extLst xmlns:a="http://schemas.openxmlformats.org/drawingml/2006/main">
              <a:ext uri="{FF2B5EF4-FFF2-40B4-BE49-F238E27FC236}">
                <a16:creationId xmlns:a16="http://schemas.microsoft.com/office/drawing/2014/main" id="{A2C5B1C1-93A8-4BC2-818D-74CCE78E67C8}"/>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10</a:t>
            </a:r>
          </a:p>
        </p:txBody>
      </p:sp>
    </p:spTree>
    <p:extLst>
      <p:ext uri="{BB962C8B-B14F-4D97-AF65-F5344CB8AC3E}">
        <p14:creationId xmlns:p14="http://schemas.microsoft.com/office/powerpoint/2010/main" val="14341652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DA73E1D-C9D6-4BB8-B73F-C4B9CD5AF6F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7D1ADD2E-AD65-428C-B0DD-4A539A12F0D9}"/>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PRIORITY &amp; NESTING • ลำดับความสำคัญ</a:t>
            </a:r>
          </a:p>
        </p:txBody>
      </p:sp>
      <p:sp>
        <p:nvSpPr>
          <p:cNvPr id="3" name="">
            <a:extLst xmlns:a="http://schemas.openxmlformats.org/drawingml/2006/main">
              <a:ext uri="{FF2B5EF4-FFF2-40B4-BE49-F238E27FC236}">
                <a16:creationId xmlns:a16="http://schemas.microsoft.com/office/drawing/2014/main" id="{F42D3884-0659-46E6-8B44-0094306B6AD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Interrupt ที่เร่งด่วนกว่าอาจ Preempt ISR ที่กำลังทำงาน</a:t>
            </a:r>
          </a:p>
        </p:txBody>
      </p:sp>
      <p:sp>
        <p:nvSpPr>
          <p:cNvPr id="4" name="">
            <a:extLst xmlns:a="http://schemas.openxmlformats.org/drawingml/2006/main">
              <a:ext uri="{FF2B5EF4-FFF2-40B4-BE49-F238E27FC236}">
                <a16:creationId xmlns:a16="http://schemas.microsoft.com/office/drawing/2014/main" id="{9688D003-DFD0-4CA0-833C-AB91B34E7A49}"/>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11</a:t>
            </a:r>
          </a:p>
        </p:txBody>
      </p:sp>
      <p:sp>
        <p:nvSpPr>
          <p:cNvPr id="5" name="">
            <a:extLst xmlns:a="http://schemas.openxmlformats.org/drawingml/2006/main">
              <a:ext uri="{FF2B5EF4-FFF2-40B4-BE49-F238E27FC236}">
                <a16:creationId xmlns:a16="http://schemas.microsoft.com/office/drawing/2014/main" id="{7685671A-BD2F-4560-86B3-79333D9B8E1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11DDAEC0-75F0-4607-9BD0-5075655A8B1F}"/>
              </a:ext>
            </a:extLst>
          </p:cNvPr>
          <p:cNvSpPr>
            <a:spLocks xmlns:a="http://schemas.openxmlformats.org/drawingml/2006/main" noGrp="1"/>
          </p:cNvSpPr>
          <p:nvPr/>
        </p:nvSpPr>
        <p:spPr>
          <a:xfrm xmlns:a="http://schemas.openxmlformats.org/drawingml/2006/main">
            <a:off x="819150" y="1543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URGENCY</a:t>
            </a:r>
          </a:p>
        </p:txBody>
      </p:sp>
      <p:sp>
        <p:nvSpPr>
          <p:cNvPr id="7" name="">
            <a:extLst xmlns:a="http://schemas.openxmlformats.org/drawingml/2006/main">
              <a:ext uri="{FF2B5EF4-FFF2-40B4-BE49-F238E27FC236}">
                <a16:creationId xmlns:a16="http://schemas.microsoft.com/office/drawing/2014/main" id="{D6236D6C-E249-4EE0-8172-7682EFA1C1BB}"/>
              </a:ext>
            </a:extLst>
          </p:cNvPr>
          <p:cNvSpPr>
            <a:spLocks xmlns:a="http://schemas.openxmlformats.org/drawingml/2006/main" noGrp="1"/>
          </p:cNvSpPr>
          <p:nvPr/>
        </p:nvSpPr>
        <p:spPr>
          <a:xfrm xmlns:a="http://schemas.openxmlformats.org/drawingml/2006/main">
            <a:off x="857250" y="2038350"/>
            <a:ext cx="4000500" cy="514350"/>
          </a:xfrm>
          <a:prstGeom xmlns:a="http://schemas.openxmlformats.org/drawingml/2006/main" prst="rect">
            <a:avLst/>
          </a:prstGeom>
          <a:solidFill xmlns:a="http://schemas.openxmlformats.org/drawingml/2006/main">
            <a:srgbClr val="C6473A"/>
          </a:solidFill>
          <a:ln xmlns:a="http://schemas.openxmlformats.org/drawingml/2006/main" w="9525">
            <a:solidFill>
              <a:srgbClr val="C6473A"/>
            </a:solidFill>
            <a:prstDash val="solid"/>
          </a:ln>
        </p:spPr>
      </p:sp>
      <p:sp>
        <p:nvSpPr>
          <p:cNvPr id="8" name="">
            <a:extLst xmlns:a="http://schemas.openxmlformats.org/drawingml/2006/main">
              <a:ext uri="{FF2B5EF4-FFF2-40B4-BE49-F238E27FC236}">
                <a16:creationId xmlns:a16="http://schemas.microsoft.com/office/drawing/2014/main" id="{349ED69E-D51E-4652-87BD-61CBA7EF1BFA}"/>
              </a:ext>
            </a:extLst>
          </p:cNvPr>
          <p:cNvSpPr>
            <a:spLocks xmlns:a="http://schemas.openxmlformats.org/drawingml/2006/main" noGrp="1"/>
          </p:cNvSpPr>
          <p:nvPr/>
        </p:nvSpPr>
        <p:spPr>
          <a:xfrm xmlns:a="http://schemas.openxmlformats.org/drawingml/2006/main">
            <a:off x="1047750" y="20383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NMI / HardFault</a:t>
            </a:r>
          </a:p>
        </p:txBody>
      </p:sp>
      <p:sp>
        <p:nvSpPr>
          <p:cNvPr id="9" name="">
            <a:extLst xmlns:a="http://schemas.openxmlformats.org/drawingml/2006/main">
              <a:ext uri="{FF2B5EF4-FFF2-40B4-BE49-F238E27FC236}">
                <a16:creationId xmlns:a16="http://schemas.microsoft.com/office/drawing/2014/main" id="{BEA17CCF-B2C9-4C3F-AD9D-8D9F963D8449}"/>
              </a:ext>
            </a:extLst>
          </p:cNvPr>
          <p:cNvSpPr>
            <a:spLocks xmlns:a="http://schemas.openxmlformats.org/drawingml/2006/main" noGrp="1"/>
          </p:cNvSpPr>
          <p:nvPr/>
        </p:nvSpPr>
        <p:spPr>
          <a:xfrm xmlns:a="http://schemas.openxmlformats.org/drawingml/2006/main">
            <a:off x="3429000" y="203835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125" b="0" i="0">
                <a:solidFill>
                  <a:srgbClr val="FFFFFF"/>
                </a:solidFill>
                <a:latin typeface="Tahoma"/>
                <a:ea typeface="Tahoma"/>
                <a:cs typeface="Tahoma"/>
              </a:defRPr>
            </a:pPr>
            <a:r>
              <a:rPr sz="1125" b="0" i="0">
                <a:solidFill>
                  <a:srgbClr val="FFFFFF"/>
                </a:solidFill>
                <a:latin typeface="Tahoma"/>
                <a:ea typeface="Tahoma"/>
                <a:cs typeface="Tahoma"/>
              </a:rPr>
              <a:t>fixed, highest</a:t>
            </a:r>
          </a:p>
        </p:txBody>
      </p:sp>
      <p:sp>
        <p:nvSpPr>
          <p:cNvPr id="10" name="">
            <a:extLst xmlns:a="http://schemas.openxmlformats.org/drawingml/2006/main">
              <a:ext uri="{FF2B5EF4-FFF2-40B4-BE49-F238E27FC236}">
                <a16:creationId xmlns:a16="http://schemas.microsoft.com/office/drawing/2014/main" id="{EC873597-8E62-49F5-8D8A-DA46539E2B0B}"/>
              </a:ext>
            </a:extLst>
          </p:cNvPr>
          <p:cNvSpPr>
            <a:spLocks xmlns:a="http://schemas.openxmlformats.org/drawingml/2006/main" noGrp="1"/>
          </p:cNvSpPr>
          <p:nvPr/>
        </p:nvSpPr>
        <p:spPr>
          <a:xfrm xmlns:a="http://schemas.openxmlformats.org/drawingml/2006/main">
            <a:off x="857250" y="2800350"/>
            <a:ext cx="3581400" cy="514350"/>
          </a:xfrm>
          <a:prstGeom xmlns:a="http://schemas.openxmlformats.org/drawingml/2006/main" prst="rect">
            <a:avLst/>
          </a:prstGeom>
          <a:solidFill xmlns:a="http://schemas.openxmlformats.org/drawingml/2006/main">
            <a:srgbClr val="D97706"/>
          </a:solidFill>
          <a:ln xmlns:a="http://schemas.openxmlformats.org/drawingml/2006/main" w="9525">
            <a:solidFill>
              <a:srgbClr val="D97706"/>
            </a:solidFill>
            <a:prstDash val="solid"/>
          </a:ln>
        </p:spPr>
      </p:sp>
      <p:sp>
        <p:nvSpPr>
          <p:cNvPr id="11" name="">
            <a:extLst xmlns:a="http://schemas.openxmlformats.org/drawingml/2006/main">
              <a:ext uri="{FF2B5EF4-FFF2-40B4-BE49-F238E27FC236}">
                <a16:creationId xmlns:a16="http://schemas.microsoft.com/office/drawing/2014/main" id="{8686A272-EB48-4DC1-BD75-3C7D3C9EABCD}"/>
              </a:ext>
            </a:extLst>
          </p:cNvPr>
          <p:cNvSpPr>
            <a:spLocks xmlns:a="http://schemas.openxmlformats.org/drawingml/2006/main" noGrp="1"/>
          </p:cNvSpPr>
          <p:nvPr/>
        </p:nvSpPr>
        <p:spPr>
          <a:xfrm xmlns:a="http://schemas.openxmlformats.org/drawingml/2006/main">
            <a:off x="1047750" y="280035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IRQ A</a:t>
            </a:r>
          </a:p>
        </p:txBody>
      </p:sp>
      <p:sp>
        <p:nvSpPr>
          <p:cNvPr id="12" name="">
            <a:extLst xmlns:a="http://schemas.openxmlformats.org/drawingml/2006/main">
              <a:ext uri="{FF2B5EF4-FFF2-40B4-BE49-F238E27FC236}">
                <a16:creationId xmlns:a16="http://schemas.microsoft.com/office/drawing/2014/main" id="{2CBC96A6-95D0-40F0-81D4-57692255E6DF}"/>
              </a:ext>
            </a:extLst>
          </p:cNvPr>
          <p:cNvSpPr>
            <a:spLocks xmlns:a="http://schemas.openxmlformats.org/drawingml/2006/main" noGrp="1"/>
          </p:cNvSpPr>
          <p:nvPr/>
        </p:nvSpPr>
        <p:spPr>
          <a:xfrm xmlns:a="http://schemas.openxmlformats.org/drawingml/2006/main">
            <a:off x="3009900" y="280035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125" b="0" i="0">
                <a:solidFill>
                  <a:srgbClr val="FFFFFF"/>
                </a:solidFill>
                <a:latin typeface="Tahoma"/>
                <a:ea typeface="Tahoma"/>
                <a:cs typeface="Tahoma"/>
              </a:defRPr>
            </a:pPr>
            <a:r>
              <a:rPr sz="1125" b="0" i="0">
                <a:solidFill>
                  <a:srgbClr val="FFFFFF"/>
                </a:solidFill>
                <a:latin typeface="Tahoma"/>
                <a:ea typeface="Tahoma"/>
                <a:cs typeface="Tahoma"/>
              </a:rPr>
              <a:t>priority 1</a:t>
            </a:r>
          </a:p>
        </p:txBody>
      </p:sp>
      <p:sp>
        <p:nvSpPr>
          <p:cNvPr id="13" name="">
            <a:extLst xmlns:a="http://schemas.openxmlformats.org/drawingml/2006/main">
              <a:ext uri="{FF2B5EF4-FFF2-40B4-BE49-F238E27FC236}">
                <a16:creationId xmlns:a16="http://schemas.microsoft.com/office/drawing/2014/main" id="{A4006109-7983-4373-BF60-90F2F5DB228B}"/>
              </a:ext>
            </a:extLst>
          </p:cNvPr>
          <p:cNvSpPr>
            <a:spLocks xmlns:a="http://schemas.openxmlformats.org/drawingml/2006/main" noGrp="1"/>
          </p:cNvSpPr>
          <p:nvPr/>
        </p:nvSpPr>
        <p:spPr>
          <a:xfrm xmlns:a="http://schemas.openxmlformats.org/drawingml/2006/main">
            <a:off x="857250" y="3562350"/>
            <a:ext cx="3162300" cy="514350"/>
          </a:xfrm>
          <a:prstGeom xmlns:a="http://schemas.openxmlformats.org/drawingml/2006/main" prst="rect">
            <a:avLst/>
          </a:prstGeom>
          <a:solidFill xmlns:a="http://schemas.openxmlformats.org/drawingml/2006/main">
            <a:srgbClr val="1677A7"/>
          </a:solidFill>
          <a:ln xmlns:a="http://schemas.openxmlformats.org/drawingml/2006/main" w="9525">
            <a:solidFill>
              <a:srgbClr val="1677A7"/>
            </a:solidFill>
            <a:prstDash val="solid"/>
          </a:ln>
        </p:spPr>
      </p:sp>
      <p:sp>
        <p:nvSpPr>
          <p:cNvPr id="14" name="">
            <a:extLst xmlns:a="http://schemas.openxmlformats.org/drawingml/2006/main">
              <a:ext uri="{FF2B5EF4-FFF2-40B4-BE49-F238E27FC236}">
                <a16:creationId xmlns:a16="http://schemas.microsoft.com/office/drawing/2014/main" id="{D97D5E90-3D41-4021-A65F-B80FA9DD9A87}"/>
              </a:ext>
            </a:extLst>
          </p:cNvPr>
          <p:cNvSpPr>
            <a:spLocks xmlns:a="http://schemas.openxmlformats.org/drawingml/2006/main" noGrp="1"/>
          </p:cNvSpPr>
          <p:nvPr/>
        </p:nvSpPr>
        <p:spPr>
          <a:xfrm xmlns:a="http://schemas.openxmlformats.org/drawingml/2006/main">
            <a:off x="1047750" y="3562350"/>
            <a:ext cx="1638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IRQ B</a:t>
            </a:r>
          </a:p>
        </p:txBody>
      </p:sp>
      <p:sp>
        <p:nvSpPr>
          <p:cNvPr id="15" name="">
            <a:extLst xmlns:a="http://schemas.openxmlformats.org/drawingml/2006/main">
              <a:ext uri="{FF2B5EF4-FFF2-40B4-BE49-F238E27FC236}">
                <a16:creationId xmlns:a16="http://schemas.microsoft.com/office/drawing/2014/main" id="{3C713C1A-471B-4A5E-A828-CBE2A37D1B6A}"/>
              </a:ext>
            </a:extLst>
          </p:cNvPr>
          <p:cNvSpPr>
            <a:spLocks xmlns:a="http://schemas.openxmlformats.org/drawingml/2006/main" noGrp="1"/>
          </p:cNvSpPr>
          <p:nvPr/>
        </p:nvSpPr>
        <p:spPr>
          <a:xfrm xmlns:a="http://schemas.openxmlformats.org/drawingml/2006/main">
            <a:off x="2590800" y="356235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125" b="0" i="0">
                <a:solidFill>
                  <a:srgbClr val="FFFFFF"/>
                </a:solidFill>
                <a:latin typeface="Tahoma"/>
                <a:ea typeface="Tahoma"/>
                <a:cs typeface="Tahoma"/>
              </a:defRPr>
            </a:pPr>
            <a:r>
              <a:rPr sz="1125" b="0" i="0">
                <a:solidFill>
                  <a:srgbClr val="FFFFFF"/>
                </a:solidFill>
                <a:latin typeface="Tahoma"/>
                <a:ea typeface="Tahoma"/>
                <a:cs typeface="Tahoma"/>
              </a:rPr>
              <a:t>priority 3</a:t>
            </a:r>
          </a:p>
        </p:txBody>
      </p:sp>
      <p:sp>
        <p:nvSpPr>
          <p:cNvPr id="16" name="">
            <a:extLst xmlns:a="http://schemas.openxmlformats.org/drawingml/2006/main">
              <a:ext uri="{FF2B5EF4-FFF2-40B4-BE49-F238E27FC236}">
                <a16:creationId xmlns:a16="http://schemas.microsoft.com/office/drawing/2014/main" id="{D92304D7-AF7F-4B68-94F0-C746E738566B}"/>
              </a:ext>
            </a:extLst>
          </p:cNvPr>
          <p:cNvSpPr>
            <a:spLocks xmlns:a="http://schemas.openxmlformats.org/drawingml/2006/main" noGrp="1"/>
          </p:cNvSpPr>
          <p:nvPr/>
        </p:nvSpPr>
        <p:spPr>
          <a:xfrm xmlns:a="http://schemas.openxmlformats.org/drawingml/2006/main">
            <a:off x="857250" y="4324350"/>
            <a:ext cx="2743200" cy="514350"/>
          </a:xfrm>
          <a:prstGeom xmlns:a="http://schemas.openxmlformats.org/drawingml/2006/main" prst="rect">
            <a:avLst/>
          </a:prstGeom>
          <a:solidFill xmlns:a="http://schemas.openxmlformats.org/drawingml/2006/main">
            <a:srgbClr val="5D6B78"/>
          </a:solidFill>
          <a:ln xmlns:a="http://schemas.openxmlformats.org/drawingml/2006/main" w="9525">
            <a:solidFill>
              <a:srgbClr val="5D6B78"/>
            </a:solidFill>
            <a:prstDash val="solid"/>
          </a:ln>
        </p:spPr>
      </p:sp>
      <p:sp>
        <p:nvSpPr>
          <p:cNvPr id="17" name="">
            <a:extLst xmlns:a="http://schemas.openxmlformats.org/drawingml/2006/main">
              <a:ext uri="{FF2B5EF4-FFF2-40B4-BE49-F238E27FC236}">
                <a16:creationId xmlns:a16="http://schemas.microsoft.com/office/drawing/2014/main" id="{8813C914-40C5-44E6-8D3D-1F3858B04CE4}"/>
              </a:ext>
            </a:extLst>
          </p:cNvPr>
          <p:cNvSpPr>
            <a:spLocks xmlns:a="http://schemas.openxmlformats.org/drawingml/2006/main" noGrp="1"/>
          </p:cNvSpPr>
          <p:nvPr/>
        </p:nvSpPr>
        <p:spPr>
          <a:xfrm xmlns:a="http://schemas.openxmlformats.org/drawingml/2006/main">
            <a:off x="1047750" y="432435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Main / Thread</a:t>
            </a:r>
          </a:p>
        </p:txBody>
      </p:sp>
      <p:sp>
        <p:nvSpPr>
          <p:cNvPr id="18" name="">
            <a:extLst xmlns:a="http://schemas.openxmlformats.org/drawingml/2006/main">
              <a:ext uri="{FF2B5EF4-FFF2-40B4-BE49-F238E27FC236}">
                <a16:creationId xmlns:a16="http://schemas.microsoft.com/office/drawing/2014/main" id="{9A05B468-3480-46F9-8435-CD51F7BB5C6A}"/>
              </a:ext>
            </a:extLst>
          </p:cNvPr>
          <p:cNvSpPr>
            <a:spLocks xmlns:a="http://schemas.openxmlformats.org/drawingml/2006/main" noGrp="1"/>
          </p:cNvSpPr>
          <p:nvPr/>
        </p:nvSpPr>
        <p:spPr>
          <a:xfrm xmlns:a="http://schemas.openxmlformats.org/drawingml/2006/main">
            <a:off x="2171700" y="4324350"/>
            <a:ext cx="125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125" b="0" i="0">
                <a:solidFill>
                  <a:srgbClr val="FFFFFF"/>
                </a:solidFill>
                <a:latin typeface="Tahoma"/>
                <a:ea typeface="Tahoma"/>
                <a:cs typeface="Tahoma"/>
              </a:defRPr>
            </a:pPr>
            <a:r>
              <a:rPr sz="1125" b="0" i="0">
                <a:solidFill>
                  <a:srgbClr val="FFFFFF"/>
                </a:solidFill>
                <a:latin typeface="Tahoma"/>
                <a:ea typeface="Tahoma"/>
                <a:cs typeface="Tahoma"/>
              </a:rPr>
              <a:t>background</a:t>
            </a:r>
          </a:p>
        </p:txBody>
      </p:sp>
      <p:sp>
        <p:nvSpPr>
          <p:cNvPr id="19" name="">
            <a:extLst xmlns:a="http://schemas.openxmlformats.org/drawingml/2006/main">
              <a:ext uri="{FF2B5EF4-FFF2-40B4-BE49-F238E27FC236}">
                <a16:creationId xmlns:a16="http://schemas.microsoft.com/office/drawing/2014/main" id="{C9B76A4D-D5CB-4A88-89B1-4D4D10621180}"/>
              </a:ext>
            </a:extLst>
          </p:cNvPr>
          <p:cNvSpPr>
            <a:spLocks xmlns:a="http://schemas.openxmlformats.org/drawingml/2006/main" noGrp="1"/>
          </p:cNvSpPr>
          <p:nvPr/>
        </p:nvSpPr>
        <p:spPr>
          <a:xfrm xmlns:a="http://schemas.openxmlformats.org/drawingml/2006/main">
            <a:off x="857250" y="52197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425" b="1" i="0">
                <a:solidFill>
                  <a:srgbClr val="C6473A"/>
                </a:solidFill>
                <a:latin typeface="Tahoma"/>
                <a:ea typeface="Tahoma"/>
                <a:cs typeface="Tahoma"/>
              </a:defRPr>
            </a:pPr>
            <a:r>
              <a:rPr sz="1425" b="1" i="0">
                <a:solidFill>
                  <a:srgbClr val="C6473A"/>
                </a:solidFill>
                <a:latin typeface="Tahoma"/>
                <a:ea typeface="Tahoma"/>
                <a:cs typeface="Tahoma"/>
              </a:rPr>
              <a:t>Cortex‑M: ค่าตัวเลขน้อยกว่า = Priority สูงกว่า</a:t>
            </a:r>
          </a:p>
        </p:txBody>
      </p:sp>
      <p:sp>
        <p:nvSpPr>
          <p:cNvPr id="20" name="">
            <a:extLst xmlns:a="http://schemas.openxmlformats.org/drawingml/2006/main">
              <a:ext uri="{FF2B5EF4-FFF2-40B4-BE49-F238E27FC236}">
                <a16:creationId xmlns:a16="http://schemas.microsoft.com/office/drawing/2014/main" id="{458299C8-AD76-4BC6-A0D7-DCE53DEBE6E6}"/>
              </a:ext>
            </a:extLst>
          </p:cNvPr>
          <p:cNvSpPr>
            <a:spLocks xmlns:a="http://schemas.openxmlformats.org/drawingml/2006/main" noGrp="1"/>
          </p:cNvSpPr>
          <p:nvPr/>
        </p:nvSpPr>
        <p:spPr>
          <a:xfrm xmlns:a="http://schemas.openxmlformats.org/drawingml/2006/main">
            <a:off x="5962650" y="154305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Nested execution timeline</a:t>
            </a:r>
          </a:p>
        </p:txBody>
      </p:sp>
      <p:sp>
        <p:nvSpPr>
          <p:cNvPr id="21" name="">
            <a:extLst xmlns:a="http://schemas.openxmlformats.org/drawingml/2006/main">
              <a:ext uri="{FF2B5EF4-FFF2-40B4-BE49-F238E27FC236}">
                <a16:creationId xmlns:a16="http://schemas.microsoft.com/office/drawing/2014/main" id="{B3440FC1-9611-4832-83C6-2113ACB134EE}"/>
              </a:ext>
            </a:extLst>
          </p:cNvPr>
          <p:cNvSpPr>
            <a:spLocks xmlns:a="http://schemas.openxmlformats.org/drawingml/2006/main" noGrp="1"/>
          </p:cNvSpPr>
          <p:nvPr/>
        </p:nvSpPr>
        <p:spPr>
          <a:xfrm xmlns:a="http://schemas.openxmlformats.org/drawingml/2006/main">
            <a:off x="5962650" y="2209800"/>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5D6B78"/>
                </a:solidFill>
                <a:latin typeface="Tahoma"/>
                <a:ea typeface="Tahoma"/>
                <a:cs typeface="Tahoma"/>
              </a:defRPr>
            </a:pPr>
            <a:r>
              <a:rPr sz="1200" b="1" i="0">
                <a:solidFill>
                  <a:srgbClr val="5D6B78"/>
                </a:solidFill>
                <a:latin typeface="Tahoma"/>
                <a:ea typeface="Tahoma"/>
                <a:cs typeface="Tahoma"/>
              </a:rPr>
              <a:t>Main</a:t>
            </a:r>
          </a:p>
        </p:txBody>
      </p:sp>
      <p:sp>
        <p:nvSpPr>
          <p:cNvPr id="22" name="">
            <a:extLst xmlns:a="http://schemas.openxmlformats.org/drawingml/2006/main">
              <a:ext uri="{FF2B5EF4-FFF2-40B4-BE49-F238E27FC236}">
                <a16:creationId xmlns:a16="http://schemas.microsoft.com/office/drawing/2014/main" id="{59E4787B-1469-4907-8CE1-75677572F68C}"/>
              </a:ext>
            </a:extLst>
          </p:cNvPr>
          <p:cNvSpPr>
            <a:spLocks xmlns:a="http://schemas.openxmlformats.org/drawingml/2006/main" noGrp="1"/>
          </p:cNvSpPr>
          <p:nvPr/>
        </p:nvSpPr>
        <p:spPr>
          <a:xfrm xmlns:a="http://schemas.openxmlformats.org/drawingml/2006/main">
            <a:off x="5962650" y="3143250"/>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1677A7"/>
                </a:solidFill>
                <a:latin typeface="Tahoma"/>
                <a:ea typeface="Tahoma"/>
                <a:cs typeface="Tahoma"/>
              </a:defRPr>
            </a:pPr>
            <a:r>
              <a:rPr sz="1200" b="1" i="0">
                <a:solidFill>
                  <a:srgbClr val="1677A7"/>
                </a:solidFill>
                <a:latin typeface="Tahoma"/>
                <a:ea typeface="Tahoma"/>
                <a:cs typeface="Tahoma"/>
              </a:rPr>
              <a:t>IRQ B</a:t>
            </a:r>
          </a:p>
        </p:txBody>
      </p:sp>
      <p:sp>
        <p:nvSpPr>
          <p:cNvPr id="23" name="">
            <a:extLst xmlns:a="http://schemas.openxmlformats.org/drawingml/2006/main">
              <a:ext uri="{FF2B5EF4-FFF2-40B4-BE49-F238E27FC236}">
                <a16:creationId xmlns:a16="http://schemas.microsoft.com/office/drawing/2014/main" id="{65423DE9-19D3-4A8B-B529-792DCE372A10}"/>
              </a:ext>
            </a:extLst>
          </p:cNvPr>
          <p:cNvSpPr>
            <a:spLocks xmlns:a="http://schemas.openxmlformats.org/drawingml/2006/main" noGrp="1"/>
          </p:cNvSpPr>
          <p:nvPr/>
        </p:nvSpPr>
        <p:spPr>
          <a:xfrm xmlns:a="http://schemas.openxmlformats.org/drawingml/2006/main">
            <a:off x="5962650" y="4076700"/>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D97706"/>
                </a:solidFill>
                <a:latin typeface="Tahoma"/>
                <a:ea typeface="Tahoma"/>
                <a:cs typeface="Tahoma"/>
              </a:defRPr>
            </a:pPr>
            <a:r>
              <a:rPr sz="1200" b="1" i="0">
                <a:solidFill>
                  <a:srgbClr val="D97706"/>
                </a:solidFill>
                <a:latin typeface="Tahoma"/>
                <a:ea typeface="Tahoma"/>
                <a:cs typeface="Tahoma"/>
              </a:rPr>
              <a:t>IRQ A</a:t>
            </a:r>
          </a:p>
        </p:txBody>
      </p:sp>
      <p:sp>
        <p:nvSpPr>
          <p:cNvPr id="24" name="">
            <a:extLst xmlns:a="http://schemas.openxmlformats.org/drawingml/2006/main">
              <a:ext uri="{FF2B5EF4-FFF2-40B4-BE49-F238E27FC236}">
                <a16:creationId xmlns:a16="http://schemas.microsoft.com/office/drawing/2014/main" id="{00D84146-F63C-4875-8846-E2F44370E4B7}"/>
              </a:ext>
            </a:extLst>
          </p:cNvPr>
          <p:cNvSpPr>
            <a:spLocks xmlns:a="http://schemas.openxmlformats.org/drawingml/2006/main" noGrp="1"/>
          </p:cNvSpPr>
          <p:nvPr/>
        </p:nvSpPr>
        <p:spPr>
          <a:xfrm xmlns:a="http://schemas.openxmlformats.org/drawingml/2006/main">
            <a:off x="6819900" y="2343150"/>
            <a:ext cx="43243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5" name="">
            <a:extLst xmlns:a="http://schemas.openxmlformats.org/drawingml/2006/main">
              <a:ext uri="{FF2B5EF4-FFF2-40B4-BE49-F238E27FC236}">
                <a16:creationId xmlns:a16="http://schemas.microsoft.com/office/drawing/2014/main" id="{4C10A368-642B-4CFB-85E4-279E65D0132B}"/>
              </a:ext>
            </a:extLst>
          </p:cNvPr>
          <p:cNvSpPr>
            <a:spLocks xmlns:a="http://schemas.openxmlformats.org/drawingml/2006/main" noGrp="1"/>
          </p:cNvSpPr>
          <p:nvPr/>
        </p:nvSpPr>
        <p:spPr>
          <a:xfrm xmlns:a="http://schemas.openxmlformats.org/drawingml/2006/main">
            <a:off x="6819900" y="3276600"/>
            <a:ext cx="43243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6" name="">
            <a:extLst xmlns:a="http://schemas.openxmlformats.org/drawingml/2006/main">
              <a:ext uri="{FF2B5EF4-FFF2-40B4-BE49-F238E27FC236}">
                <a16:creationId xmlns:a16="http://schemas.microsoft.com/office/drawing/2014/main" id="{03FC8AE6-FCC4-4AB1-910A-0E0CB780F132}"/>
              </a:ext>
            </a:extLst>
          </p:cNvPr>
          <p:cNvSpPr>
            <a:spLocks xmlns:a="http://schemas.openxmlformats.org/drawingml/2006/main" noGrp="1"/>
          </p:cNvSpPr>
          <p:nvPr/>
        </p:nvSpPr>
        <p:spPr>
          <a:xfrm xmlns:a="http://schemas.openxmlformats.org/drawingml/2006/main">
            <a:off x="6819900" y="4210050"/>
            <a:ext cx="43243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7" name="">
            <a:extLst xmlns:a="http://schemas.openxmlformats.org/drawingml/2006/main">
              <a:ext uri="{FF2B5EF4-FFF2-40B4-BE49-F238E27FC236}">
                <a16:creationId xmlns:a16="http://schemas.microsoft.com/office/drawing/2014/main" id="{B6AA5286-8CD6-44A4-9DE4-C4A25A50787C}"/>
              </a:ext>
            </a:extLst>
          </p:cNvPr>
          <p:cNvSpPr>
            <a:spLocks xmlns:a="http://schemas.openxmlformats.org/drawingml/2006/main" noGrp="1"/>
          </p:cNvSpPr>
          <p:nvPr/>
        </p:nvSpPr>
        <p:spPr>
          <a:xfrm xmlns:a="http://schemas.openxmlformats.org/drawingml/2006/main">
            <a:off x="6819900" y="2133600"/>
            <a:ext cx="1000125" cy="41910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28" name="">
            <a:extLst xmlns:a="http://schemas.openxmlformats.org/drawingml/2006/main">
              <a:ext uri="{FF2B5EF4-FFF2-40B4-BE49-F238E27FC236}">
                <a16:creationId xmlns:a16="http://schemas.microsoft.com/office/drawing/2014/main" id="{D19F6707-2E27-497A-9BD0-16DAF5E60E5F}"/>
              </a:ext>
            </a:extLst>
          </p:cNvPr>
          <p:cNvSpPr>
            <a:spLocks xmlns:a="http://schemas.openxmlformats.org/drawingml/2006/main" noGrp="1"/>
          </p:cNvSpPr>
          <p:nvPr/>
        </p:nvSpPr>
        <p:spPr>
          <a:xfrm xmlns:a="http://schemas.openxmlformats.org/drawingml/2006/main">
            <a:off x="7820025" y="3067050"/>
            <a:ext cx="1371600" cy="419100"/>
          </a:xfrm>
          <a:prstGeom xmlns:a="http://schemas.openxmlformats.org/drawingml/2006/main" prst="rect">
            <a:avLst/>
          </a:prstGeom>
          <a:solidFill xmlns:a="http://schemas.openxmlformats.org/drawingml/2006/main">
            <a:srgbClr val="1677A7"/>
          </a:solidFill>
          <a:ln xmlns:a="http://schemas.openxmlformats.org/drawingml/2006/main" w="9525">
            <a:solidFill>
              <a:srgbClr val="1677A7"/>
            </a:solidFill>
            <a:prstDash val="solid"/>
          </a:ln>
        </p:spPr>
      </p:sp>
      <p:sp>
        <p:nvSpPr>
          <p:cNvPr id="29" name="">
            <a:extLst xmlns:a="http://schemas.openxmlformats.org/drawingml/2006/main">
              <a:ext uri="{FF2B5EF4-FFF2-40B4-BE49-F238E27FC236}">
                <a16:creationId xmlns:a16="http://schemas.microsoft.com/office/drawing/2014/main" id="{A8A25D14-2821-4965-A2D1-EFEB70A8569A}"/>
              </a:ext>
            </a:extLst>
          </p:cNvPr>
          <p:cNvSpPr>
            <a:spLocks xmlns:a="http://schemas.openxmlformats.org/drawingml/2006/main" noGrp="1"/>
          </p:cNvSpPr>
          <p:nvPr/>
        </p:nvSpPr>
        <p:spPr>
          <a:xfrm xmlns:a="http://schemas.openxmlformats.org/drawingml/2006/main">
            <a:off x="9191625" y="4000500"/>
            <a:ext cx="819150" cy="419100"/>
          </a:xfrm>
          <a:prstGeom xmlns:a="http://schemas.openxmlformats.org/drawingml/2006/main" prst="rect">
            <a:avLst/>
          </a:prstGeom>
          <a:solidFill xmlns:a="http://schemas.openxmlformats.org/drawingml/2006/main">
            <a:srgbClr val="D97706"/>
          </a:solidFill>
          <a:ln xmlns:a="http://schemas.openxmlformats.org/drawingml/2006/main" w="9525">
            <a:solidFill>
              <a:srgbClr val="D97706"/>
            </a:solidFill>
            <a:prstDash val="solid"/>
          </a:ln>
        </p:spPr>
      </p:sp>
      <p:sp>
        <p:nvSpPr>
          <p:cNvPr id="30" name="">
            <a:extLst xmlns:a="http://schemas.openxmlformats.org/drawingml/2006/main">
              <a:ext uri="{FF2B5EF4-FFF2-40B4-BE49-F238E27FC236}">
                <a16:creationId xmlns:a16="http://schemas.microsoft.com/office/drawing/2014/main" id="{FE80F9CE-964D-43BB-994E-5AA57F3E3221}"/>
              </a:ext>
            </a:extLst>
          </p:cNvPr>
          <p:cNvSpPr>
            <a:spLocks xmlns:a="http://schemas.openxmlformats.org/drawingml/2006/main" noGrp="1"/>
          </p:cNvSpPr>
          <p:nvPr/>
        </p:nvSpPr>
        <p:spPr>
          <a:xfrm xmlns:a="http://schemas.openxmlformats.org/drawingml/2006/main">
            <a:off x="10010775" y="3067050"/>
            <a:ext cx="590550" cy="419100"/>
          </a:xfrm>
          <a:prstGeom xmlns:a="http://schemas.openxmlformats.org/drawingml/2006/main" prst="rect">
            <a:avLst/>
          </a:prstGeom>
          <a:solidFill xmlns:a="http://schemas.openxmlformats.org/drawingml/2006/main">
            <a:srgbClr val="1677A7"/>
          </a:solidFill>
          <a:ln xmlns:a="http://schemas.openxmlformats.org/drawingml/2006/main" w="9525">
            <a:solidFill>
              <a:srgbClr val="1677A7"/>
            </a:solidFill>
            <a:prstDash val="solid"/>
          </a:ln>
        </p:spPr>
      </p:sp>
      <p:sp>
        <p:nvSpPr>
          <p:cNvPr id="31" name="">
            <a:extLst xmlns:a="http://schemas.openxmlformats.org/drawingml/2006/main">
              <a:ext uri="{FF2B5EF4-FFF2-40B4-BE49-F238E27FC236}">
                <a16:creationId xmlns:a16="http://schemas.microsoft.com/office/drawing/2014/main" id="{11362C25-84E6-4522-A207-0E77FBAA41FE}"/>
              </a:ext>
            </a:extLst>
          </p:cNvPr>
          <p:cNvSpPr>
            <a:spLocks xmlns:a="http://schemas.openxmlformats.org/drawingml/2006/main" noGrp="1"/>
          </p:cNvSpPr>
          <p:nvPr/>
        </p:nvSpPr>
        <p:spPr>
          <a:xfrm xmlns:a="http://schemas.openxmlformats.org/drawingml/2006/main">
            <a:off x="10601325" y="2133600"/>
            <a:ext cx="542925" cy="419100"/>
          </a:xfrm>
          <a:prstGeom xmlns:a="http://schemas.openxmlformats.org/drawingml/2006/main" prst="rect">
            <a:avLst/>
          </a:prstGeom>
          <a:solidFill xmlns:a="http://schemas.openxmlformats.org/drawingml/2006/main">
            <a:srgbClr val="CFEAF2"/>
          </a:solidFill>
          <a:ln xmlns:a="http://schemas.openxmlformats.org/drawingml/2006/main" w="9525">
            <a:solidFill>
              <a:srgbClr val="CFEAF2"/>
            </a:solidFill>
            <a:prstDash val="solid"/>
          </a:ln>
        </p:spPr>
      </p:sp>
      <p:sp>
        <p:nvSpPr>
          <p:cNvPr id="32" name="">
            <a:extLst xmlns:a="http://schemas.openxmlformats.org/drawingml/2006/main">
              <a:ext uri="{FF2B5EF4-FFF2-40B4-BE49-F238E27FC236}">
                <a16:creationId xmlns:a16="http://schemas.microsoft.com/office/drawing/2014/main" id="{BF695ECB-D2A6-4AD8-ADC5-BB3D06ACAF93}"/>
              </a:ext>
            </a:extLst>
          </p:cNvPr>
          <p:cNvSpPr>
            <a:spLocks xmlns:a="http://schemas.openxmlformats.org/drawingml/2006/main" noGrp="1"/>
          </p:cNvSpPr>
          <p:nvPr/>
        </p:nvSpPr>
        <p:spPr>
          <a:xfrm xmlns:a="http://schemas.openxmlformats.org/drawingml/2006/main">
            <a:off x="7820025" y="2552700"/>
            <a:ext cx="0" cy="51435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33" name="">
            <a:extLst xmlns:a="http://schemas.openxmlformats.org/drawingml/2006/main">
              <a:ext uri="{FF2B5EF4-FFF2-40B4-BE49-F238E27FC236}">
                <a16:creationId xmlns:a16="http://schemas.microsoft.com/office/drawing/2014/main" id="{FA046171-45E7-421C-8721-02CB2869C37B}"/>
              </a:ext>
            </a:extLst>
          </p:cNvPr>
          <p:cNvSpPr>
            <a:spLocks xmlns:a="http://schemas.openxmlformats.org/drawingml/2006/main" noGrp="1"/>
          </p:cNvSpPr>
          <p:nvPr/>
        </p:nvSpPr>
        <p:spPr>
          <a:xfrm xmlns:a="http://schemas.openxmlformats.org/drawingml/2006/main">
            <a:off x="9191625" y="3486150"/>
            <a:ext cx="0" cy="514350"/>
          </a:xfrm>
          <a:prstGeom xmlns:a="http://schemas.openxmlformats.org/drawingml/2006/main" prst="line">
            <a:avLst/>
          </a:prstGeom>
          <a:noFill xmlns:a="http://schemas.openxmlformats.org/drawingml/2006/main"/>
          <a:ln xmlns:a="http://schemas.openxmlformats.org/drawingml/2006/main" w="28575">
            <a:solidFill>
              <a:srgbClr val="D97706"/>
            </a:solidFill>
            <a:prstDash val="solid"/>
          </a:ln>
        </p:spPr>
      </p:sp>
      <p:sp>
        <p:nvSpPr>
          <p:cNvPr id="34" name="">
            <a:extLst xmlns:a="http://schemas.openxmlformats.org/drawingml/2006/main">
              <a:ext uri="{FF2B5EF4-FFF2-40B4-BE49-F238E27FC236}">
                <a16:creationId xmlns:a16="http://schemas.microsoft.com/office/drawing/2014/main" id="{B523E749-F03C-4634-A207-E8F4796FA43B}"/>
              </a:ext>
            </a:extLst>
          </p:cNvPr>
          <p:cNvSpPr>
            <a:spLocks xmlns:a="http://schemas.openxmlformats.org/drawingml/2006/main" noGrp="1"/>
          </p:cNvSpPr>
          <p:nvPr/>
        </p:nvSpPr>
        <p:spPr>
          <a:xfrm xmlns:a="http://schemas.openxmlformats.org/drawingml/2006/main">
            <a:off x="10010775" y="3486150"/>
            <a:ext cx="0" cy="514350"/>
          </a:xfrm>
          <a:prstGeom xmlns:a="http://schemas.openxmlformats.org/drawingml/2006/main" prst="line">
            <a:avLst/>
          </a:prstGeom>
          <a:noFill xmlns:a="http://schemas.openxmlformats.org/drawingml/2006/main"/>
          <a:ln xmlns:a="http://schemas.openxmlformats.org/drawingml/2006/main" w="28575">
            <a:solidFill>
              <a:srgbClr val="D97706"/>
            </a:solidFill>
            <a:prstDash val="solid"/>
          </a:ln>
        </p:spPr>
      </p:sp>
      <p:sp>
        <p:nvSpPr>
          <p:cNvPr id="35" name="">
            <a:extLst xmlns:a="http://schemas.openxmlformats.org/drawingml/2006/main">
              <a:ext uri="{FF2B5EF4-FFF2-40B4-BE49-F238E27FC236}">
                <a16:creationId xmlns:a16="http://schemas.microsoft.com/office/drawing/2014/main" id="{F8264AD7-F1DC-4B9C-BC4A-5091A07181DB}"/>
              </a:ext>
            </a:extLst>
          </p:cNvPr>
          <p:cNvSpPr>
            <a:spLocks xmlns:a="http://schemas.openxmlformats.org/drawingml/2006/main" noGrp="1"/>
          </p:cNvSpPr>
          <p:nvPr/>
        </p:nvSpPr>
        <p:spPr>
          <a:xfrm xmlns:a="http://schemas.openxmlformats.org/drawingml/2006/main">
            <a:off x="10601325" y="2552700"/>
            <a:ext cx="0" cy="51435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36" name="">
            <a:extLst xmlns:a="http://schemas.openxmlformats.org/drawingml/2006/main">
              <a:ext uri="{FF2B5EF4-FFF2-40B4-BE49-F238E27FC236}">
                <a16:creationId xmlns:a16="http://schemas.microsoft.com/office/drawing/2014/main" id="{C9012168-C50F-4FBA-A767-208ABB950CC4}"/>
              </a:ext>
            </a:extLst>
          </p:cNvPr>
          <p:cNvSpPr>
            <a:spLocks xmlns:a="http://schemas.openxmlformats.org/drawingml/2006/main" noGrp="1"/>
          </p:cNvSpPr>
          <p:nvPr/>
        </p:nvSpPr>
        <p:spPr>
          <a:xfrm xmlns:a="http://schemas.openxmlformats.org/drawingml/2006/main">
            <a:off x="73914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i="0">
                <a:solidFill>
                  <a:srgbClr val="1677A7"/>
                </a:solidFill>
                <a:latin typeface="Tahoma"/>
                <a:ea typeface="Tahoma"/>
                <a:cs typeface="Tahoma"/>
              </a:defRPr>
            </a:pPr>
            <a:r>
              <a:rPr sz="1125" b="0" i="0">
                <a:solidFill>
                  <a:srgbClr val="1677A7"/>
                </a:solidFill>
                <a:latin typeface="Tahoma"/>
                <a:ea typeface="Tahoma"/>
                <a:cs typeface="Tahoma"/>
              </a:rPr>
              <a:t>B preempts Main</a:t>
            </a:r>
          </a:p>
        </p:txBody>
      </p:sp>
      <p:sp>
        <p:nvSpPr>
          <p:cNvPr id="37" name="">
            <a:extLst xmlns:a="http://schemas.openxmlformats.org/drawingml/2006/main">
              <a:ext uri="{FF2B5EF4-FFF2-40B4-BE49-F238E27FC236}">
                <a16:creationId xmlns:a16="http://schemas.microsoft.com/office/drawing/2014/main" id="{FBE9341B-E578-4A23-9A35-3039EDA56F79}"/>
              </a:ext>
            </a:extLst>
          </p:cNvPr>
          <p:cNvSpPr>
            <a:spLocks xmlns:a="http://schemas.openxmlformats.org/drawingml/2006/main" noGrp="1"/>
          </p:cNvSpPr>
          <p:nvPr/>
        </p:nvSpPr>
        <p:spPr>
          <a:xfrm xmlns:a="http://schemas.openxmlformats.org/drawingml/2006/main">
            <a:off x="8934450" y="36576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i="0">
                <a:solidFill>
                  <a:srgbClr val="D97706"/>
                </a:solidFill>
                <a:latin typeface="Tahoma"/>
                <a:ea typeface="Tahoma"/>
                <a:cs typeface="Tahoma"/>
              </a:defRPr>
            </a:pPr>
            <a:r>
              <a:rPr sz="1125" b="0" i="0">
                <a:solidFill>
                  <a:srgbClr val="D97706"/>
                </a:solidFill>
                <a:latin typeface="Tahoma"/>
                <a:ea typeface="Tahoma"/>
                <a:cs typeface="Tahoma"/>
              </a:rPr>
              <a:t>A preempts B</a:t>
            </a:r>
          </a:p>
        </p:txBody>
      </p:sp>
      <p:sp>
        <p:nvSpPr>
          <p:cNvPr id="38" name="">
            <a:extLst xmlns:a="http://schemas.openxmlformats.org/drawingml/2006/main">
              <a:ext uri="{FF2B5EF4-FFF2-40B4-BE49-F238E27FC236}">
                <a16:creationId xmlns:a16="http://schemas.microsoft.com/office/drawing/2014/main" id="{F923AA31-A4FF-45C6-BFE1-555291A2A9CC}"/>
              </a:ext>
            </a:extLst>
          </p:cNvPr>
          <p:cNvSpPr>
            <a:spLocks xmlns:a="http://schemas.openxmlformats.org/drawingml/2006/main" noGrp="1"/>
          </p:cNvSpPr>
          <p:nvPr/>
        </p:nvSpPr>
        <p:spPr>
          <a:xfrm xmlns:a="http://schemas.openxmlformats.org/drawingml/2006/main">
            <a:off x="6153150" y="5124450"/>
            <a:ext cx="4762500" cy="666750"/>
          </a:xfrm>
          <a:prstGeom xmlns:a="http://schemas.openxmlformats.org/drawingml/2006/main" prst="roundRect">
            <a:avLst>
              <a:gd name="adj" fmla="val 17143"/>
            </a:avLst>
          </a:prstGeom>
          <a:solidFill xmlns:a="http://schemas.openxmlformats.org/drawingml/2006/main">
            <a:srgbClr val="FFF1DF"/>
          </a:solidFill>
          <a:ln xmlns:a="http://schemas.openxmlformats.org/drawingml/2006/main" w="9525">
            <a:solidFill>
              <a:srgbClr val="D97706"/>
            </a:solidFill>
            <a:prstDash val="solid"/>
          </a:ln>
        </p:spPr>
      </p:sp>
      <p:sp>
        <p:nvSpPr>
          <p:cNvPr id="39" name="">
            <a:extLst xmlns:a="http://schemas.openxmlformats.org/drawingml/2006/main">
              <a:ext uri="{FF2B5EF4-FFF2-40B4-BE49-F238E27FC236}">
                <a16:creationId xmlns:a16="http://schemas.microsoft.com/office/drawing/2014/main" id="{F817B4DD-74A2-46B7-81D1-760EE848A5F6}"/>
              </a:ext>
            </a:extLst>
          </p:cNvPr>
          <p:cNvSpPr>
            <a:spLocks xmlns:a="http://schemas.openxmlformats.org/drawingml/2006/main" noGrp="1"/>
          </p:cNvSpPr>
          <p:nvPr/>
        </p:nvSpPr>
        <p:spPr>
          <a:xfrm xmlns:a="http://schemas.openxmlformats.org/drawingml/2006/main">
            <a:off x="6381750" y="518160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Nesting ลด latency ของงานเร่งด่วน</a:t>
            </a:r>
          </a:p>
          <a:p xmlns:a="http://schemas.openxmlformats.org/drawingml/2006/main">
            <a:pPr algn="ctr">
              <a:lnSpc>
                <a:spcPct val="115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แต่เพิ่ม Stack usage และความซับซ้อน</a:t>
            </a:r>
          </a:p>
        </p:txBody>
      </p:sp>
      <p:sp>
        <p:nvSpPr>
          <p:cNvPr id="40" name="">
            <a:extLst xmlns:a="http://schemas.openxmlformats.org/drawingml/2006/main">
              <a:ext uri="{FF2B5EF4-FFF2-40B4-BE49-F238E27FC236}">
                <a16:creationId xmlns:a16="http://schemas.microsoft.com/office/drawing/2014/main" id="{56767D4D-05E4-48BD-85DF-41284F6DEF1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1" name="">
            <a:extLst xmlns:a="http://schemas.openxmlformats.org/drawingml/2006/main">
              <a:ext uri="{FF2B5EF4-FFF2-40B4-BE49-F238E27FC236}">
                <a16:creationId xmlns:a16="http://schemas.microsoft.com/office/drawing/2014/main" id="{2EB665B6-1F10-4076-B451-9B565FA4C91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Arm CMSIS-Core NVIC; Arm priority guidance</a:t>
            </a:r>
          </a:p>
        </p:txBody>
      </p:sp>
      <p:sp>
        <p:nvSpPr>
          <p:cNvPr id="42" name="">
            <a:extLst xmlns:a="http://schemas.openxmlformats.org/drawingml/2006/main">
              <a:ext uri="{FF2B5EF4-FFF2-40B4-BE49-F238E27FC236}">
                <a16:creationId xmlns:a16="http://schemas.microsoft.com/office/drawing/2014/main" id="{D1EC0F01-5976-4DE9-A595-6BE6409F076E}"/>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11</a:t>
            </a:r>
          </a:p>
        </p:txBody>
      </p:sp>
    </p:spTree>
    <p:extLst>
      <p:ext uri="{BB962C8B-B14F-4D97-AF65-F5344CB8AC3E}">
        <p14:creationId xmlns:p14="http://schemas.microsoft.com/office/powerpoint/2010/main" val="22158209"/>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E1C4624-6DFE-4715-9669-AAAA7870E26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C610F933-EDA2-4BDF-9C3C-A026E5022781}"/>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TRIGGER &amp; FLAGS • การกระตุ้น</a:t>
            </a:r>
          </a:p>
        </p:txBody>
      </p:sp>
      <p:sp>
        <p:nvSpPr>
          <p:cNvPr id="3" name="">
            <a:extLst xmlns:a="http://schemas.openxmlformats.org/drawingml/2006/main">
              <a:ext uri="{FF2B5EF4-FFF2-40B4-BE49-F238E27FC236}">
                <a16:creationId xmlns:a16="http://schemas.microsoft.com/office/drawing/2014/main" id="{CED66C7C-EABD-44E4-A0E5-5E033932B2B0}"/>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Edge จับการเปลี่ยน; Level ตรวจสัญญาณค้าง</a:t>
            </a:r>
          </a:p>
        </p:txBody>
      </p:sp>
      <p:sp>
        <p:nvSpPr>
          <p:cNvPr id="4" name="">
            <a:extLst xmlns:a="http://schemas.openxmlformats.org/drawingml/2006/main">
              <a:ext uri="{FF2B5EF4-FFF2-40B4-BE49-F238E27FC236}">
                <a16:creationId xmlns:a16="http://schemas.microsoft.com/office/drawing/2014/main" id="{59A2ACD0-2CBC-4C53-B2BE-2E0404D7395A}"/>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12</a:t>
            </a:r>
          </a:p>
        </p:txBody>
      </p:sp>
      <p:sp>
        <p:nvSpPr>
          <p:cNvPr id="5" name="">
            <a:extLst xmlns:a="http://schemas.openxmlformats.org/drawingml/2006/main">
              <a:ext uri="{FF2B5EF4-FFF2-40B4-BE49-F238E27FC236}">
                <a16:creationId xmlns:a16="http://schemas.microsoft.com/office/drawing/2014/main" id="{2A586E6A-39A7-4D27-AFE8-97EB36A8E800}"/>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ADF5FA19-BB8C-4760-B41D-24ABF627106C}"/>
              </a:ext>
            </a:extLst>
          </p:cNvPr>
          <p:cNvSpPr>
            <a:spLocks xmlns:a="http://schemas.openxmlformats.org/drawingml/2006/main" noGrp="1"/>
          </p:cNvSpPr>
          <p:nvPr/>
        </p:nvSpPr>
        <p:spPr>
          <a:xfrm xmlns:a="http://schemas.openxmlformats.org/drawingml/2006/main">
            <a:off x="723900" y="15621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677A7"/>
                </a:solidFill>
                <a:latin typeface="Tahoma"/>
                <a:ea typeface="Tahoma"/>
                <a:cs typeface="Tahoma"/>
              </a:defRPr>
            </a:pPr>
            <a:r>
              <a:rPr sz="1650" b="1" i="0">
                <a:solidFill>
                  <a:srgbClr val="1677A7"/>
                </a:solidFill>
                <a:latin typeface="Tahoma"/>
                <a:ea typeface="Tahoma"/>
                <a:cs typeface="Tahoma"/>
              </a:rPr>
              <a:t>EDGE‑TRIGGERED</a:t>
            </a:r>
          </a:p>
        </p:txBody>
      </p:sp>
      <p:sp>
        <p:nvSpPr>
          <p:cNvPr id="7" name="">
            <a:extLst xmlns:a="http://schemas.openxmlformats.org/drawingml/2006/main">
              <a:ext uri="{FF2B5EF4-FFF2-40B4-BE49-F238E27FC236}">
                <a16:creationId xmlns:a16="http://schemas.microsoft.com/office/drawing/2014/main" id="{765E6847-B006-47E7-AA00-68BE0DCD2138}"/>
              </a:ext>
            </a:extLst>
          </p:cNvPr>
          <p:cNvSpPr>
            <a:spLocks xmlns:a="http://schemas.openxmlformats.org/drawingml/2006/main" noGrp="1"/>
          </p:cNvSpPr>
          <p:nvPr/>
        </p:nvSpPr>
        <p:spPr>
          <a:xfrm xmlns:a="http://schemas.openxmlformats.org/drawingml/2006/main">
            <a:off x="6705600" y="15621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C6473A"/>
                </a:solidFill>
                <a:latin typeface="Tahoma"/>
                <a:ea typeface="Tahoma"/>
                <a:cs typeface="Tahoma"/>
              </a:defRPr>
            </a:pPr>
            <a:r>
              <a:rPr sz="1650" b="1" i="0">
                <a:solidFill>
                  <a:srgbClr val="C6473A"/>
                </a:solidFill>
                <a:latin typeface="Tahoma"/>
                <a:ea typeface="Tahoma"/>
                <a:cs typeface="Tahoma"/>
              </a:rPr>
              <a:t>LEVEL‑TRIGGERED</a:t>
            </a:r>
          </a:p>
        </p:txBody>
      </p:sp>
      <p:sp>
        <p:nvSpPr>
          <p:cNvPr id="8" name="">
            <a:extLst xmlns:a="http://schemas.openxmlformats.org/drawingml/2006/main">
              <a:ext uri="{FF2B5EF4-FFF2-40B4-BE49-F238E27FC236}">
                <a16:creationId xmlns:a16="http://schemas.microsoft.com/office/drawing/2014/main" id="{8896EF6A-4CD0-42E5-93E1-726A6E515373}"/>
              </a:ext>
            </a:extLst>
          </p:cNvPr>
          <p:cNvSpPr>
            <a:spLocks xmlns:a="http://schemas.openxmlformats.org/drawingml/2006/main" noGrp="1"/>
          </p:cNvSpPr>
          <p:nvPr/>
        </p:nvSpPr>
        <p:spPr>
          <a:xfrm xmlns:a="http://schemas.openxmlformats.org/drawingml/2006/main">
            <a:off x="723900" y="2190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5D6B78"/>
                </a:solidFill>
                <a:latin typeface="Tahoma"/>
                <a:ea typeface="Tahoma"/>
                <a:cs typeface="Tahoma"/>
              </a:defRPr>
            </a:pPr>
            <a:r>
              <a:rPr sz="1125" b="0" i="0">
                <a:solidFill>
                  <a:srgbClr val="5D6B78"/>
                </a:solidFill>
                <a:latin typeface="Tahoma"/>
                <a:ea typeface="Tahoma"/>
                <a:cs typeface="Tahoma"/>
              </a:rPr>
              <a:t>signal</a:t>
            </a:r>
          </a:p>
        </p:txBody>
      </p:sp>
      <p:sp>
        <p:nvSpPr>
          <p:cNvPr id="9" name="">
            <a:extLst xmlns:a="http://schemas.openxmlformats.org/drawingml/2006/main">
              <a:ext uri="{FF2B5EF4-FFF2-40B4-BE49-F238E27FC236}">
                <a16:creationId xmlns:a16="http://schemas.microsoft.com/office/drawing/2014/main" id="{00E66446-CFC2-44C1-BF85-26DED68FD44A}"/>
              </a:ext>
            </a:extLst>
          </p:cNvPr>
          <p:cNvSpPr>
            <a:spLocks xmlns:a="http://schemas.openxmlformats.org/drawingml/2006/main" noGrp="1"/>
          </p:cNvSpPr>
          <p:nvPr/>
        </p:nvSpPr>
        <p:spPr>
          <a:xfrm xmlns:a="http://schemas.openxmlformats.org/drawingml/2006/main">
            <a:off x="1390650" y="2381250"/>
            <a:ext cx="42481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0" name="">
            <a:extLst xmlns:a="http://schemas.openxmlformats.org/drawingml/2006/main">
              <a:ext uri="{FF2B5EF4-FFF2-40B4-BE49-F238E27FC236}">
                <a16:creationId xmlns:a16="http://schemas.microsoft.com/office/drawing/2014/main" id="{59D08AB2-A606-4104-8BB6-C49BD65D3E72}"/>
              </a:ext>
            </a:extLst>
          </p:cNvPr>
          <p:cNvSpPr>
            <a:spLocks xmlns:a="http://schemas.openxmlformats.org/drawingml/2006/main" noGrp="1"/>
          </p:cNvSpPr>
          <p:nvPr/>
        </p:nvSpPr>
        <p:spPr>
          <a:xfrm xmlns:a="http://schemas.openxmlformats.org/drawingml/2006/main">
            <a:off x="1390650" y="3028950"/>
            <a:ext cx="42481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1" name="">
            <a:extLst xmlns:a="http://schemas.openxmlformats.org/drawingml/2006/main">
              <a:ext uri="{FF2B5EF4-FFF2-40B4-BE49-F238E27FC236}">
                <a16:creationId xmlns:a16="http://schemas.microsoft.com/office/drawing/2014/main" id="{2E35D40F-A36D-473A-BB96-4D67CEFD6D1D}"/>
              </a:ext>
            </a:extLst>
          </p:cNvPr>
          <p:cNvSpPr>
            <a:spLocks xmlns:a="http://schemas.openxmlformats.org/drawingml/2006/main" noGrp="1"/>
          </p:cNvSpPr>
          <p:nvPr/>
        </p:nvSpPr>
        <p:spPr>
          <a:xfrm xmlns:a="http://schemas.openxmlformats.org/drawingml/2006/main">
            <a:off x="1524000" y="3028950"/>
            <a:ext cx="952500" cy="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2" name="">
            <a:extLst xmlns:a="http://schemas.openxmlformats.org/drawingml/2006/main">
              <a:ext uri="{FF2B5EF4-FFF2-40B4-BE49-F238E27FC236}">
                <a16:creationId xmlns:a16="http://schemas.microsoft.com/office/drawing/2014/main" id="{4D1B92B1-6418-4075-9B99-CC8D1292A97E}"/>
              </a:ext>
            </a:extLst>
          </p:cNvPr>
          <p:cNvSpPr>
            <a:spLocks xmlns:a="http://schemas.openxmlformats.org/drawingml/2006/main" noGrp="1"/>
          </p:cNvSpPr>
          <p:nvPr/>
        </p:nvSpPr>
        <p:spPr>
          <a:xfrm xmlns:a="http://schemas.openxmlformats.org/drawingml/2006/main">
            <a:off x="2476500" y="2381250"/>
            <a:ext cx="0" cy="64770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3" name="">
            <a:extLst xmlns:a="http://schemas.openxmlformats.org/drawingml/2006/main">
              <a:ext uri="{FF2B5EF4-FFF2-40B4-BE49-F238E27FC236}">
                <a16:creationId xmlns:a16="http://schemas.microsoft.com/office/drawing/2014/main" id="{7899BB7E-4B01-423E-A41A-5F4D8163539E}"/>
              </a:ext>
            </a:extLst>
          </p:cNvPr>
          <p:cNvSpPr>
            <a:spLocks xmlns:a="http://schemas.openxmlformats.org/drawingml/2006/main" noGrp="1"/>
          </p:cNvSpPr>
          <p:nvPr/>
        </p:nvSpPr>
        <p:spPr>
          <a:xfrm xmlns:a="http://schemas.openxmlformats.org/drawingml/2006/main">
            <a:off x="2476500" y="2381250"/>
            <a:ext cx="1809750" cy="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4" name="">
            <a:extLst xmlns:a="http://schemas.openxmlformats.org/drawingml/2006/main">
              <a:ext uri="{FF2B5EF4-FFF2-40B4-BE49-F238E27FC236}">
                <a16:creationId xmlns:a16="http://schemas.microsoft.com/office/drawing/2014/main" id="{D112B8CF-C866-4DB2-A549-DAB1965D2AFD}"/>
              </a:ext>
            </a:extLst>
          </p:cNvPr>
          <p:cNvSpPr>
            <a:spLocks xmlns:a="http://schemas.openxmlformats.org/drawingml/2006/main" noGrp="1"/>
          </p:cNvSpPr>
          <p:nvPr/>
        </p:nvSpPr>
        <p:spPr>
          <a:xfrm xmlns:a="http://schemas.openxmlformats.org/drawingml/2006/main">
            <a:off x="4286250" y="2381250"/>
            <a:ext cx="0" cy="64770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5" name="">
            <a:extLst xmlns:a="http://schemas.openxmlformats.org/drawingml/2006/main">
              <a:ext uri="{FF2B5EF4-FFF2-40B4-BE49-F238E27FC236}">
                <a16:creationId xmlns:a16="http://schemas.microsoft.com/office/drawing/2014/main" id="{5CF7D688-6AA5-4788-A74E-78B3728C49C2}"/>
              </a:ext>
            </a:extLst>
          </p:cNvPr>
          <p:cNvSpPr>
            <a:spLocks xmlns:a="http://schemas.openxmlformats.org/drawingml/2006/main" noGrp="1"/>
          </p:cNvSpPr>
          <p:nvPr/>
        </p:nvSpPr>
        <p:spPr>
          <a:xfrm xmlns:a="http://schemas.openxmlformats.org/drawingml/2006/main">
            <a:off x="4286250" y="3028950"/>
            <a:ext cx="1190625" cy="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6" name="">
            <a:extLst xmlns:a="http://schemas.openxmlformats.org/drawingml/2006/main">
              <a:ext uri="{FF2B5EF4-FFF2-40B4-BE49-F238E27FC236}">
                <a16:creationId xmlns:a16="http://schemas.microsoft.com/office/drawing/2014/main" id="{B1B21179-C2FF-4C35-B1AF-E5E3C1A407CA}"/>
              </a:ext>
            </a:extLst>
          </p:cNvPr>
          <p:cNvSpPr>
            <a:spLocks xmlns:a="http://schemas.openxmlformats.org/drawingml/2006/main" noGrp="1"/>
          </p:cNvSpPr>
          <p:nvPr/>
        </p:nvSpPr>
        <p:spPr>
          <a:xfrm xmlns:a="http://schemas.openxmlformats.org/drawingml/2006/main">
            <a:off x="2371725" y="2276475"/>
            <a:ext cx="209550" cy="209550"/>
          </a:xfrm>
          <a:prstGeom xmlns:a="http://schemas.openxmlformats.org/drawingml/2006/main" prst="ellipse">
            <a:avLst/>
          </a:prstGeom>
          <a:solidFill xmlns:a="http://schemas.openxmlformats.org/drawingml/2006/main">
            <a:srgbClr val="C89B3C"/>
          </a:solidFill>
          <a:ln xmlns:a="http://schemas.openxmlformats.org/drawingml/2006/main" w="9525">
            <a:solidFill>
              <a:srgbClr val="C89B3C"/>
            </a:solidFill>
            <a:prstDash val="solid"/>
          </a:ln>
        </p:spPr>
      </p:sp>
      <p:sp>
        <p:nvSpPr>
          <p:cNvPr id="17" name="">
            <a:extLst xmlns:a="http://schemas.openxmlformats.org/drawingml/2006/main">
              <a:ext uri="{FF2B5EF4-FFF2-40B4-BE49-F238E27FC236}">
                <a16:creationId xmlns:a16="http://schemas.microsoft.com/office/drawing/2014/main" id="{900CDD48-132A-4A53-99BB-665143D42196}"/>
              </a:ext>
            </a:extLst>
          </p:cNvPr>
          <p:cNvSpPr>
            <a:spLocks xmlns:a="http://schemas.openxmlformats.org/drawingml/2006/main" noGrp="1"/>
          </p:cNvSpPr>
          <p:nvPr/>
        </p:nvSpPr>
        <p:spPr>
          <a:xfrm xmlns:a="http://schemas.openxmlformats.org/drawingml/2006/main">
            <a:off x="1600200" y="3333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i="0">
                <a:solidFill>
                  <a:srgbClr val="1677A7"/>
                </a:solidFill>
                <a:latin typeface="Tahoma"/>
                <a:ea typeface="Tahoma"/>
                <a:cs typeface="Tahoma"/>
              </a:defRPr>
            </a:pPr>
            <a:r>
              <a:rPr sz="1350" b="1" i="0">
                <a:solidFill>
                  <a:srgbClr val="1677A7"/>
                </a:solidFill>
                <a:latin typeface="Tahoma"/>
                <a:ea typeface="Tahoma"/>
                <a:cs typeface="Tahoma"/>
              </a:rPr>
              <a:t>rising edge = 1 event</a:t>
            </a:r>
          </a:p>
        </p:txBody>
      </p:sp>
      <p:sp>
        <p:nvSpPr>
          <p:cNvPr id="18" name="">
            <a:extLst xmlns:a="http://schemas.openxmlformats.org/drawingml/2006/main">
              <a:ext uri="{FF2B5EF4-FFF2-40B4-BE49-F238E27FC236}">
                <a16:creationId xmlns:a16="http://schemas.microsoft.com/office/drawing/2014/main" id="{B238DBEB-8054-4DFE-BBFC-B441699F2C0A}"/>
              </a:ext>
            </a:extLst>
          </p:cNvPr>
          <p:cNvSpPr>
            <a:spLocks xmlns:a="http://schemas.openxmlformats.org/drawingml/2006/main" noGrp="1"/>
          </p:cNvSpPr>
          <p:nvPr/>
        </p:nvSpPr>
        <p:spPr>
          <a:xfrm xmlns:a="http://schemas.openxmlformats.org/drawingml/2006/main">
            <a:off x="6705600" y="2190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5D6B78"/>
                </a:solidFill>
                <a:latin typeface="Tahoma"/>
                <a:ea typeface="Tahoma"/>
                <a:cs typeface="Tahoma"/>
              </a:defRPr>
            </a:pPr>
            <a:r>
              <a:rPr sz="1125" b="0" i="0">
                <a:solidFill>
                  <a:srgbClr val="5D6B78"/>
                </a:solidFill>
                <a:latin typeface="Tahoma"/>
                <a:ea typeface="Tahoma"/>
                <a:cs typeface="Tahoma"/>
              </a:rPr>
              <a:t>signal</a:t>
            </a:r>
          </a:p>
        </p:txBody>
      </p:sp>
      <p:sp>
        <p:nvSpPr>
          <p:cNvPr id="19" name="">
            <a:extLst xmlns:a="http://schemas.openxmlformats.org/drawingml/2006/main">
              <a:ext uri="{FF2B5EF4-FFF2-40B4-BE49-F238E27FC236}">
                <a16:creationId xmlns:a16="http://schemas.microsoft.com/office/drawing/2014/main" id="{86B3C78F-7271-4980-8645-4EB4721FCBAF}"/>
              </a:ext>
            </a:extLst>
          </p:cNvPr>
          <p:cNvSpPr>
            <a:spLocks xmlns:a="http://schemas.openxmlformats.org/drawingml/2006/main" noGrp="1"/>
          </p:cNvSpPr>
          <p:nvPr/>
        </p:nvSpPr>
        <p:spPr>
          <a:xfrm xmlns:a="http://schemas.openxmlformats.org/drawingml/2006/main">
            <a:off x="7372350" y="2381250"/>
            <a:ext cx="40957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0" name="">
            <a:extLst xmlns:a="http://schemas.openxmlformats.org/drawingml/2006/main">
              <a:ext uri="{FF2B5EF4-FFF2-40B4-BE49-F238E27FC236}">
                <a16:creationId xmlns:a16="http://schemas.microsoft.com/office/drawing/2014/main" id="{BFE379B2-723D-4EB6-9A75-52C2DCFD889E}"/>
              </a:ext>
            </a:extLst>
          </p:cNvPr>
          <p:cNvSpPr>
            <a:spLocks xmlns:a="http://schemas.openxmlformats.org/drawingml/2006/main" noGrp="1"/>
          </p:cNvSpPr>
          <p:nvPr/>
        </p:nvSpPr>
        <p:spPr>
          <a:xfrm xmlns:a="http://schemas.openxmlformats.org/drawingml/2006/main">
            <a:off x="7372350" y="3028950"/>
            <a:ext cx="40957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21" name="">
            <a:extLst xmlns:a="http://schemas.openxmlformats.org/drawingml/2006/main">
              <a:ext uri="{FF2B5EF4-FFF2-40B4-BE49-F238E27FC236}">
                <a16:creationId xmlns:a16="http://schemas.microsoft.com/office/drawing/2014/main" id="{90427FED-B58F-4005-BF35-7801827817FC}"/>
              </a:ext>
            </a:extLst>
          </p:cNvPr>
          <p:cNvSpPr>
            <a:spLocks xmlns:a="http://schemas.openxmlformats.org/drawingml/2006/main" noGrp="1"/>
          </p:cNvSpPr>
          <p:nvPr/>
        </p:nvSpPr>
        <p:spPr>
          <a:xfrm xmlns:a="http://schemas.openxmlformats.org/drawingml/2006/main">
            <a:off x="7524750" y="3028950"/>
            <a:ext cx="76200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2" name="">
            <a:extLst xmlns:a="http://schemas.openxmlformats.org/drawingml/2006/main">
              <a:ext uri="{FF2B5EF4-FFF2-40B4-BE49-F238E27FC236}">
                <a16:creationId xmlns:a16="http://schemas.microsoft.com/office/drawing/2014/main" id="{7E2E2F3D-523C-4FC2-BB41-EAD1D25BCE52}"/>
              </a:ext>
            </a:extLst>
          </p:cNvPr>
          <p:cNvSpPr>
            <a:spLocks xmlns:a="http://schemas.openxmlformats.org/drawingml/2006/main" noGrp="1"/>
          </p:cNvSpPr>
          <p:nvPr/>
        </p:nvSpPr>
        <p:spPr>
          <a:xfrm xmlns:a="http://schemas.openxmlformats.org/drawingml/2006/main">
            <a:off x="8286750" y="2381250"/>
            <a:ext cx="0" cy="6477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3" name="">
            <a:extLst xmlns:a="http://schemas.openxmlformats.org/drawingml/2006/main">
              <a:ext uri="{FF2B5EF4-FFF2-40B4-BE49-F238E27FC236}">
                <a16:creationId xmlns:a16="http://schemas.microsoft.com/office/drawing/2014/main" id="{6B119590-D418-4687-8C82-6F8094845F97}"/>
              </a:ext>
            </a:extLst>
          </p:cNvPr>
          <p:cNvSpPr>
            <a:spLocks xmlns:a="http://schemas.openxmlformats.org/drawingml/2006/main" noGrp="1"/>
          </p:cNvSpPr>
          <p:nvPr/>
        </p:nvSpPr>
        <p:spPr>
          <a:xfrm xmlns:a="http://schemas.openxmlformats.org/drawingml/2006/main">
            <a:off x="8286750" y="2381250"/>
            <a:ext cx="238125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4" name="">
            <a:extLst xmlns:a="http://schemas.openxmlformats.org/drawingml/2006/main">
              <a:ext uri="{FF2B5EF4-FFF2-40B4-BE49-F238E27FC236}">
                <a16:creationId xmlns:a16="http://schemas.microsoft.com/office/drawing/2014/main" id="{6AD13344-11EA-40AB-9EBE-A3C39AD12361}"/>
              </a:ext>
            </a:extLst>
          </p:cNvPr>
          <p:cNvSpPr>
            <a:spLocks xmlns:a="http://schemas.openxmlformats.org/drawingml/2006/main" noGrp="1"/>
          </p:cNvSpPr>
          <p:nvPr/>
        </p:nvSpPr>
        <p:spPr>
          <a:xfrm xmlns:a="http://schemas.openxmlformats.org/drawingml/2006/main">
            <a:off x="10668000" y="2381250"/>
            <a:ext cx="0" cy="6477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5" name="">
            <a:extLst xmlns:a="http://schemas.openxmlformats.org/drawingml/2006/main">
              <a:ext uri="{FF2B5EF4-FFF2-40B4-BE49-F238E27FC236}">
                <a16:creationId xmlns:a16="http://schemas.microsoft.com/office/drawing/2014/main" id="{1A18D85C-FE6A-4A06-91FA-588531B22FCA}"/>
              </a:ext>
            </a:extLst>
          </p:cNvPr>
          <p:cNvSpPr>
            <a:spLocks xmlns:a="http://schemas.openxmlformats.org/drawingml/2006/main" noGrp="1"/>
          </p:cNvSpPr>
          <p:nvPr/>
        </p:nvSpPr>
        <p:spPr>
          <a:xfrm xmlns:a="http://schemas.openxmlformats.org/drawingml/2006/main">
            <a:off x="10668000" y="3028950"/>
            <a:ext cx="66675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26" name="">
            <a:extLst xmlns:a="http://schemas.openxmlformats.org/drawingml/2006/main">
              <a:ext uri="{FF2B5EF4-FFF2-40B4-BE49-F238E27FC236}">
                <a16:creationId xmlns:a16="http://schemas.microsoft.com/office/drawing/2014/main" id="{9EDAEAC4-23AF-4849-B522-A1FC83A5FCDD}"/>
              </a:ext>
            </a:extLst>
          </p:cNvPr>
          <p:cNvSpPr>
            <a:spLocks xmlns:a="http://schemas.openxmlformats.org/drawingml/2006/main" noGrp="1"/>
          </p:cNvSpPr>
          <p:nvPr/>
        </p:nvSpPr>
        <p:spPr>
          <a:xfrm xmlns:a="http://schemas.openxmlformats.org/drawingml/2006/main">
            <a:off x="8572500" y="2276475"/>
            <a:ext cx="209550" cy="2095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27" name="">
            <a:extLst xmlns:a="http://schemas.openxmlformats.org/drawingml/2006/main">
              <a:ext uri="{FF2B5EF4-FFF2-40B4-BE49-F238E27FC236}">
                <a16:creationId xmlns:a16="http://schemas.microsoft.com/office/drawing/2014/main" id="{F3732C93-6170-4BC5-A721-7841E9F17431}"/>
              </a:ext>
            </a:extLst>
          </p:cNvPr>
          <p:cNvSpPr>
            <a:spLocks xmlns:a="http://schemas.openxmlformats.org/drawingml/2006/main" noGrp="1"/>
          </p:cNvSpPr>
          <p:nvPr/>
        </p:nvSpPr>
        <p:spPr>
          <a:xfrm xmlns:a="http://schemas.openxmlformats.org/drawingml/2006/main">
            <a:off x="9334500" y="2276475"/>
            <a:ext cx="209550" cy="2095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28" name="">
            <a:extLst xmlns:a="http://schemas.openxmlformats.org/drawingml/2006/main">
              <a:ext uri="{FF2B5EF4-FFF2-40B4-BE49-F238E27FC236}">
                <a16:creationId xmlns:a16="http://schemas.microsoft.com/office/drawing/2014/main" id="{06521E1B-5958-4200-9A58-1C8295935022}"/>
              </a:ext>
            </a:extLst>
          </p:cNvPr>
          <p:cNvSpPr>
            <a:spLocks xmlns:a="http://schemas.openxmlformats.org/drawingml/2006/main" noGrp="1"/>
          </p:cNvSpPr>
          <p:nvPr/>
        </p:nvSpPr>
        <p:spPr>
          <a:xfrm xmlns:a="http://schemas.openxmlformats.org/drawingml/2006/main">
            <a:off x="10096500" y="2276475"/>
            <a:ext cx="209550" cy="2095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29" name="">
            <a:extLst xmlns:a="http://schemas.openxmlformats.org/drawingml/2006/main">
              <a:ext uri="{FF2B5EF4-FFF2-40B4-BE49-F238E27FC236}">
                <a16:creationId xmlns:a16="http://schemas.microsoft.com/office/drawing/2014/main" id="{05E94E67-833F-4F72-B389-A6738904CDB8}"/>
              </a:ext>
            </a:extLst>
          </p:cNvPr>
          <p:cNvSpPr>
            <a:spLocks xmlns:a="http://schemas.openxmlformats.org/drawingml/2006/main" noGrp="1"/>
          </p:cNvSpPr>
          <p:nvPr/>
        </p:nvSpPr>
        <p:spPr>
          <a:xfrm xmlns:a="http://schemas.openxmlformats.org/drawingml/2006/main">
            <a:off x="7543800" y="33337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i="0">
                <a:solidFill>
                  <a:srgbClr val="C6473A"/>
                </a:solidFill>
                <a:latin typeface="Tahoma"/>
                <a:ea typeface="Tahoma"/>
                <a:cs typeface="Tahoma"/>
              </a:defRPr>
            </a:pPr>
            <a:r>
              <a:rPr sz="1350" b="1" i="0">
                <a:solidFill>
                  <a:srgbClr val="C6473A"/>
                </a:solidFill>
                <a:latin typeface="Tahoma"/>
                <a:ea typeface="Tahoma"/>
                <a:cs typeface="Tahoma"/>
              </a:rPr>
              <a:t>ยัง Active ตราบใดที่ Level ค้าง</a:t>
            </a:r>
          </a:p>
        </p:txBody>
      </p:sp>
      <p:sp>
        <p:nvSpPr>
          <p:cNvPr id="30" name="">
            <a:extLst xmlns:a="http://schemas.openxmlformats.org/drawingml/2006/main">
              <a:ext uri="{FF2B5EF4-FFF2-40B4-BE49-F238E27FC236}">
                <a16:creationId xmlns:a16="http://schemas.microsoft.com/office/drawing/2014/main" id="{FA203492-32F2-452F-A2FF-05292E3AEC2A}"/>
              </a:ext>
            </a:extLst>
          </p:cNvPr>
          <p:cNvSpPr>
            <a:spLocks xmlns:a="http://schemas.openxmlformats.org/drawingml/2006/main" noGrp="1"/>
          </p:cNvSpPr>
          <p:nvPr/>
        </p:nvSpPr>
        <p:spPr>
          <a:xfrm xmlns:a="http://schemas.openxmlformats.org/drawingml/2006/main">
            <a:off x="876300" y="4476750"/>
            <a:ext cx="1619250" cy="685800"/>
          </a:xfrm>
          <a:prstGeom xmlns:a="http://schemas.openxmlformats.org/drawingml/2006/main" prst="roundRect">
            <a:avLst>
              <a:gd name="adj" fmla="val 16667"/>
            </a:avLst>
          </a:prstGeom>
          <a:solidFill xmlns:a="http://schemas.openxmlformats.org/drawingml/2006/main">
            <a:srgbClr val="E7F4F8"/>
          </a:solidFill>
          <a:ln xmlns:a="http://schemas.openxmlformats.org/drawingml/2006/main" w="19050">
            <a:solidFill>
              <a:srgbClr val="1677A7"/>
            </a:solidFill>
            <a:prstDash val="solid"/>
          </a:ln>
        </p:spPr>
      </p:sp>
      <p:sp>
        <p:nvSpPr>
          <p:cNvPr id="31" name="">
            <a:extLst xmlns:a="http://schemas.openxmlformats.org/drawingml/2006/main">
              <a:ext uri="{FF2B5EF4-FFF2-40B4-BE49-F238E27FC236}">
                <a16:creationId xmlns:a16="http://schemas.microsoft.com/office/drawing/2014/main" id="{69B15EB5-F354-4F38-9E71-02BB5BAB7CE7}"/>
              </a:ext>
            </a:extLst>
          </p:cNvPr>
          <p:cNvSpPr>
            <a:spLocks xmlns:a="http://schemas.openxmlformats.org/drawingml/2006/main" noGrp="1"/>
          </p:cNvSpPr>
          <p:nvPr/>
        </p:nvSpPr>
        <p:spPr>
          <a:xfrm xmlns:a="http://schemas.openxmlformats.org/drawingml/2006/main">
            <a:off x="876300" y="44767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Pin / Peripheral</a:t>
            </a:r>
          </a:p>
        </p:txBody>
      </p:sp>
      <p:sp>
        <p:nvSpPr>
          <p:cNvPr id="32" name="">
            <a:extLst xmlns:a="http://schemas.openxmlformats.org/drawingml/2006/main">
              <a:ext uri="{FF2B5EF4-FFF2-40B4-BE49-F238E27FC236}">
                <a16:creationId xmlns:a16="http://schemas.microsoft.com/office/drawing/2014/main" id="{0A3A4A98-EBA1-4870-ACD5-74C9E40F6163}"/>
              </a:ext>
            </a:extLst>
          </p:cNvPr>
          <p:cNvSpPr>
            <a:spLocks xmlns:a="http://schemas.openxmlformats.org/drawingml/2006/main" noGrp="1"/>
          </p:cNvSpPr>
          <p:nvPr/>
        </p:nvSpPr>
        <p:spPr>
          <a:xfrm xmlns:a="http://schemas.openxmlformats.org/drawingml/2006/main">
            <a:off x="3352800" y="4476750"/>
            <a:ext cx="1619250" cy="685800"/>
          </a:xfrm>
          <a:prstGeom xmlns:a="http://schemas.openxmlformats.org/drawingml/2006/main" prst="roundRect">
            <a:avLst>
              <a:gd name="adj" fmla="val 16667"/>
            </a:avLst>
          </a:prstGeom>
          <a:solidFill xmlns:a="http://schemas.openxmlformats.org/drawingml/2006/main">
            <a:srgbClr val="FFF1DF"/>
          </a:solidFill>
          <a:ln xmlns:a="http://schemas.openxmlformats.org/drawingml/2006/main" w="19050">
            <a:solidFill>
              <a:srgbClr val="D97706"/>
            </a:solidFill>
            <a:prstDash val="solid"/>
          </a:ln>
        </p:spPr>
      </p:sp>
      <p:sp>
        <p:nvSpPr>
          <p:cNvPr id="33" name="">
            <a:extLst xmlns:a="http://schemas.openxmlformats.org/drawingml/2006/main">
              <a:ext uri="{FF2B5EF4-FFF2-40B4-BE49-F238E27FC236}">
                <a16:creationId xmlns:a16="http://schemas.microsoft.com/office/drawing/2014/main" id="{C5B91803-0498-487D-8C7A-D4FB5043CEA3}"/>
              </a:ext>
            </a:extLst>
          </p:cNvPr>
          <p:cNvSpPr>
            <a:spLocks xmlns:a="http://schemas.openxmlformats.org/drawingml/2006/main" noGrp="1"/>
          </p:cNvSpPr>
          <p:nvPr/>
        </p:nvSpPr>
        <p:spPr>
          <a:xfrm xmlns:a="http://schemas.openxmlformats.org/drawingml/2006/main">
            <a:off x="3352800" y="44767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Status Flag</a:t>
            </a:r>
          </a:p>
        </p:txBody>
      </p:sp>
      <p:sp>
        <p:nvSpPr>
          <p:cNvPr id="34" name="">
            <a:extLst xmlns:a="http://schemas.openxmlformats.org/drawingml/2006/main">
              <a:ext uri="{FF2B5EF4-FFF2-40B4-BE49-F238E27FC236}">
                <a16:creationId xmlns:a16="http://schemas.microsoft.com/office/drawing/2014/main" id="{4D2053E3-30A6-435F-B499-DD0ED47DF22A}"/>
              </a:ext>
            </a:extLst>
          </p:cNvPr>
          <p:cNvSpPr>
            <a:spLocks xmlns:a="http://schemas.openxmlformats.org/drawingml/2006/main" noGrp="1"/>
          </p:cNvSpPr>
          <p:nvPr/>
        </p:nvSpPr>
        <p:spPr>
          <a:xfrm xmlns:a="http://schemas.openxmlformats.org/drawingml/2006/main">
            <a:off x="5829300" y="4476750"/>
            <a:ext cx="1619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9050">
            <a:solidFill>
              <a:srgbClr val="5D6B78"/>
            </a:solidFill>
            <a:prstDash val="solid"/>
          </a:ln>
        </p:spPr>
      </p:sp>
      <p:sp>
        <p:nvSpPr>
          <p:cNvPr id="35" name="">
            <a:extLst xmlns:a="http://schemas.openxmlformats.org/drawingml/2006/main">
              <a:ext uri="{FF2B5EF4-FFF2-40B4-BE49-F238E27FC236}">
                <a16:creationId xmlns:a16="http://schemas.microsoft.com/office/drawing/2014/main" id="{1C23A118-36B9-46E0-94FF-BEE9E2DE0656}"/>
              </a:ext>
            </a:extLst>
          </p:cNvPr>
          <p:cNvSpPr>
            <a:spLocks xmlns:a="http://schemas.openxmlformats.org/drawingml/2006/main" noGrp="1"/>
          </p:cNvSpPr>
          <p:nvPr/>
        </p:nvSpPr>
        <p:spPr>
          <a:xfrm xmlns:a="http://schemas.openxmlformats.org/drawingml/2006/main">
            <a:off x="5829300" y="44767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Enable + Mask</a:t>
            </a:r>
          </a:p>
        </p:txBody>
      </p:sp>
      <p:sp>
        <p:nvSpPr>
          <p:cNvPr id="36" name="">
            <a:extLst xmlns:a="http://schemas.openxmlformats.org/drawingml/2006/main">
              <a:ext uri="{FF2B5EF4-FFF2-40B4-BE49-F238E27FC236}">
                <a16:creationId xmlns:a16="http://schemas.microsoft.com/office/drawing/2014/main" id="{BEE0A3E1-4D34-43F3-97A6-2F1C8469AECB}"/>
              </a:ext>
            </a:extLst>
          </p:cNvPr>
          <p:cNvSpPr>
            <a:spLocks xmlns:a="http://schemas.openxmlformats.org/drawingml/2006/main" noGrp="1"/>
          </p:cNvSpPr>
          <p:nvPr/>
        </p:nvSpPr>
        <p:spPr>
          <a:xfrm xmlns:a="http://schemas.openxmlformats.org/drawingml/2006/main">
            <a:off x="8305800" y="4476750"/>
            <a:ext cx="1619250" cy="685800"/>
          </a:xfrm>
          <a:prstGeom xmlns:a="http://schemas.openxmlformats.org/drawingml/2006/main" prst="roundRect">
            <a:avLst>
              <a:gd name="adj" fmla="val 16667"/>
            </a:avLst>
          </a:prstGeom>
          <a:solidFill xmlns:a="http://schemas.openxmlformats.org/drawingml/2006/main">
            <a:srgbClr val="E6F3ED"/>
          </a:solidFill>
          <a:ln xmlns:a="http://schemas.openxmlformats.org/drawingml/2006/main" w="19050">
            <a:solidFill>
              <a:srgbClr val="2E7D5B"/>
            </a:solidFill>
            <a:prstDash val="solid"/>
          </a:ln>
        </p:spPr>
      </p:sp>
      <p:sp>
        <p:nvSpPr>
          <p:cNvPr id="37" name="">
            <a:extLst xmlns:a="http://schemas.openxmlformats.org/drawingml/2006/main">
              <a:ext uri="{FF2B5EF4-FFF2-40B4-BE49-F238E27FC236}">
                <a16:creationId xmlns:a16="http://schemas.microsoft.com/office/drawing/2014/main" id="{3C8EB1BF-7374-4AB3-9C29-9688FE18D7B6}"/>
              </a:ext>
            </a:extLst>
          </p:cNvPr>
          <p:cNvSpPr>
            <a:spLocks xmlns:a="http://schemas.openxmlformats.org/drawingml/2006/main" noGrp="1"/>
          </p:cNvSpPr>
          <p:nvPr/>
        </p:nvSpPr>
        <p:spPr>
          <a:xfrm xmlns:a="http://schemas.openxmlformats.org/drawingml/2006/main">
            <a:off x="8305800" y="44767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ISR</a:t>
            </a:r>
          </a:p>
        </p:txBody>
      </p:sp>
      <p:cxnSp>
        <p:nvCxnSpPr>
          <p:cNvPr id="82" name=""/>
          <p:cNvCxnSpPr>
            <a:stCxn xmlns:a="http://schemas.openxmlformats.org/drawingml/2006/main" id="30" idx="3"/>
            <a:endCxn xmlns:a="http://schemas.openxmlformats.org/drawingml/2006/main" id="32" idx="1"/>
          </p:cNvCxnSpPr>
          <p:nvPr/>
        </p:nvCxnSpPr>
        <p:spPr>
          <a:xfrm xmlns:a="http://schemas.openxmlformats.org/drawingml/2006/main">
            <a:off x="2495550" y="4819650"/>
            <a:ext cx="857250" cy="0"/>
          </a:xfrm>
          <a:prstGeom xmlns:a="http://schemas.openxmlformats.org/drawingml/2006/main" prst="straightConnector1">
            <a:avLst/>
          </a:prstGeom>
          <a:ln xmlns:a="http://schemas.openxmlformats.org/drawingml/2006/main" w="19050">
            <a:solidFill>
              <a:srgbClr val="1677A7"/>
            </a:solidFill>
            <a:prstDash val="solid"/>
            <a:headEnd type="none" w="med" len="med"/>
            <a:tailEnd type="arrow" w="med" len="med"/>
          </a:ln>
        </p:spPr>
      </p:cxnSp>
      <p:cxnSp>
        <p:nvCxnSpPr>
          <p:cNvPr id="83" name=""/>
          <p:cNvCxnSpPr>
            <a:stCxn xmlns:a="http://schemas.openxmlformats.org/drawingml/2006/main" id="32" idx="3"/>
            <a:endCxn xmlns:a="http://schemas.openxmlformats.org/drawingml/2006/main" id="34" idx="1"/>
          </p:cNvCxnSpPr>
          <p:nvPr/>
        </p:nvCxnSpPr>
        <p:spPr>
          <a:xfrm xmlns:a="http://schemas.openxmlformats.org/drawingml/2006/main">
            <a:off x="4972050" y="4819650"/>
            <a:ext cx="857250" cy="0"/>
          </a:xfrm>
          <a:prstGeom xmlns:a="http://schemas.openxmlformats.org/drawingml/2006/main" prst="straightConnector1">
            <a:avLst/>
          </a:prstGeom>
          <a:ln xmlns:a="http://schemas.openxmlformats.org/drawingml/2006/main" w="19050">
            <a:solidFill>
              <a:srgbClr val="D97706"/>
            </a:solidFill>
            <a:prstDash val="solid"/>
            <a:headEnd type="none" w="med" len="med"/>
            <a:tailEnd type="arrow" w="med" len="med"/>
          </a:ln>
        </p:spPr>
      </p:cxnSp>
      <p:cxnSp>
        <p:nvCxnSpPr>
          <p:cNvPr id="84" name=""/>
          <p:cNvCxnSpPr>
            <a:stCxn xmlns:a="http://schemas.openxmlformats.org/drawingml/2006/main" id="34" idx="3"/>
            <a:endCxn xmlns:a="http://schemas.openxmlformats.org/drawingml/2006/main" id="36" idx="1"/>
          </p:cNvCxnSpPr>
          <p:nvPr/>
        </p:nvCxnSpPr>
        <p:spPr>
          <a:xfrm xmlns:a="http://schemas.openxmlformats.org/drawingml/2006/main">
            <a:off x="7448550" y="4819650"/>
            <a:ext cx="857250" cy="0"/>
          </a:xfrm>
          <a:prstGeom xmlns:a="http://schemas.openxmlformats.org/drawingml/2006/main" prst="straightConnector1">
            <a:avLst/>
          </a:prstGeom>
          <a:ln xmlns:a="http://schemas.openxmlformats.org/drawingml/2006/main" w="19050">
            <a:solidFill>
              <a:srgbClr val="2E7D5B"/>
            </a:solidFill>
            <a:prstDash val="solid"/>
            <a:headEnd type="none" w="med" len="med"/>
            <a:tailEnd type="arrow" w="med" len="med"/>
          </a:ln>
        </p:spPr>
      </p:cxnSp>
      <p:sp>
        <p:nvSpPr>
          <p:cNvPr id="41" name="">
            <a:extLst xmlns:a="http://schemas.openxmlformats.org/drawingml/2006/main">
              <a:ext uri="{FF2B5EF4-FFF2-40B4-BE49-F238E27FC236}">
                <a16:creationId xmlns:a16="http://schemas.microsoft.com/office/drawing/2014/main" id="{A9DA93A6-2766-40E8-8EEF-8A95A394CA9E}"/>
              </a:ext>
            </a:extLst>
          </p:cNvPr>
          <p:cNvSpPr>
            <a:spLocks xmlns:a="http://schemas.openxmlformats.org/drawingml/2006/main" noGrp="1"/>
          </p:cNvSpPr>
          <p:nvPr/>
        </p:nvSpPr>
        <p:spPr>
          <a:xfrm xmlns:a="http://schemas.openxmlformats.org/drawingml/2006/main">
            <a:off x="1428750" y="56197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1" i="0">
                <a:solidFill>
                  <a:srgbClr val="D97706"/>
                </a:solidFill>
                <a:latin typeface="Tahoma"/>
                <a:ea typeface="Tahoma"/>
                <a:cs typeface="Tahoma"/>
              </a:defRPr>
            </a:pPr>
            <a:r>
              <a:rPr sz="1575" b="1" i="0">
                <a:solidFill>
                  <a:srgbClr val="D97706"/>
                </a:solidFill>
                <a:latin typeface="Tahoma"/>
                <a:ea typeface="Tahoma"/>
                <a:cs typeface="Tahoma"/>
              </a:rPr>
              <a:t>Debounce: สวิตช์หนึ่งครั้งอาจสร้างหลาย Edge → ใช้ RC หรือ Timer</a:t>
            </a:r>
          </a:p>
        </p:txBody>
      </p:sp>
      <p:sp>
        <p:nvSpPr>
          <p:cNvPr id="42" name="">
            <a:extLst xmlns:a="http://schemas.openxmlformats.org/drawingml/2006/main">
              <a:ext uri="{FF2B5EF4-FFF2-40B4-BE49-F238E27FC236}">
                <a16:creationId xmlns:a16="http://schemas.microsoft.com/office/drawing/2014/main" id="{78FC0927-3363-4141-80FE-40DF6CDCDDF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3" name="">
            <a:extLst xmlns:a="http://schemas.openxmlformats.org/drawingml/2006/main">
              <a:ext uri="{FF2B5EF4-FFF2-40B4-BE49-F238E27FC236}">
                <a16:creationId xmlns:a16="http://schemas.microsoft.com/office/drawing/2014/main" id="{B68805B1-2506-40A3-A1ED-CF1F28F56C78}"/>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 Microchip External Interrupt Flag behavior; timing is illustrative</a:t>
            </a:r>
          </a:p>
        </p:txBody>
      </p:sp>
      <p:sp>
        <p:nvSpPr>
          <p:cNvPr id="44" name="">
            <a:extLst xmlns:a="http://schemas.openxmlformats.org/drawingml/2006/main">
              <a:ext uri="{FF2B5EF4-FFF2-40B4-BE49-F238E27FC236}">
                <a16:creationId xmlns:a16="http://schemas.microsoft.com/office/drawing/2014/main" id="{37C1ACBE-D6FA-4EC8-BDBF-D6588D265E9E}"/>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12</a:t>
            </a:r>
          </a:p>
        </p:txBody>
      </p:sp>
    </p:spTree>
    <p:extLst>
      <p:ext uri="{BB962C8B-B14F-4D97-AF65-F5344CB8AC3E}">
        <p14:creationId xmlns:p14="http://schemas.microsoft.com/office/powerpoint/2010/main" val="52726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E47E0C7-9F3B-4C44-A500-C4A31CC4CF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FF92E2A8-6ECF-43FC-B381-8E59EC90ABBA}"/>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ISR DESIGN PATTERN • รูปแบบที่ดี</a:t>
            </a:r>
          </a:p>
        </p:txBody>
      </p:sp>
      <p:sp>
        <p:nvSpPr>
          <p:cNvPr id="3" name="">
            <a:extLst xmlns:a="http://schemas.openxmlformats.org/drawingml/2006/main">
              <a:ext uri="{FF2B5EF4-FFF2-40B4-BE49-F238E27FC236}">
                <a16:creationId xmlns:a16="http://schemas.microsoft.com/office/drawing/2014/main" id="{B7F4F455-A026-48F8-8CEF-C83C2C6681E0}"/>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ISR ทำเฉพาะงานเร่งด่วน แล้วส่งงานหนักให้ Main Program</a:t>
            </a:r>
          </a:p>
        </p:txBody>
      </p:sp>
      <p:sp>
        <p:nvSpPr>
          <p:cNvPr id="4" name="">
            <a:extLst xmlns:a="http://schemas.openxmlformats.org/drawingml/2006/main">
              <a:ext uri="{FF2B5EF4-FFF2-40B4-BE49-F238E27FC236}">
                <a16:creationId xmlns:a16="http://schemas.microsoft.com/office/drawing/2014/main" id="{C2F87682-FE7C-4DA4-8305-6DA55227FEB8}"/>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13</a:t>
            </a:r>
          </a:p>
        </p:txBody>
      </p:sp>
      <p:sp>
        <p:nvSpPr>
          <p:cNvPr id="5" name="">
            <a:extLst xmlns:a="http://schemas.openxmlformats.org/drawingml/2006/main">
              <a:ext uri="{FF2B5EF4-FFF2-40B4-BE49-F238E27FC236}">
                <a16:creationId xmlns:a16="http://schemas.microsoft.com/office/drawing/2014/main" id="{365C88DB-6314-45F5-B652-0635B3F6C96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62418809-B194-479D-8020-0BD3482D47B6}"/>
              </a:ext>
            </a:extLst>
          </p:cNvPr>
          <p:cNvSpPr>
            <a:spLocks xmlns:a="http://schemas.openxmlformats.org/drawingml/2006/main" noGrp="1"/>
          </p:cNvSpPr>
          <p:nvPr/>
        </p:nvSpPr>
        <p:spPr>
          <a:xfrm xmlns:a="http://schemas.openxmlformats.org/drawingml/2006/main">
            <a:off x="723900" y="1562100"/>
            <a:ext cx="4762500" cy="4057650"/>
          </a:xfrm>
          <a:prstGeom xmlns:a="http://schemas.openxmlformats.org/drawingml/2006/main" prst="roundRect">
            <a:avLst>
              <a:gd name="adj" fmla="val 2817"/>
            </a:avLst>
          </a:prstGeom>
          <a:solidFill xmlns:a="http://schemas.openxmlformats.org/drawingml/2006/main">
            <a:srgbClr val="142434"/>
          </a:solidFill>
          <a:ln xmlns:a="http://schemas.openxmlformats.org/drawingml/2006/main" w="9525">
            <a:solidFill>
              <a:srgbClr val="142434"/>
            </a:solidFill>
            <a:prstDash val="solid"/>
          </a:ln>
        </p:spPr>
      </p:sp>
      <p:sp>
        <p:nvSpPr>
          <p:cNvPr id="7" name="">
            <a:extLst xmlns:a="http://schemas.openxmlformats.org/drawingml/2006/main">
              <a:ext uri="{FF2B5EF4-FFF2-40B4-BE49-F238E27FC236}">
                <a16:creationId xmlns:a16="http://schemas.microsoft.com/office/drawing/2014/main" id="{D42BB0D1-5644-4D4A-9D2D-7D36698F1C59}"/>
              </a:ext>
            </a:extLst>
          </p:cNvPr>
          <p:cNvSpPr>
            <a:spLocks xmlns:a="http://schemas.openxmlformats.org/drawingml/2006/main" noGrp="1"/>
          </p:cNvSpPr>
          <p:nvPr/>
        </p:nvSpPr>
        <p:spPr>
          <a:xfrm xmlns:a="http://schemas.openxmlformats.org/drawingml/2006/main">
            <a:off x="990600" y="18097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i="0">
                <a:solidFill>
                  <a:srgbClr val="C89B3C"/>
                </a:solidFill>
                <a:latin typeface="Menlo"/>
                <a:ea typeface="Menlo"/>
                <a:cs typeface="Menlo"/>
              </a:defRPr>
            </a:pPr>
            <a:r>
              <a:rPr sz="1200" b="0" i="0">
                <a:solidFill>
                  <a:srgbClr val="C89B3C"/>
                </a:solidFill>
                <a:latin typeface="Menlo"/>
                <a:ea typeface="Menlo"/>
                <a:cs typeface="Menlo"/>
              </a:rPr>
              <a:t>// AVR: minimal ISR</a:t>
            </a:r>
          </a:p>
        </p:txBody>
      </p:sp>
      <p:sp>
        <p:nvSpPr>
          <p:cNvPr id="8" name="">
            <a:extLst xmlns:a="http://schemas.openxmlformats.org/drawingml/2006/main">
              <a:ext uri="{FF2B5EF4-FFF2-40B4-BE49-F238E27FC236}">
                <a16:creationId xmlns:a16="http://schemas.microsoft.com/office/drawing/2014/main" id="{69F4700A-2591-421C-A68E-5E2CACB7B9F9}"/>
              </a:ext>
            </a:extLst>
          </p:cNvPr>
          <p:cNvSpPr>
            <a:spLocks xmlns:a="http://schemas.openxmlformats.org/drawingml/2006/main" noGrp="1"/>
          </p:cNvSpPr>
          <p:nvPr/>
        </p:nvSpPr>
        <p:spPr>
          <a:xfrm xmlns:a="http://schemas.openxmlformats.org/drawingml/2006/main">
            <a:off x="990600" y="2171700"/>
            <a:ext cx="419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volatile uint8_t button_event;</a:t>
            </a:r>
          </a:p>
          <a:p xmlns:a="http://schemas.openxmlformats.org/drawingml/2006/main">
            <a:r>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ISR(INT0_vect)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button_event = 1;</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a:t>
            </a:r>
          </a:p>
          <a:p xmlns:a="http://schemas.openxmlformats.org/drawingml/2006/main">
            <a:r>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int main(void)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init_int0();  sei();</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for (;;)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if (!button_event) continue;</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button_event = 0;</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handle_button();</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    }</a:t>
            </a:r>
          </a:p>
          <a:p xmlns:a="http://schemas.openxmlformats.org/drawingml/2006/main">
            <a:pPr algn="l">
              <a:lnSpc>
                <a:spcPct val="118000"/>
              </a:lnSpc>
              <a:buNone/>
              <a:defRPr sz="1200" b="0" i="0">
                <a:solidFill>
                  <a:srgbClr val="DCEAF4"/>
                </a:solidFill>
                <a:latin typeface="Menlo"/>
                <a:ea typeface="Menlo"/>
                <a:cs typeface="Menlo"/>
              </a:defRPr>
            </a:pPr>
            <a:r>
              <a:rPr sz="1200" b="0" i="0">
                <a:solidFill>
                  <a:srgbClr val="DCEAF4"/>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33A67D42-CBE2-4246-83EA-A858DFEB25FE}"/>
              </a:ext>
            </a:extLst>
          </p:cNvPr>
          <p:cNvSpPr>
            <a:spLocks xmlns:a="http://schemas.openxmlformats.org/drawingml/2006/main" noGrp="1"/>
          </p:cNvSpPr>
          <p:nvPr/>
        </p:nvSpPr>
        <p:spPr>
          <a:xfrm xmlns:a="http://schemas.openxmlformats.org/drawingml/2006/main">
            <a:off x="6419850" y="1752600"/>
            <a:ext cx="1714500" cy="723900"/>
          </a:xfrm>
          <a:prstGeom xmlns:a="http://schemas.openxmlformats.org/drawingml/2006/main" prst="roundRect">
            <a:avLst>
              <a:gd name="adj" fmla="val 15789"/>
            </a:avLst>
          </a:prstGeom>
          <a:solidFill xmlns:a="http://schemas.openxmlformats.org/drawingml/2006/main">
            <a:srgbClr val="F8EAE8"/>
          </a:solidFill>
          <a:ln xmlns:a="http://schemas.openxmlformats.org/drawingml/2006/main" w="19050">
            <a:solidFill>
              <a:srgbClr val="C6473A"/>
            </a:solidFill>
            <a:prstDash val="solid"/>
          </a:ln>
        </p:spPr>
      </p:sp>
      <p:sp>
        <p:nvSpPr>
          <p:cNvPr id="10" name="">
            <a:extLst xmlns:a="http://schemas.openxmlformats.org/drawingml/2006/main">
              <a:ext uri="{FF2B5EF4-FFF2-40B4-BE49-F238E27FC236}">
                <a16:creationId xmlns:a16="http://schemas.microsoft.com/office/drawing/2014/main" id="{7FCF418F-7D90-42E2-843F-34D1BF3638DB}"/>
              </a:ext>
            </a:extLst>
          </p:cNvPr>
          <p:cNvSpPr>
            <a:spLocks xmlns:a="http://schemas.openxmlformats.org/drawingml/2006/main" noGrp="1"/>
          </p:cNvSpPr>
          <p:nvPr/>
        </p:nvSpPr>
        <p:spPr>
          <a:xfrm xmlns:a="http://schemas.openxmlformats.org/drawingml/2006/main">
            <a:off x="6419850" y="175260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00" b="1" i="0">
                <a:solidFill>
                  <a:srgbClr val="C6473A"/>
                </a:solidFill>
                <a:latin typeface="Tahoma"/>
                <a:ea typeface="Tahoma"/>
                <a:cs typeface="Tahoma"/>
              </a:defRPr>
            </a:pPr>
            <a:r>
              <a:rPr sz="1800" b="1" i="0">
                <a:solidFill>
                  <a:srgbClr val="C6473A"/>
                </a:solidFill>
                <a:latin typeface="Tahoma"/>
                <a:ea typeface="Tahoma"/>
                <a:cs typeface="Tahoma"/>
              </a:rPr>
              <a:t>IRQ</a:t>
            </a:r>
          </a:p>
        </p:txBody>
      </p:sp>
      <p:sp>
        <p:nvSpPr>
          <p:cNvPr id="11" name="">
            <a:extLst xmlns:a="http://schemas.openxmlformats.org/drawingml/2006/main">
              <a:ext uri="{FF2B5EF4-FFF2-40B4-BE49-F238E27FC236}">
                <a16:creationId xmlns:a16="http://schemas.microsoft.com/office/drawing/2014/main" id="{4540D604-A2C2-4896-836A-C31C94E3BE73}"/>
              </a:ext>
            </a:extLst>
          </p:cNvPr>
          <p:cNvSpPr>
            <a:spLocks xmlns:a="http://schemas.openxmlformats.org/drawingml/2006/main" noGrp="1"/>
          </p:cNvSpPr>
          <p:nvPr/>
        </p:nvSpPr>
        <p:spPr>
          <a:xfrm xmlns:a="http://schemas.openxmlformats.org/drawingml/2006/main">
            <a:off x="8858250" y="1752600"/>
            <a:ext cx="2095500" cy="723900"/>
          </a:xfrm>
          <a:prstGeom xmlns:a="http://schemas.openxmlformats.org/drawingml/2006/main" prst="roundRect">
            <a:avLst>
              <a:gd name="adj" fmla="val 15789"/>
            </a:avLst>
          </a:prstGeom>
          <a:solidFill xmlns:a="http://schemas.openxmlformats.org/drawingml/2006/main">
            <a:srgbClr val="FFF1DF"/>
          </a:solidFill>
          <a:ln xmlns:a="http://schemas.openxmlformats.org/drawingml/2006/main" w="19050">
            <a:solidFill>
              <a:srgbClr val="D97706"/>
            </a:solidFill>
            <a:prstDash val="solid"/>
          </a:ln>
        </p:spPr>
      </p:sp>
      <p:sp>
        <p:nvSpPr>
          <p:cNvPr id="12" name="">
            <a:extLst xmlns:a="http://schemas.openxmlformats.org/drawingml/2006/main">
              <a:ext uri="{FF2B5EF4-FFF2-40B4-BE49-F238E27FC236}">
                <a16:creationId xmlns:a16="http://schemas.microsoft.com/office/drawing/2014/main" id="{F4141CAE-B27B-43B9-8BA5-9BEA4DE253DA}"/>
              </a:ext>
            </a:extLst>
          </p:cNvPr>
          <p:cNvSpPr>
            <a:spLocks xmlns:a="http://schemas.openxmlformats.org/drawingml/2006/main" noGrp="1"/>
          </p:cNvSpPr>
          <p:nvPr/>
        </p:nvSpPr>
        <p:spPr>
          <a:xfrm xmlns:a="http://schemas.openxmlformats.org/drawingml/2006/main">
            <a:off x="8858250" y="17526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ISR: read / flag / clear</a:t>
            </a:r>
          </a:p>
        </p:txBody>
      </p:sp>
      <p:sp>
        <p:nvSpPr>
          <p:cNvPr id="13" name="">
            <a:extLst xmlns:a="http://schemas.openxmlformats.org/drawingml/2006/main">
              <a:ext uri="{FF2B5EF4-FFF2-40B4-BE49-F238E27FC236}">
                <a16:creationId xmlns:a16="http://schemas.microsoft.com/office/drawing/2014/main" id="{3EE7F8AF-A72D-4ED2-935F-C94196A0B876}"/>
              </a:ext>
            </a:extLst>
          </p:cNvPr>
          <p:cNvSpPr>
            <a:spLocks xmlns:a="http://schemas.openxmlformats.org/drawingml/2006/main" noGrp="1"/>
          </p:cNvSpPr>
          <p:nvPr/>
        </p:nvSpPr>
        <p:spPr>
          <a:xfrm xmlns:a="http://schemas.openxmlformats.org/drawingml/2006/main">
            <a:off x="8858250" y="3333750"/>
            <a:ext cx="2095500" cy="723900"/>
          </a:xfrm>
          <a:prstGeom xmlns:a="http://schemas.openxmlformats.org/drawingml/2006/main" prst="roundRect">
            <a:avLst>
              <a:gd name="adj" fmla="val 15789"/>
            </a:avLst>
          </a:prstGeom>
          <a:solidFill xmlns:a="http://schemas.openxmlformats.org/drawingml/2006/main">
            <a:srgbClr val="E7F4F8"/>
          </a:solidFill>
          <a:ln xmlns:a="http://schemas.openxmlformats.org/drawingml/2006/main" w="19050">
            <a:solidFill>
              <a:srgbClr val="1677A7"/>
            </a:solidFill>
            <a:prstDash val="solid"/>
          </a:ln>
        </p:spPr>
      </p:sp>
      <p:sp>
        <p:nvSpPr>
          <p:cNvPr id="14" name="">
            <a:extLst xmlns:a="http://schemas.openxmlformats.org/drawingml/2006/main">
              <a:ext uri="{FF2B5EF4-FFF2-40B4-BE49-F238E27FC236}">
                <a16:creationId xmlns:a16="http://schemas.microsoft.com/office/drawing/2014/main" id="{3B48CCF1-BEE9-4308-B88B-22FAEC392B70}"/>
              </a:ext>
            </a:extLst>
          </p:cNvPr>
          <p:cNvSpPr>
            <a:spLocks xmlns:a="http://schemas.openxmlformats.org/drawingml/2006/main" noGrp="1"/>
          </p:cNvSpPr>
          <p:nvPr/>
        </p:nvSpPr>
        <p:spPr>
          <a:xfrm xmlns:a="http://schemas.openxmlformats.org/drawingml/2006/main">
            <a:off x="885825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Shared flag / queue</a:t>
            </a:r>
          </a:p>
        </p:txBody>
      </p:sp>
      <p:sp>
        <p:nvSpPr>
          <p:cNvPr id="15" name="">
            <a:extLst xmlns:a="http://schemas.openxmlformats.org/drawingml/2006/main">
              <a:ext uri="{FF2B5EF4-FFF2-40B4-BE49-F238E27FC236}">
                <a16:creationId xmlns:a16="http://schemas.microsoft.com/office/drawing/2014/main" id="{AD9D0D2C-39E8-4623-9F4E-A1FE30D5F1BE}"/>
              </a:ext>
            </a:extLst>
          </p:cNvPr>
          <p:cNvSpPr>
            <a:spLocks xmlns:a="http://schemas.openxmlformats.org/drawingml/2006/main" noGrp="1"/>
          </p:cNvSpPr>
          <p:nvPr/>
        </p:nvSpPr>
        <p:spPr>
          <a:xfrm xmlns:a="http://schemas.openxmlformats.org/drawingml/2006/main">
            <a:off x="6419850" y="4914900"/>
            <a:ext cx="4533900" cy="723900"/>
          </a:xfrm>
          <a:prstGeom xmlns:a="http://schemas.openxmlformats.org/drawingml/2006/main" prst="roundRect">
            <a:avLst>
              <a:gd name="adj" fmla="val 15789"/>
            </a:avLst>
          </a:prstGeom>
          <a:solidFill xmlns:a="http://schemas.openxmlformats.org/drawingml/2006/main">
            <a:srgbClr val="E6F3ED"/>
          </a:solidFill>
          <a:ln xmlns:a="http://schemas.openxmlformats.org/drawingml/2006/main" w="19050">
            <a:solidFill>
              <a:srgbClr val="2E7D5B"/>
            </a:solidFill>
            <a:prstDash val="solid"/>
          </a:ln>
        </p:spPr>
      </p:sp>
      <p:sp>
        <p:nvSpPr>
          <p:cNvPr id="16" name="">
            <a:extLst xmlns:a="http://schemas.openxmlformats.org/drawingml/2006/main">
              <a:ext uri="{FF2B5EF4-FFF2-40B4-BE49-F238E27FC236}">
                <a16:creationId xmlns:a16="http://schemas.microsoft.com/office/drawing/2014/main" id="{BCAFAC74-53F0-4073-90DC-8BAC44CBE8FC}"/>
              </a:ext>
            </a:extLst>
          </p:cNvPr>
          <p:cNvSpPr>
            <a:spLocks xmlns:a="http://schemas.openxmlformats.org/drawingml/2006/main" noGrp="1"/>
          </p:cNvSpPr>
          <p:nvPr/>
        </p:nvSpPr>
        <p:spPr>
          <a:xfrm xmlns:a="http://schemas.openxmlformats.org/drawingml/2006/main">
            <a:off x="6419850" y="4914900"/>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i="0">
                <a:solidFill>
                  <a:srgbClr val="0B2A4A"/>
                </a:solidFill>
                <a:latin typeface="Tahoma"/>
                <a:ea typeface="Tahoma"/>
                <a:cs typeface="Tahoma"/>
              </a:defRPr>
            </a:pPr>
            <a:r>
              <a:rPr sz="1575" b="1" i="0">
                <a:solidFill>
                  <a:srgbClr val="0B2A4A"/>
                </a:solidFill>
                <a:latin typeface="Tahoma"/>
                <a:ea typeface="Tahoma"/>
                <a:cs typeface="Tahoma"/>
              </a:rPr>
              <a:t>Main / Task: process, log, communicate</a:t>
            </a:r>
          </a:p>
        </p:txBody>
      </p: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8134350" y="2114550"/>
            <a:ext cx="723900" cy="0"/>
          </a:xfrm>
          <a:prstGeom xmlns:a="http://schemas.openxmlformats.org/drawingml/2006/main" prst="straightConnector1">
            <a:avLst/>
          </a:prstGeom>
          <a:ln xmlns:a="http://schemas.openxmlformats.org/drawingml/2006/main" w="19050">
            <a:solidFill>
              <a:srgbClr val="C6473A"/>
            </a:solidFill>
            <a:prstDash val="solid"/>
            <a:headEnd type="none" w="med" len="med"/>
            <a:tailEnd type="arrow" w="med" len="med"/>
          </a:ln>
        </p:spPr>
      </p:cxnSp>
      <p:cxnSp>
        <p:nvCxnSpPr>
          <p:cNvPr id="42" name=""/>
          <p:cNvCxnSpPr>
            <a:stCxn xmlns:a="http://schemas.openxmlformats.org/drawingml/2006/main" id="11" idx="2"/>
            <a:endCxn xmlns:a="http://schemas.openxmlformats.org/drawingml/2006/main" id="13" idx="0"/>
          </p:cNvCxnSpPr>
          <p:nvPr/>
        </p:nvCxnSpPr>
        <p:spPr>
          <a:xfrm xmlns:a="http://schemas.openxmlformats.org/drawingml/2006/main">
            <a:off x="9906000" y="2476500"/>
            <a:ext cx="0" cy="857250"/>
          </a:xfrm>
          <a:prstGeom xmlns:a="http://schemas.openxmlformats.org/drawingml/2006/main" prst="straightConnector1">
            <a:avLst/>
          </a:prstGeom>
          <a:ln xmlns:a="http://schemas.openxmlformats.org/drawingml/2006/main" w="19050">
            <a:solidFill>
              <a:srgbClr val="D97706"/>
            </a:solidFill>
            <a:prstDash val="solid"/>
            <a:headEnd type="none" w="med" len="med"/>
            <a:tailEnd type="arrow" w="med" len="med"/>
          </a:ln>
        </p:spPr>
      </p:cxnSp>
      <p:cxnSp>
        <p:nvCxnSpPr>
          <p:cNvPr id="43" name=""/>
          <p:cNvCxnSpPr>
            <a:stCxn xmlns:a="http://schemas.openxmlformats.org/drawingml/2006/main" id="13" idx="2"/>
            <a:endCxn xmlns:a="http://schemas.openxmlformats.org/drawingml/2006/main" id="15" idx="0"/>
          </p:cNvCxnSpPr>
          <p:nvPr/>
        </p:nvCxnSpPr>
        <p:spPr>
          <a:xfrm xmlns:a="http://schemas.openxmlformats.org/drawingml/2006/main" flipH="1">
            <a:off x="8686800" y="4057650"/>
            <a:ext cx="1219200" cy="857250"/>
          </a:xfrm>
          <a:prstGeom xmlns:a="http://schemas.openxmlformats.org/drawingml/2006/main" prst="bentConnector4">
            <a:avLst>
              <a:gd name="adj1" fmla="val 0"/>
              <a:gd name="adj2" fmla="val 50000"/>
            </a:avLst>
          </a:prstGeom>
          <a:ln xmlns:a="http://schemas.openxmlformats.org/drawingml/2006/main" w="19050">
            <a:solidFill>
              <a:srgbClr val="1677A7"/>
            </a:solidFill>
            <a:prstDash val="solid"/>
            <a:headEnd type="none" w="med" len="med"/>
            <a:tailEnd type="arrow" w="med" len="med"/>
          </a:ln>
        </p:spPr>
      </p:cxnSp>
      <p:sp>
        <p:nvSpPr>
          <p:cNvPr id="20" name="">
            <a:extLst xmlns:a="http://schemas.openxmlformats.org/drawingml/2006/main">
              <a:ext uri="{FF2B5EF4-FFF2-40B4-BE49-F238E27FC236}">
                <a16:creationId xmlns:a16="http://schemas.microsoft.com/office/drawing/2014/main" id="{6C7B178F-B82A-418D-A6BA-71493AC2459A}"/>
              </a:ext>
            </a:extLst>
          </p:cNvPr>
          <p:cNvSpPr>
            <a:spLocks xmlns:a="http://schemas.openxmlformats.org/drawingml/2006/main" noGrp="1"/>
          </p:cNvSpPr>
          <p:nvPr/>
        </p:nvSpPr>
        <p:spPr>
          <a:xfrm xmlns:a="http://schemas.openxmlformats.org/drawingml/2006/main">
            <a:off x="6229350" y="2933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Avoid in ISR</a:t>
            </a:r>
          </a:p>
        </p:txBody>
      </p:sp>
      <p:sp>
        <p:nvSpPr>
          <p:cNvPr id="21" name="">
            <a:extLst xmlns:a="http://schemas.openxmlformats.org/drawingml/2006/main">
              <a:ext uri="{FF2B5EF4-FFF2-40B4-BE49-F238E27FC236}">
                <a16:creationId xmlns:a16="http://schemas.microsoft.com/office/drawing/2014/main" id="{9738FD28-ADCC-42C7-87A3-AE46E50E5EF5}"/>
              </a:ext>
            </a:extLst>
          </p:cNvPr>
          <p:cNvSpPr>
            <a:spLocks xmlns:a="http://schemas.openxmlformats.org/drawingml/2006/main" noGrp="1"/>
          </p:cNvSpPr>
          <p:nvPr/>
        </p:nvSpPr>
        <p:spPr>
          <a:xfrm xmlns:a="http://schemas.openxmlformats.org/drawingml/2006/main">
            <a:off x="6229350" y="3238500"/>
            <a:ext cx="219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i="0">
                <a:solidFill>
                  <a:srgbClr val="5D6B78"/>
                </a:solidFill>
                <a:latin typeface="Tahoma"/>
                <a:ea typeface="Tahoma"/>
                <a:cs typeface="Tahoma"/>
              </a:defRPr>
            </a:pPr>
            <a:r>
              <a:rPr sz="1275" b="0" i="0">
                <a:solidFill>
                  <a:srgbClr val="5D6B78"/>
                </a:solidFill>
                <a:latin typeface="Tahoma"/>
                <a:ea typeface="Tahoma"/>
                <a:cs typeface="Tahoma"/>
              </a:rPr>
              <a:t>delay • printf • blocking I/O • long loops</a:t>
            </a:r>
          </a:p>
        </p:txBody>
      </p:sp>
      <p:sp>
        <p:nvSpPr>
          <p:cNvPr id="22" name="">
            <a:extLst xmlns:a="http://schemas.openxmlformats.org/drawingml/2006/main">
              <a:ext uri="{FF2B5EF4-FFF2-40B4-BE49-F238E27FC236}">
                <a16:creationId xmlns:a16="http://schemas.microsoft.com/office/drawing/2014/main" id="{DA62DD78-8A81-414E-8234-08539C6174D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3" name="">
            <a:extLst xmlns:a="http://schemas.openxmlformats.org/drawingml/2006/main">
              <a:ext uri="{FF2B5EF4-FFF2-40B4-BE49-F238E27FC236}">
                <a16:creationId xmlns:a16="http://schemas.microsoft.com/office/drawing/2014/main" id="{973E8CA2-4D41-4991-8034-2C7CB5019D9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AVR-LibC interrupt API and FAQ; pattern is illustrative</a:t>
            </a:r>
          </a:p>
        </p:txBody>
      </p:sp>
      <p:sp>
        <p:nvSpPr>
          <p:cNvPr id="24" name="">
            <a:extLst xmlns:a="http://schemas.openxmlformats.org/drawingml/2006/main">
              <a:ext uri="{FF2B5EF4-FFF2-40B4-BE49-F238E27FC236}">
                <a16:creationId xmlns:a16="http://schemas.microsoft.com/office/drawing/2014/main" id="{3B51E2EF-D03A-4655-8D04-0D358AF03E64}"/>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13</a:t>
            </a:r>
          </a:p>
        </p:txBody>
      </p:sp>
    </p:spTree>
    <p:extLst>
      <p:ext uri="{BB962C8B-B14F-4D97-AF65-F5344CB8AC3E}">
        <p14:creationId xmlns:p14="http://schemas.microsoft.com/office/powerpoint/2010/main" val="1795652329"/>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B20C3A3-B460-4585-9151-C02F299C67F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8567EA6A-8EE1-447A-9F6B-AEA0BEE64687}"/>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SHARED DATA SAFETY • ความถูกต้อง</a:t>
            </a:r>
          </a:p>
        </p:txBody>
      </p:sp>
      <p:sp>
        <p:nvSpPr>
          <p:cNvPr id="3" name="">
            <a:extLst xmlns:a="http://schemas.openxmlformats.org/drawingml/2006/main">
              <a:ext uri="{FF2B5EF4-FFF2-40B4-BE49-F238E27FC236}">
                <a16:creationId xmlns:a16="http://schemas.microsoft.com/office/drawing/2014/main" id="{B391E698-BB44-49C8-AF2D-1270DE6FD90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volatile ช่วย Visibility — Atomicity ต้องออกแบบ</a:t>
            </a:r>
          </a:p>
        </p:txBody>
      </p:sp>
      <p:sp>
        <p:nvSpPr>
          <p:cNvPr id="4" name="">
            <a:extLst xmlns:a="http://schemas.openxmlformats.org/drawingml/2006/main">
              <a:ext uri="{FF2B5EF4-FFF2-40B4-BE49-F238E27FC236}">
                <a16:creationId xmlns:a16="http://schemas.microsoft.com/office/drawing/2014/main" id="{B908D074-8868-413D-BBD7-3559DD09805C}"/>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14</a:t>
            </a:r>
          </a:p>
        </p:txBody>
      </p:sp>
      <p:sp>
        <p:nvSpPr>
          <p:cNvPr id="5" name="">
            <a:extLst xmlns:a="http://schemas.openxmlformats.org/drawingml/2006/main">
              <a:ext uri="{FF2B5EF4-FFF2-40B4-BE49-F238E27FC236}">
                <a16:creationId xmlns:a16="http://schemas.microsoft.com/office/drawing/2014/main" id="{2311A14A-9025-44D1-9C2E-EE3C2FCAF97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DA4BBFE2-07C3-493D-AD3F-AAC01E403B72}"/>
              </a:ext>
            </a:extLst>
          </p:cNvPr>
          <p:cNvSpPr>
            <a:spLocks xmlns:a="http://schemas.openxmlformats.org/drawingml/2006/main" noGrp="1"/>
          </p:cNvSpPr>
          <p:nvPr/>
        </p:nvSpPr>
        <p:spPr>
          <a:xfrm xmlns:a="http://schemas.openxmlformats.org/drawingml/2006/main">
            <a:off x="723900" y="15621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Example: 16-bit counter on an 8-bit MCU</a:t>
            </a:r>
          </a:p>
        </p:txBody>
      </p:sp>
      <p:sp>
        <p:nvSpPr>
          <p:cNvPr id="7" name="">
            <a:extLst xmlns:a="http://schemas.openxmlformats.org/drawingml/2006/main">
              <a:ext uri="{FF2B5EF4-FFF2-40B4-BE49-F238E27FC236}">
                <a16:creationId xmlns:a16="http://schemas.microsoft.com/office/drawing/2014/main" id="{49CB9DFC-7513-4D42-ADB0-890EE1DBD1DA}"/>
              </a:ext>
            </a:extLst>
          </p:cNvPr>
          <p:cNvSpPr>
            <a:spLocks xmlns:a="http://schemas.openxmlformats.org/drawingml/2006/main" noGrp="1"/>
          </p:cNvSpPr>
          <p:nvPr/>
        </p:nvSpPr>
        <p:spPr>
          <a:xfrm xmlns:a="http://schemas.openxmlformats.org/drawingml/2006/main">
            <a:off x="857250" y="2266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Main reads</a:t>
            </a:r>
          </a:p>
        </p:txBody>
      </p:sp>
      <p:sp>
        <p:nvSpPr>
          <p:cNvPr id="8" name="">
            <a:extLst xmlns:a="http://schemas.openxmlformats.org/drawingml/2006/main">
              <a:ext uri="{FF2B5EF4-FFF2-40B4-BE49-F238E27FC236}">
                <a16:creationId xmlns:a16="http://schemas.microsoft.com/office/drawing/2014/main" id="{89934DAC-5897-4A16-B70F-1E00B58B4C9E}"/>
              </a:ext>
            </a:extLst>
          </p:cNvPr>
          <p:cNvSpPr>
            <a:spLocks xmlns:a="http://schemas.openxmlformats.org/drawingml/2006/main" noGrp="1"/>
          </p:cNvSpPr>
          <p:nvPr/>
        </p:nvSpPr>
        <p:spPr>
          <a:xfrm xmlns:a="http://schemas.openxmlformats.org/drawingml/2006/main">
            <a:off x="857250" y="3333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i="0">
                <a:solidFill>
                  <a:srgbClr val="C6473A"/>
                </a:solidFill>
                <a:latin typeface="Tahoma"/>
                <a:ea typeface="Tahoma"/>
                <a:cs typeface="Tahoma"/>
              </a:defRPr>
            </a:pPr>
            <a:r>
              <a:rPr sz="1275" b="1" i="0">
                <a:solidFill>
                  <a:srgbClr val="C6473A"/>
                </a:solidFill>
                <a:latin typeface="Tahoma"/>
                <a:ea typeface="Tahoma"/>
                <a:cs typeface="Tahoma"/>
              </a:rPr>
              <a:t>ISR writes</a:t>
            </a:r>
          </a:p>
        </p:txBody>
      </p:sp>
      <p:sp>
        <p:nvSpPr>
          <p:cNvPr id="9" name="">
            <a:extLst xmlns:a="http://schemas.openxmlformats.org/drawingml/2006/main">
              <a:ext uri="{FF2B5EF4-FFF2-40B4-BE49-F238E27FC236}">
                <a16:creationId xmlns:a16="http://schemas.microsoft.com/office/drawing/2014/main" id="{212AE200-7499-42C7-9BDB-CF2B8E8EF09D}"/>
              </a:ext>
            </a:extLst>
          </p:cNvPr>
          <p:cNvSpPr>
            <a:spLocks xmlns:a="http://schemas.openxmlformats.org/drawingml/2006/main" noGrp="1"/>
          </p:cNvSpPr>
          <p:nvPr/>
        </p:nvSpPr>
        <p:spPr>
          <a:xfrm xmlns:a="http://schemas.openxmlformats.org/drawingml/2006/main">
            <a:off x="2095500" y="2400300"/>
            <a:ext cx="4572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0" name="">
            <a:extLst xmlns:a="http://schemas.openxmlformats.org/drawingml/2006/main">
              <a:ext uri="{FF2B5EF4-FFF2-40B4-BE49-F238E27FC236}">
                <a16:creationId xmlns:a16="http://schemas.microsoft.com/office/drawing/2014/main" id="{1B4B5D26-5B26-4D2A-ADD0-BBB19428ADD5}"/>
              </a:ext>
            </a:extLst>
          </p:cNvPr>
          <p:cNvSpPr>
            <a:spLocks xmlns:a="http://schemas.openxmlformats.org/drawingml/2006/main" noGrp="1"/>
          </p:cNvSpPr>
          <p:nvPr/>
        </p:nvSpPr>
        <p:spPr>
          <a:xfrm xmlns:a="http://schemas.openxmlformats.org/drawingml/2006/main">
            <a:off x="2095500" y="3467100"/>
            <a:ext cx="457200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1" name="">
            <a:extLst xmlns:a="http://schemas.openxmlformats.org/drawingml/2006/main">
              <a:ext uri="{FF2B5EF4-FFF2-40B4-BE49-F238E27FC236}">
                <a16:creationId xmlns:a16="http://schemas.microsoft.com/office/drawing/2014/main" id="{DA17506B-5D14-4A2E-B433-930151E7A6F9}"/>
              </a:ext>
            </a:extLst>
          </p:cNvPr>
          <p:cNvSpPr>
            <a:spLocks xmlns:a="http://schemas.openxmlformats.org/drawingml/2006/main" noGrp="1"/>
          </p:cNvSpPr>
          <p:nvPr/>
        </p:nvSpPr>
        <p:spPr>
          <a:xfrm xmlns:a="http://schemas.openxmlformats.org/drawingml/2006/main">
            <a:off x="2381250" y="2171700"/>
            <a:ext cx="1428750" cy="457200"/>
          </a:xfrm>
          <a:prstGeom xmlns:a="http://schemas.openxmlformats.org/drawingml/2006/main" prst="rect">
            <a:avLst/>
          </a:prstGeom>
          <a:solidFill xmlns:a="http://schemas.openxmlformats.org/drawingml/2006/main">
            <a:srgbClr val="E7F4F8"/>
          </a:solidFill>
          <a:ln xmlns:a="http://schemas.openxmlformats.org/drawingml/2006/main" w="9525">
            <a:solidFill>
              <a:srgbClr val="E7F4F8"/>
            </a:solidFill>
            <a:prstDash val="solid"/>
          </a:ln>
        </p:spPr>
      </p:sp>
      <p:sp>
        <p:nvSpPr>
          <p:cNvPr id="12" name="">
            <a:extLst xmlns:a="http://schemas.openxmlformats.org/drawingml/2006/main">
              <a:ext uri="{FF2B5EF4-FFF2-40B4-BE49-F238E27FC236}">
                <a16:creationId xmlns:a16="http://schemas.microsoft.com/office/drawing/2014/main" id="{77D24AA4-4362-452D-B812-D2FDC550A327}"/>
              </a:ext>
            </a:extLst>
          </p:cNvPr>
          <p:cNvSpPr>
            <a:spLocks xmlns:a="http://schemas.openxmlformats.org/drawingml/2006/main" noGrp="1"/>
          </p:cNvSpPr>
          <p:nvPr/>
        </p:nvSpPr>
        <p:spPr>
          <a:xfrm xmlns:a="http://schemas.openxmlformats.org/drawingml/2006/main">
            <a:off x="2381250" y="21717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0B2A4A"/>
                </a:solidFill>
                <a:latin typeface="Tahoma"/>
                <a:ea typeface="Tahoma"/>
                <a:cs typeface="Tahoma"/>
              </a:defRPr>
            </a:pPr>
            <a:r>
              <a:rPr sz="1200" b="1" i="0">
                <a:solidFill>
                  <a:srgbClr val="0B2A4A"/>
                </a:solidFill>
                <a:latin typeface="Tahoma"/>
                <a:ea typeface="Tahoma"/>
                <a:cs typeface="Tahoma"/>
              </a:rPr>
              <a:t>read LOW byte</a:t>
            </a:r>
          </a:p>
        </p:txBody>
      </p:sp>
      <p:sp>
        <p:nvSpPr>
          <p:cNvPr id="13" name="">
            <a:extLst xmlns:a="http://schemas.openxmlformats.org/drawingml/2006/main">
              <a:ext uri="{FF2B5EF4-FFF2-40B4-BE49-F238E27FC236}">
                <a16:creationId xmlns:a16="http://schemas.microsoft.com/office/drawing/2014/main" id="{628B6C1C-4CA2-4462-9F2A-B844F7037F3E}"/>
              </a:ext>
            </a:extLst>
          </p:cNvPr>
          <p:cNvSpPr>
            <a:spLocks xmlns:a="http://schemas.openxmlformats.org/drawingml/2006/main" noGrp="1"/>
          </p:cNvSpPr>
          <p:nvPr/>
        </p:nvSpPr>
        <p:spPr>
          <a:xfrm xmlns:a="http://schemas.openxmlformats.org/drawingml/2006/main">
            <a:off x="4953000" y="2171700"/>
            <a:ext cx="1428750" cy="457200"/>
          </a:xfrm>
          <a:prstGeom xmlns:a="http://schemas.openxmlformats.org/drawingml/2006/main" prst="rect">
            <a:avLst/>
          </a:prstGeom>
          <a:solidFill xmlns:a="http://schemas.openxmlformats.org/drawingml/2006/main">
            <a:srgbClr val="E7F4F8"/>
          </a:solidFill>
          <a:ln xmlns:a="http://schemas.openxmlformats.org/drawingml/2006/main" w="9525">
            <a:solidFill>
              <a:srgbClr val="E7F4F8"/>
            </a:solidFill>
            <a:prstDash val="solid"/>
          </a:ln>
        </p:spPr>
      </p:sp>
      <p:sp>
        <p:nvSpPr>
          <p:cNvPr id="14" name="">
            <a:extLst xmlns:a="http://schemas.openxmlformats.org/drawingml/2006/main">
              <a:ext uri="{FF2B5EF4-FFF2-40B4-BE49-F238E27FC236}">
                <a16:creationId xmlns:a16="http://schemas.microsoft.com/office/drawing/2014/main" id="{D93A0662-E23B-4E41-B85C-6850DCF49A14}"/>
              </a:ext>
            </a:extLst>
          </p:cNvPr>
          <p:cNvSpPr>
            <a:spLocks xmlns:a="http://schemas.openxmlformats.org/drawingml/2006/main" noGrp="1"/>
          </p:cNvSpPr>
          <p:nvPr/>
        </p:nvSpPr>
        <p:spPr>
          <a:xfrm xmlns:a="http://schemas.openxmlformats.org/drawingml/2006/main">
            <a:off x="4953000" y="21717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1" i="0">
                <a:solidFill>
                  <a:srgbClr val="0B2A4A"/>
                </a:solidFill>
                <a:latin typeface="Tahoma"/>
                <a:ea typeface="Tahoma"/>
                <a:cs typeface="Tahoma"/>
              </a:defRPr>
            </a:pPr>
            <a:r>
              <a:rPr sz="1200" b="1" i="0">
                <a:solidFill>
                  <a:srgbClr val="0B2A4A"/>
                </a:solidFill>
                <a:latin typeface="Tahoma"/>
                <a:ea typeface="Tahoma"/>
                <a:cs typeface="Tahoma"/>
              </a:rPr>
              <a:t>read HIGH byte</a:t>
            </a:r>
          </a:p>
        </p:txBody>
      </p:sp>
      <p:sp>
        <p:nvSpPr>
          <p:cNvPr id="15" name="">
            <a:extLst xmlns:a="http://schemas.openxmlformats.org/drawingml/2006/main">
              <a:ext uri="{FF2B5EF4-FFF2-40B4-BE49-F238E27FC236}">
                <a16:creationId xmlns:a16="http://schemas.microsoft.com/office/drawing/2014/main" id="{701A9BCD-8D2A-4ABF-AF94-68B95F28D36E}"/>
              </a:ext>
            </a:extLst>
          </p:cNvPr>
          <p:cNvSpPr>
            <a:spLocks xmlns:a="http://schemas.openxmlformats.org/drawingml/2006/main" noGrp="1"/>
          </p:cNvSpPr>
          <p:nvPr/>
        </p:nvSpPr>
        <p:spPr>
          <a:xfrm xmlns:a="http://schemas.openxmlformats.org/drawingml/2006/main">
            <a:off x="3905250" y="3238500"/>
            <a:ext cx="952500" cy="457200"/>
          </a:xfrm>
          <a:prstGeom xmlns:a="http://schemas.openxmlformats.org/drawingml/2006/main" prst="rect">
            <a:avLst/>
          </a:prstGeom>
          <a:solidFill xmlns:a="http://schemas.openxmlformats.org/drawingml/2006/main">
            <a:srgbClr val="C6473A"/>
          </a:solidFill>
          <a:ln xmlns:a="http://schemas.openxmlformats.org/drawingml/2006/main" w="9525">
            <a:solidFill>
              <a:srgbClr val="C6473A"/>
            </a:solidFill>
            <a:prstDash val="solid"/>
          </a:ln>
        </p:spPr>
      </p:sp>
      <p:sp>
        <p:nvSpPr>
          <p:cNvPr id="16" name="">
            <a:extLst xmlns:a="http://schemas.openxmlformats.org/drawingml/2006/main">
              <a:ext uri="{FF2B5EF4-FFF2-40B4-BE49-F238E27FC236}">
                <a16:creationId xmlns:a16="http://schemas.microsoft.com/office/drawing/2014/main" id="{BE56B531-7B41-4065-BB4D-613A73B07E60}"/>
              </a:ext>
            </a:extLst>
          </p:cNvPr>
          <p:cNvSpPr>
            <a:spLocks xmlns:a="http://schemas.openxmlformats.org/drawingml/2006/main" noGrp="1"/>
          </p:cNvSpPr>
          <p:nvPr/>
        </p:nvSpPr>
        <p:spPr>
          <a:xfrm xmlns:a="http://schemas.openxmlformats.org/drawingml/2006/main">
            <a:off x="3905250" y="3238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FFFFFF"/>
                </a:solidFill>
                <a:latin typeface="Tahoma"/>
                <a:ea typeface="Tahoma"/>
                <a:cs typeface="Tahoma"/>
              </a:defRPr>
            </a:pPr>
            <a:r>
              <a:rPr sz="1275" b="1" i="0">
                <a:solidFill>
                  <a:srgbClr val="FFFFFF"/>
                </a:solidFill>
                <a:latin typeface="Tahoma"/>
                <a:ea typeface="Tahoma"/>
                <a:cs typeface="Tahoma"/>
              </a:rPr>
              <a:t>ctr--</a:t>
            </a:r>
          </a:p>
        </p:txBody>
      </p:sp>
      <p:sp>
        <p:nvSpPr>
          <p:cNvPr id="17" name="">
            <a:extLst xmlns:a="http://schemas.openxmlformats.org/drawingml/2006/main">
              <a:ext uri="{FF2B5EF4-FFF2-40B4-BE49-F238E27FC236}">
                <a16:creationId xmlns:a16="http://schemas.microsoft.com/office/drawing/2014/main" id="{A4FFA1A1-5BB8-438F-88B3-7578CF029CDB}"/>
              </a:ext>
            </a:extLst>
          </p:cNvPr>
          <p:cNvSpPr>
            <a:spLocks xmlns:a="http://schemas.openxmlformats.org/drawingml/2006/main" noGrp="1"/>
          </p:cNvSpPr>
          <p:nvPr/>
        </p:nvSpPr>
        <p:spPr>
          <a:xfrm xmlns:a="http://schemas.openxmlformats.org/drawingml/2006/main">
            <a:off x="4381500" y="2628900"/>
            <a:ext cx="0" cy="419100"/>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18" name="">
            <a:extLst xmlns:a="http://schemas.openxmlformats.org/drawingml/2006/main">
              <a:ext uri="{FF2B5EF4-FFF2-40B4-BE49-F238E27FC236}">
                <a16:creationId xmlns:a16="http://schemas.microsoft.com/office/drawing/2014/main" id="{BB6D29BA-4921-4F9B-BD72-8B59F7E46D19}"/>
              </a:ext>
            </a:extLst>
          </p:cNvPr>
          <p:cNvSpPr>
            <a:spLocks xmlns:a="http://schemas.openxmlformats.org/drawingml/2006/main" noGrp="1"/>
          </p:cNvSpPr>
          <p:nvPr/>
        </p:nvSpPr>
        <p:spPr>
          <a:xfrm xmlns:a="http://schemas.openxmlformats.org/drawingml/2006/main">
            <a:off x="3752850" y="278130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torn read</a:t>
            </a:r>
          </a:p>
        </p:txBody>
      </p:sp>
      <p:sp>
        <p:nvSpPr>
          <p:cNvPr id="19" name="">
            <a:extLst xmlns:a="http://schemas.openxmlformats.org/drawingml/2006/main">
              <a:ext uri="{FF2B5EF4-FFF2-40B4-BE49-F238E27FC236}">
                <a16:creationId xmlns:a16="http://schemas.microsoft.com/office/drawing/2014/main" id="{246D5D2B-3D04-4E55-B8A6-6BB7F20BAB1D}"/>
              </a:ext>
            </a:extLst>
          </p:cNvPr>
          <p:cNvSpPr>
            <a:spLocks xmlns:a="http://schemas.openxmlformats.org/drawingml/2006/main" noGrp="1"/>
          </p:cNvSpPr>
          <p:nvPr/>
        </p:nvSpPr>
        <p:spPr>
          <a:xfrm xmlns:a="http://schemas.openxmlformats.org/drawingml/2006/main">
            <a:off x="1428750" y="40767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1" i="0">
                <a:solidFill>
                  <a:srgbClr val="C6473A"/>
                </a:solidFill>
                <a:latin typeface="Tahoma"/>
                <a:ea typeface="Tahoma"/>
                <a:cs typeface="Tahoma"/>
              </a:defRPr>
            </a:pPr>
            <a:r>
              <a:rPr sz="1500" b="1" i="0">
                <a:solidFill>
                  <a:srgbClr val="C6473A"/>
                </a:solidFill>
                <a:latin typeface="Tahoma"/>
                <a:ea typeface="Tahoma"/>
                <a:cs typeface="Tahoma"/>
              </a:rPr>
              <a:t>ค่าที่อ่านอาจรวม LOW เก่ากับ HIGH ใหม่</a:t>
            </a:r>
          </a:p>
        </p:txBody>
      </p:sp>
      <p:sp>
        <p:nvSpPr>
          <p:cNvPr id="20" name="">
            <a:extLst xmlns:a="http://schemas.openxmlformats.org/drawingml/2006/main">
              <a:ext uri="{FF2B5EF4-FFF2-40B4-BE49-F238E27FC236}">
                <a16:creationId xmlns:a16="http://schemas.microsoft.com/office/drawing/2014/main" id="{988BB0FD-28D0-48CE-B5A1-51343A3731EB}"/>
              </a:ext>
            </a:extLst>
          </p:cNvPr>
          <p:cNvSpPr>
            <a:spLocks xmlns:a="http://schemas.openxmlformats.org/drawingml/2006/main" noGrp="1"/>
          </p:cNvSpPr>
          <p:nvPr/>
        </p:nvSpPr>
        <p:spPr>
          <a:xfrm xmlns:a="http://schemas.openxmlformats.org/drawingml/2006/main">
            <a:off x="7524750" y="1638300"/>
            <a:ext cx="3905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19050">
            <a:solidFill>
              <a:srgbClr val="1677A7"/>
            </a:solidFill>
            <a:prstDash val="solid"/>
          </a:ln>
        </p:spPr>
      </p:sp>
      <p:sp>
        <p:nvSpPr>
          <p:cNvPr id="21" name="">
            <a:extLst xmlns:a="http://schemas.openxmlformats.org/drawingml/2006/main">
              <a:ext uri="{FF2B5EF4-FFF2-40B4-BE49-F238E27FC236}">
                <a16:creationId xmlns:a16="http://schemas.microsoft.com/office/drawing/2014/main" id="{09A913D3-F07E-46A4-BDD5-D6598044767F}"/>
              </a:ext>
            </a:extLst>
          </p:cNvPr>
          <p:cNvSpPr>
            <a:spLocks xmlns:a="http://schemas.openxmlformats.org/drawingml/2006/main" noGrp="1"/>
          </p:cNvSpPr>
          <p:nvPr/>
        </p:nvSpPr>
        <p:spPr>
          <a:xfrm xmlns:a="http://schemas.openxmlformats.org/drawingml/2006/main">
            <a:off x="7810500" y="18478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875" b="1" i="0">
                <a:solidFill>
                  <a:srgbClr val="1677A7"/>
                </a:solidFill>
                <a:latin typeface="Tahoma"/>
                <a:ea typeface="Tahoma"/>
                <a:cs typeface="Tahoma"/>
              </a:defRPr>
            </a:pPr>
            <a:r>
              <a:rPr sz="1875" b="1" i="0">
                <a:solidFill>
                  <a:srgbClr val="1677A7"/>
                </a:solidFill>
                <a:latin typeface="Tahoma"/>
                <a:ea typeface="Tahoma"/>
                <a:cs typeface="Tahoma"/>
              </a:rPr>
              <a:t>volatile</a:t>
            </a:r>
          </a:p>
        </p:txBody>
      </p:sp>
      <p:sp>
        <p:nvSpPr>
          <p:cNvPr id="22" name="">
            <a:extLst xmlns:a="http://schemas.openxmlformats.org/drawingml/2006/main">
              <a:ext uri="{FF2B5EF4-FFF2-40B4-BE49-F238E27FC236}">
                <a16:creationId xmlns:a16="http://schemas.microsoft.com/office/drawing/2014/main" id="{B5001CF5-D86C-4189-BA5A-F8F3FA1024FE}"/>
              </a:ext>
            </a:extLst>
          </p:cNvPr>
          <p:cNvSpPr>
            <a:spLocks xmlns:a="http://schemas.openxmlformats.org/drawingml/2006/main" noGrp="1"/>
          </p:cNvSpPr>
          <p:nvPr/>
        </p:nvSpPr>
        <p:spPr>
          <a:xfrm xmlns:a="http://schemas.openxmlformats.org/drawingml/2006/main">
            <a:off x="7715250" y="23050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บังคับให้ Compiler อ่าน/เขียน Memory จริง</a:t>
            </a:r>
          </a:p>
        </p:txBody>
      </p:sp>
      <p:sp>
        <p:nvSpPr>
          <p:cNvPr id="23" name="">
            <a:extLst xmlns:a="http://schemas.openxmlformats.org/drawingml/2006/main">
              <a:ext uri="{FF2B5EF4-FFF2-40B4-BE49-F238E27FC236}">
                <a16:creationId xmlns:a16="http://schemas.microsoft.com/office/drawing/2014/main" id="{7585B774-EF39-4229-9AD8-D148F8F9CB97}"/>
              </a:ext>
            </a:extLst>
          </p:cNvPr>
          <p:cNvSpPr>
            <a:spLocks xmlns:a="http://schemas.openxmlformats.org/drawingml/2006/main" noGrp="1"/>
          </p:cNvSpPr>
          <p:nvPr/>
        </p:nvSpPr>
        <p:spPr>
          <a:xfrm xmlns:a="http://schemas.openxmlformats.org/drawingml/2006/main">
            <a:off x="7524750" y="3086100"/>
            <a:ext cx="3905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19050">
            <a:solidFill>
              <a:srgbClr val="D97706"/>
            </a:solidFill>
            <a:prstDash val="solid"/>
          </a:ln>
        </p:spPr>
      </p:sp>
      <p:sp>
        <p:nvSpPr>
          <p:cNvPr id="24" name="">
            <a:extLst xmlns:a="http://schemas.openxmlformats.org/drawingml/2006/main">
              <a:ext uri="{FF2B5EF4-FFF2-40B4-BE49-F238E27FC236}">
                <a16:creationId xmlns:a16="http://schemas.microsoft.com/office/drawing/2014/main" id="{A15BD04E-05BB-4AB2-A4FF-76CCD724DDB1}"/>
              </a:ext>
            </a:extLst>
          </p:cNvPr>
          <p:cNvSpPr>
            <a:spLocks xmlns:a="http://schemas.openxmlformats.org/drawingml/2006/main" noGrp="1"/>
          </p:cNvSpPr>
          <p:nvPr/>
        </p:nvSpPr>
        <p:spPr>
          <a:xfrm xmlns:a="http://schemas.openxmlformats.org/drawingml/2006/main">
            <a:off x="7810500" y="32956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800" b="1" i="0">
                <a:solidFill>
                  <a:srgbClr val="D97706"/>
                </a:solidFill>
                <a:latin typeface="Tahoma"/>
                <a:ea typeface="Tahoma"/>
                <a:cs typeface="Tahoma"/>
              </a:defRPr>
            </a:pPr>
            <a:r>
              <a:rPr sz="1800" b="1" i="0">
                <a:solidFill>
                  <a:srgbClr val="D97706"/>
                </a:solidFill>
                <a:latin typeface="Tahoma"/>
                <a:ea typeface="Tahoma"/>
                <a:cs typeface="Tahoma"/>
              </a:rPr>
              <a:t>ATOMIC_BLOCK</a:t>
            </a:r>
          </a:p>
        </p:txBody>
      </p:sp>
      <p:sp>
        <p:nvSpPr>
          <p:cNvPr id="25" name="">
            <a:extLst xmlns:a="http://schemas.openxmlformats.org/drawingml/2006/main">
              <a:ext uri="{FF2B5EF4-FFF2-40B4-BE49-F238E27FC236}">
                <a16:creationId xmlns:a16="http://schemas.microsoft.com/office/drawing/2014/main" id="{4E587DC4-3A1E-452C-8C23-5ABB430E8B2C}"/>
              </a:ext>
            </a:extLst>
          </p:cNvPr>
          <p:cNvSpPr>
            <a:spLocks xmlns:a="http://schemas.openxmlformats.org/drawingml/2006/main" noGrp="1"/>
          </p:cNvSpPr>
          <p:nvPr/>
        </p:nvSpPr>
        <p:spPr>
          <a:xfrm xmlns:a="http://schemas.openxmlformats.org/drawingml/2006/main">
            <a:off x="7715250" y="37528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ป้องกัน Interrupt แทรกกลาง Critical Section</a:t>
            </a:r>
          </a:p>
        </p:txBody>
      </p:sp>
      <p:sp>
        <p:nvSpPr>
          <p:cNvPr id="26" name="">
            <a:extLst xmlns:a="http://schemas.openxmlformats.org/drawingml/2006/main">
              <a:ext uri="{FF2B5EF4-FFF2-40B4-BE49-F238E27FC236}">
                <a16:creationId xmlns:a16="http://schemas.microsoft.com/office/drawing/2014/main" id="{267362B6-5744-4ACB-B554-2A584B883842}"/>
              </a:ext>
            </a:extLst>
          </p:cNvPr>
          <p:cNvSpPr>
            <a:spLocks xmlns:a="http://schemas.openxmlformats.org/drawingml/2006/main" noGrp="1"/>
          </p:cNvSpPr>
          <p:nvPr/>
        </p:nvSpPr>
        <p:spPr>
          <a:xfrm xmlns:a="http://schemas.openxmlformats.org/drawingml/2006/main">
            <a:off x="7524750" y="4533900"/>
            <a:ext cx="3905250" cy="1123950"/>
          </a:xfrm>
          <a:prstGeom xmlns:a="http://schemas.openxmlformats.org/drawingml/2006/main" prst="roundRect">
            <a:avLst>
              <a:gd name="adj" fmla="val 10169"/>
            </a:avLst>
          </a:prstGeom>
          <a:solidFill xmlns:a="http://schemas.openxmlformats.org/drawingml/2006/main">
            <a:srgbClr val="0B2A4A"/>
          </a:solidFill>
          <a:ln xmlns:a="http://schemas.openxmlformats.org/drawingml/2006/main" w="9525">
            <a:solidFill>
              <a:srgbClr val="0B2A4A"/>
            </a:solidFill>
            <a:prstDash val="solid"/>
          </a:ln>
        </p:spPr>
      </p:sp>
      <p:sp>
        <p:nvSpPr>
          <p:cNvPr id="27" name="">
            <a:extLst xmlns:a="http://schemas.openxmlformats.org/drawingml/2006/main">
              <a:ext uri="{FF2B5EF4-FFF2-40B4-BE49-F238E27FC236}">
                <a16:creationId xmlns:a16="http://schemas.microsoft.com/office/drawing/2014/main" id="{3BE350F4-15CC-4BBA-9F87-0CA7B577BDA4}"/>
              </a:ext>
            </a:extLst>
          </p:cNvPr>
          <p:cNvSpPr>
            <a:spLocks xmlns:a="http://schemas.openxmlformats.org/drawingml/2006/main" noGrp="1"/>
          </p:cNvSpPr>
          <p:nvPr/>
        </p:nvSpPr>
        <p:spPr>
          <a:xfrm xmlns:a="http://schemas.openxmlformats.org/drawingml/2006/main">
            <a:off x="7810500" y="47244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1" i="0">
                <a:solidFill>
                  <a:srgbClr val="C89B3C"/>
                </a:solidFill>
                <a:latin typeface="Tahoma"/>
                <a:ea typeface="Tahoma"/>
                <a:cs typeface="Tahoma"/>
              </a:defRPr>
            </a:pPr>
            <a:r>
              <a:rPr sz="1500" b="1" i="0">
                <a:solidFill>
                  <a:srgbClr val="C89B3C"/>
                </a:solidFill>
                <a:latin typeface="Tahoma"/>
                <a:ea typeface="Tahoma"/>
                <a:cs typeface="Tahoma"/>
              </a:rPr>
              <a:t>Rule</a:t>
            </a:r>
          </a:p>
        </p:txBody>
      </p:sp>
      <p:sp>
        <p:nvSpPr>
          <p:cNvPr id="28" name="">
            <a:extLst xmlns:a="http://schemas.openxmlformats.org/drawingml/2006/main">
              <a:ext uri="{FF2B5EF4-FFF2-40B4-BE49-F238E27FC236}">
                <a16:creationId xmlns:a16="http://schemas.microsoft.com/office/drawing/2014/main" id="{2F039F8B-70A0-4C47-83AF-FC419773058B}"/>
              </a:ext>
            </a:extLst>
          </p:cNvPr>
          <p:cNvSpPr>
            <a:spLocks xmlns:a="http://schemas.openxmlformats.org/drawingml/2006/main" noGrp="1"/>
          </p:cNvSpPr>
          <p:nvPr/>
        </p:nvSpPr>
        <p:spPr>
          <a:xfrm xmlns:a="http://schemas.openxmlformats.org/drawingml/2006/main">
            <a:off x="7715250" y="50482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แชร์หลาย Byte หรือหลาย Step</a:t>
            </a:r>
          </a:p>
          <a:p xmlns:a="http://schemas.openxmlformats.org/drawingml/2006/main">
            <a:pPr algn="ctr">
              <a:lnSpc>
                <a:spcPct val="115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ต้องออกแบบ Critical Section</a:t>
            </a:r>
          </a:p>
        </p:txBody>
      </p:sp>
      <p:sp>
        <p:nvSpPr>
          <p:cNvPr id="29" name="">
            <a:extLst xmlns:a="http://schemas.openxmlformats.org/drawingml/2006/main">
              <a:ext uri="{FF2B5EF4-FFF2-40B4-BE49-F238E27FC236}">
                <a16:creationId xmlns:a16="http://schemas.microsoft.com/office/drawing/2014/main" id="{8CBB57E6-874C-42C3-A194-16F9B95D25FE}"/>
              </a:ext>
            </a:extLst>
          </p:cNvPr>
          <p:cNvSpPr>
            <a:spLocks xmlns:a="http://schemas.openxmlformats.org/drawingml/2006/main" noGrp="1"/>
          </p:cNvSpPr>
          <p:nvPr/>
        </p:nvSpPr>
        <p:spPr>
          <a:xfrm xmlns:a="http://schemas.openxmlformats.org/drawingml/2006/main">
            <a:off x="1066800" y="5067300"/>
            <a:ext cx="5867400" cy="590550"/>
          </a:xfrm>
          <a:prstGeom xmlns:a="http://schemas.openxmlformats.org/drawingml/2006/main" prst="roundRect">
            <a:avLst>
              <a:gd name="adj" fmla="val 12903"/>
            </a:avLst>
          </a:prstGeom>
          <a:solidFill xmlns:a="http://schemas.openxmlformats.org/drawingml/2006/main">
            <a:srgbClr val="142434"/>
          </a:solidFill>
          <a:ln xmlns:a="http://schemas.openxmlformats.org/drawingml/2006/main" w="9525">
            <a:solidFill>
              <a:srgbClr val="142434"/>
            </a:solidFill>
            <a:prstDash val="solid"/>
          </a:ln>
        </p:spPr>
      </p:sp>
      <p:sp>
        <p:nvSpPr>
          <p:cNvPr id="30" name="">
            <a:extLst xmlns:a="http://schemas.openxmlformats.org/drawingml/2006/main">
              <a:ext uri="{FF2B5EF4-FFF2-40B4-BE49-F238E27FC236}">
                <a16:creationId xmlns:a16="http://schemas.microsoft.com/office/drawing/2014/main" id="{A810122F-E319-44F0-932F-84124CF92F47}"/>
              </a:ext>
            </a:extLst>
          </p:cNvPr>
          <p:cNvSpPr>
            <a:spLocks xmlns:a="http://schemas.openxmlformats.org/drawingml/2006/main" noGrp="1"/>
          </p:cNvSpPr>
          <p:nvPr/>
        </p:nvSpPr>
        <p:spPr>
          <a:xfrm xmlns:a="http://schemas.openxmlformats.org/drawingml/2006/main">
            <a:off x="1143000" y="5162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95250" rIns="76200" bIns="0" anchor="ctr">
            <a:noAutofit/>
          </a:bodyPr>
          <a:lstStyle xmlns:a="http://schemas.openxmlformats.org/drawingml/2006/main"/>
          <a:p xmlns:a="http://schemas.openxmlformats.org/drawingml/2006/main">
            <a:pPr algn="ctr">
              <a:lnSpc>
                <a:spcPct val="104000"/>
              </a:lnSpc>
              <a:buNone/>
              <a:defRPr sz="1200" b="0" i="0">
                <a:solidFill>
                  <a:srgbClr val="DCEAF4"/>
                </a:solidFill>
                <a:latin typeface="Menlo"/>
                <a:ea typeface="Menlo"/>
                <a:cs typeface="Menlo"/>
              </a:defRPr>
            </a:pPr>
            <a:r>
              <a:rPr sz="1200" b="0" i="0">
                <a:solidFill>
                  <a:srgbClr val="DCEAF4"/>
                </a:solidFill>
                <a:latin typeface="Menlo"/>
                <a:ea typeface="Menlo"/>
                <a:cs typeface="Menlo"/>
              </a:rPr>
              <a:t>ATOMIC_BLOCK(ATOMIC_RESTORESTATE) { snapshot = counter; }</a:t>
            </a:r>
          </a:p>
        </p:txBody>
      </p:sp>
      <p:sp>
        <p:nvSpPr>
          <p:cNvPr id="31" name="">
            <a:extLst xmlns:a="http://schemas.openxmlformats.org/drawingml/2006/main">
              <a:ext uri="{FF2B5EF4-FFF2-40B4-BE49-F238E27FC236}">
                <a16:creationId xmlns:a16="http://schemas.microsoft.com/office/drawing/2014/main" id="{1D129EE1-85FE-4B6C-A860-3B3BBD20D44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2" name="">
            <a:extLst xmlns:a="http://schemas.openxmlformats.org/drawingml/2006/main">
              <a:ext uri="{FF2B5EF4-FFF2-40B4-BE49-F238E27FC236}">
                <a16:creationId xmlns:a16="http://schemas.microsoft.com/office/drawing/2014/main" id="{D62535D9-17A8-49A9-8C4E-1FC99A2741B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AVR-LibC FAQ and &lt;util/atomic.h&gt;</a:t>
            </a:r>
          </a:p>
        </p:txBody>
      </p:sp>
      <p:sp>
        <p:nvSpPr>
          <p:cNvPr id="33" name="">
            <a:extLst xmlns:a="http://schemas.openxmlformats.org/drawingml/2006/main">
              <a:ext uri="{FF2B5EF4-FFF2-40B4-BE49-F238E27FC236}">
                <a16:creationId xmlns:a16="http://schemas.microsoft.com/office/drawing/2014/main" id="{7E5B040A-4C1E-4E7C-AFAE-AC36733079AA}"/>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14</a:t>
            </a:r>
          </a:p>
        </p:txBody>
      </p:sp>
    </p:spTree>
    <p:extLst>
      <p:ext uri="{BB962C8B-B14F-4D97-AF65-F5344CB8AC3E}">
        <p14:creationId xmlns:p14="http://schemas.microsoft.com/office/powerpoint/2010/main" val="18693317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63F2AD1-F564-4F16-B2DD-E8BDD0C0FF6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F3F4C4D9-160F-49DE-9DCA-74C246AFF03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CASE STUDY • ตัวอย่าง</a:t>
            </a:r>
          </a:p>
        </p:txBody>
      </p:sp>
      <p:sp>
        <p:nvSpPr>
          <p:cNvPr id="3" name="">
            <a:extLst xmlns:a="http://schemas.openxmlformats.org/drawingml/2006/main">
              <a:ext uri="{FF2B5EF4-FFF2-40B4-BE49-F238E27FC236}">
                <a16:creationId xmlns:a16="http://schemas.microsoft.com/office/drawing/2014/main" id="{4DEBCB7C-936D-407A-A24E-496A9EEC101F}"/>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ATmega328P INT0: ปุ่มกดสร้าง Event โดยไม่ Polling</a:t>
            </a:r>
          </a:p>
        </p:txBody>
      </p:sp>
      <p:sp>
        <p:nvSpPr>
          <p:cNvPr id="4" name="">
            <a:extLst xmlns:a="http://schemas.openxmlformats.org/drawingml/2006/main">
              <a:ext uri="{FF2B5EF4-FFF2-40B4-BE49-F238E27FC236}">
                <a16:creationId xmlns:a16="http://schemas.microsoft.com/office/drawing/2014/main" id="{04050908-CB12-47FC-A978-C49F7AFCEC3D}"/>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15</a:t>
            </a:r>
          </a:p>
        </p:txBody>
      </p:sp>
      <p:sp>
        <p:nvSpPr>
          <p:cNvPr id="5" name="">
            <a:extLst xmlns:a="http://schemas.openxmlformats.org/drawingml/2006/main">
              <a:ext uri="{FF2B5EF4-FFF2-40B4-BE49-F238E27FC236}">
                <a16:creationId xmlns:a16="http://schemas.microsoft.com/office/drawing/2014/main" id="{6AD7D56A-B836-4F72-9A0C-DD6A9CC7937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36F9E673-7E32-465A-91FB-FF87878C21BA}"/>
              </a:ext>
            </a:extLst>
          </p:cNvPr>
          <p:cNvSpPr>
            <a:spLocks xmlns:a="http://schemas.openxmlformats.org/drawingml/2006/main" noGrp="1"/>
          </p:cNvSpPr>
          <p:nvPr/>
        </p:nvSpPr>
        <p:spPr>
          <a:xfrm xmlns:a="http://schemas.openxmlformats.org/drawingml/2006/main">
            <a:off x="723900" y="1562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Hardware path</a:t>
            </a:r>
          </a:p>
        </p:txBody>
      </p:sp>
      <p:sp>
        <p:nvSpPr>
          <p:cNvPr id="7" name="">
            <a:extLst xmlns:a="http://schemas.openxmlformats.org/drawingml/2006/main">
              <a:ext uri="{FF2B5EF4-FFF2-40B4-BE49-F238E27FC236}">
                <a16:creationId xmlns:a16="http://schemas.microsoft.com/office/drawing/2014/main" id="{60233C34-C67A-4DFD-A8CD-AA321D6B6D49}"/>
              </a:ext>
            </a:extLst>
          </p:cNvPr>
          <p:cNvSpPr>
            <a:spLocks xmlns:a="http://schemas.openxmlformats.org/drawingml/2006/main" noGrp="1"/>
          </p:cNvSpPr>
          <p:nvPr/>
        </p:nvSpPr>
        <p:spPr>
          <a:xfrm xmlns:a="http://schemas.openxmlformats.org/drawingml/2006/main">
            <a:off x="819150" y="2305050"/>
            <a:ext cx="2476500" cy="1809750"/>
          </a:xfrm>
          <a:prstGeom xmlns:a="http://schemas.openxmlformats.org/drawingml/2006/main" prst="roundRect">
            <a:avLst>
              <a:gd name="adj" fmla="val 6316"/>
            </a:avLst>
          </a:prstGeom>
          <a:solidFill xmlns:a="http://schemas.openxmlformats.org/drawingml/2006/main">
            <a:srgbClr val="0B2A4A"/>
          </a:solidFill>
          <a:ln xmlns:a="http://schemas.openxmlformats.org/drawingml/2006/main" w="9525">
            <a:solidFill>
              <a:srgbClr val="0B2A4A"/>
            </a:solidFill>
            <a:prstDash val="solid"/>
          </a:ln>
        </p:spPr>
      </p:sp>
      <p:sp>
        <p:nvSpPr>
          <p:cNvPr id="8" name="">
            <a:extLst xmlns:a="http://schemas.openxmlformats.org/drawingml/2006/main">
              <a:ext uri="{FF2B5EF4-FFF2-40B4-BE49-F238E27FC236}">
                <a16:creationId xmlns:a16="http://schemas.microsoft.com/office/drawing/2014/main" id="{EFEF2456-630A-43FE-956E-AF303904B71F}"/>
              </a:ext>
            </a:extLst>
          </p:cNvPr>
          <p:cNvSpPr>
            <a:spLocks xmlns:a="http://schemas.openxmlformats.org/drawingml/2006/main" noGrp="1"/>
          </p:cNvSpPr>
          <p:nvPr/>
        </p:nvSpPr>
        <p:spPr>
          <a:xfrm xmlns:a="http://schemas.openxmlformats.org/drawingml/2006/main">
            <a:off x="819150" y="24765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725" b="1" i="0">
                <a:solidFill>
                  <a:srgbClr val="FFFFFF"/>
                </a:solidFill>
                <a:latin typeface="Tahoma"/>
                <a:ea typeface="Tahoma"/>
                <a:cs typeface="Tahoma"/>
              </a:defRPr>
            </a:pPr>
            <a:r>
              <a:rPr sz="1725" b="1" i="0">
                <a:solidFill>
                  <a:srgbClr val="FFFFFF"/>
                </a:solidFill>
                <a:latin typeface="Tahoma"/>
                <a:ea typeface="Tahoma"/>
                <a:cs typeface="Tahoma"/>
              </a:rPr>
              <a:t>ATmega328P</a:t>
            </a:r>
          </a:p>
        </p:txBody>
      </p:sp>
      <p:sp>
        <p:nvSpPr>
          <p:cNvPr id="9" name="">
            <a:extLst xmlns:a="http://schemas.openxmlformats.org/drawingml/2006/main">
              <a:ext uri="{FF2B5EF4-FFF2-40B4-BE49-F238E27FC236}">
                <a16:creationId xmlns:a16="http://schemas.microsoft.com/office/drawing/2014/main" id="{30A92778-C66A-4E1A-8980-B51A813DC925}"/>
              </a:ext>
            </a:extLst>
          </p:cNvPr>
          <p:cNvSpPr>
            <a:spLocks xmlns:a="http://schemas.openxmlformats.org/drawingml/2006/main" noGrp="1"/>
          </p:cNvSpPr>
          <p:nvPr/>
        </p:nvSpPr>
        <p:spPr>
          <a:xfrm xmlns:a="http://schemas.openxmlformats.org/drawingml/2006/main">
            <a:off x="819150" y="31813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75" b="1" i="0">
                <a:solidFill>
                  <a:srgbClr val="C89B3C"/>
                </a:solidFill>
                <a:latin typeface="Tahoma"/>
                <a:ea typeface="Tahoma"/>
                <a:cs typeface="Tahoma"/>
              </a:defRPr>
            </a:pPr>
            <a:r>
              <a:rPr sz="1575" b="1" i="0">
                <a:solidFill>
                  <a:srgbClr val="C89B3C"/>
                </a:solidFill>
                <a:latin typeface="Tahoma"/>
                <a:ea typeface="Tahoma"/>
                <a:cs typeface="Tahoma"/>
              </a:rPr>
              <a:t>PD2 / INT0</a:t>
            </a:r>
          </a:p>
        </p:txBody>
      </p:sp>
      <p:sp>
        <p:nvSpPr>
          <p:cNvPr id="10" name="">
            <a:extLst xmlns:a="http://schemas.openxmlformats.org/drawingml/2006/main">
              <a:ext uri="{FF2B5EF4-FFF2-40B4-BE49-F238E27FC236}">
                <a16:creationId xmlns:a16="http://schemas.microsoft.com/office/drawing/2014/main" id="{E297F003-F22B-4C18-B0CB-94F8D78017B1}"/>
              </a:ext>
            </a:extLst>
          </p:cNvPr>
          <p:cNvSpPr>
            <a:spLocks xmlns:a="http://schemas.openxmlformats.org/drawingml/2006/main" noGrp="1"/>
          </p:cNvSpPr>
          <p:nvPr/>
        </p:nvSpPr>
        <p:spPr>
          <a:xfrm xmlns:a="http://schemas.openxmlformats.org/drawingml/2006/main">
            <a:off x="81915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0" i="0">
                <a:solidFill>
                  <a:srgbClr val="CFEAF2"/>
                </a:solidFill>
                <a:latin typeface="Tahoma"/>
                <a:ea typeface="Tahoma"/>
                <a:cs typeface="Tahoma"/>
              </a:defRPr>
            </a:pPr>
            <a:r>
              <a:rPr sz="1200" b="0" i="0">
                <a:solidFill>
                  <a:srgbClr val="CFEAF2"/>
                </a:solidFill>
                <a:latin typeface="Tahoma"/>
                <a:ea typeface="Tahoma"/>
                <a:cs typeface="Tahoma"/>
              </a:rPr>
              <a:t>Internal pull‑up</a:t>
            </a:r>
          </a:p>
        </p:txBody>
      </p:sp>
      <p:sp>
        <p:nvSpPr>
          <p:cNvPr id="11" name="">
            <a:extLst xmlns:a="http://schemas.openxmlformats.org/drawingml/2006/main">
              <a:ext uri="{FF2B5EF4-FFF2-40B4-BE49-F238E27FC236}">
                <a16:creationId xmlns:a16="http://schemas.microsoft.com/office/drawing/2014/main" id="{09C4ACB1-B90F-4CCF-BC92-B15DE076590E}"/>
              </a:ext>
            </a:extLst>
          </p:cNvPr>
          <p:cNvSpPr>
            <a:spLocks xmlns:a="http://schemas.openxmlformats.org/drawingml/2006/main" noGrp="1"/>
          </p:cNvSpPr>
          <p:nvPr/>
        </p:nvSpPr>
        <p:spPr>
          <a:xfrm xmlns:a="http://schemas.openxmlformats.org/drawingml/2006/main">
            <a:off x="4229100" y="2667000"/>
            <a:ext cx="1047750"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19050">
            <a:solidFill>
              <a:srgbClr val="17212B"/>
            </a:solidFill>
            <a:prstDash val="solid"/>
          </a:ln>
        </p:spPr>
      </p:sp>
      <p:sp>
        <p:nvSpPr>
          <p:cNvPr id="12" name="">
            <a:extLst xmlns:a="http://schemas.openxmlformats.org/drawingml/2006/main">
              <a:ext uri="{FF2B5EF4-FFF2-40B4-BE49-F238E27FC236}">
                <a16:creationId xmlns:a16="http://schemas.microsoft.com/office/drawing/2014/main" id="{FDC873C8-572D-4E62-8E27-1A9660D8AF63}"/>
              </a:ext>
            </a:extLst>
          </p:cNvPr>
          <p:cNvSpPr>
            <a:spLocks xmlns:a="http://schemas.openxmlformats.org/drawingml/2006/main" noGrp="1"/>
          </p:cNvSpPr>
          <p:nvPr/>
        </p:nvSpPr>
        <p:spPr>
          <a:xfrm xmlns:a="http://schemas.openxmlformats.org/drawingml/2006/main">
            <a:off x="4229100" y="2667000"/>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i="0">
                <a:solidFill>
                  <a:srgbClr val="17212B"/>
                </a:solidFill>
                <a:latin typeface="Tahoma"/>
                <a:ea typeface="Tahoma"/>
                <a:cs typeface="Tahoma"/>
              </a:defRPr>
            </a:pPr>
            <a:r>
              <a:rPr sz="1650" b="1" i="0">
                <a:solidFill>
                  <a:srgbClr val="17212B"/>
                </a:solidFill>
                <a:latin typeface="Tahoma"/>
                <a:ea typeface="Tahoma"/>
                <a:cs typeface="Tahoma"/>
              </a:rPr>
              <a:t>SW</a:t>
            </a:r>
          </a:p>
        </p:txBody>
      </p:sp>
      <p:sp>
        <p:nvSpPr>
          <p:cNvPr id="13" name="">
            <a:extLst xmlns:a="http://schemas.openxmlformats.org/drawingml/2006/main">
              <a:ext uri="{FF2B5EF4-FFF2-40B4-BE49-F238E27FC236}">
                <a16:creationId xmlns:a16="http://schemas.microsoft.com/office/drawing/2014/main" id="{4E0FBE67-0046-4B8C-9E31-AA11D831B327}"/>
              </a:ext>
            </a:extLst>
          </p:cNvPr>
          <p:cNvSpPr>
            <a:spLocks xmlns:a="http://schemas.openxmlformats.org/drawingml/2006/main" noGrp="1"/>
          </p:cNvSpPr>
          <p:nvPr/>
        </p:nvSpPr>
        <p:spPr>
          <a:xfrm xmlns:a="http://schemas.openxmlformats.org/drawingml/2006/main">
            <a:off x="4229100" y="3905250"/>
            <a:ext cx="1047750" cy="495300"/>
          </a:xfrm>
          <a:prstGeom xmlns:a="http://schemas.openxmlformats.org/drawingml/2006/main" prst="roundRect">
            <a:avLst>
              <a:gd name="adj" fmla="val 11538"/>
            </a:avLst>
          </a:prstGeom>
          <a:solidFill xmlns:a="http://schemas.openxmlformats.org/drawingml/2006/main">
            <a:srgbClr val="F7F8FA"/>
          </a:solidFill>
          <a:ln xmlns:a="http://schemas.openxmlformats.org/drawingml/2006/main" w="9525">
            <a:solidFill>
              <a:srgbClr val="5D6B78"/>
            </a:solidFill>
            <a:prstDash val="solid"/>
          </a:ln>
        </p:spPr>
      </p:sp>
      <p:sp>
        <p:nvSpPr>
          <p:cNvPr id="14" name="">
            <a:extLst xmlns:a="http://schemas.openxmlformats.org/drawingml/2006/main">
              <a:ext uri="{FF2B5EF4-FFF2-40B4-BE49-F238E27FC236}">
                <a16:creationId xmlns:a16="http://schemas.microsoft.com/office/drawing/2014/main" id="{BF13717B-73BD-4DE6-88AD-F25021ADAF9A}"/>
              </a:ext>
            </a:extLst>
          </p:cNvPr>
          <p:cNvSpPr>
            <a:spLocks xmlns:a="http://schemas.openxmlformats.org/drawingml/2006/main" noGrp="1"/>
          </p:cNvSpPr>
          <p:nvPr/>
        </p:nvSpPr>
        <p:spPr>
          <a:xfrm xmlns:a="http://schemas.openxmlformats.org/drawingml/2006/main">
            <a:off x="4229100" y="390525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i="0">
                <a:solidFill>
                  <a:srgbClr val="17212B"/>
                </a:solidFill>
                <a:latin typeface="Tahoma"/>
                <a:ea typeface="Tahoma"/>
                <a:cs typeface="Tahoma"/>
              </a:defRPr>
            </a:pPr>
            <a:r>
              <a:rPr sz="1350" b="1" i="0">
                <a:solidFill>
                  <a:srgbClr val="17212B"/>
                </a:solidFill>
                <a:latin typeface="Tahoma"/>
                <a:ea typeface="Tahoma"/>
                <a:cs typeface="Tahoma"/>
              </a:rPr>
              <a:t>GND</a:t>
            </a:r>
          </a:p>
        </p:txBody>
      </p:sp>
      <p:cxnSp>
        <p:nvCxnSpPr>
          <p:cNvPr id="44" name=""/>
          <p:cNvCxnSpPr>
            <a:stCxn xmlns:a="http://schemas.openxmlformats.org/drawingml/2006/main" id="7" idx="3"/>
            <a:endCxn xmlns:a="http://schemas.openxmlformats.org/drawingml/2006/main" id="11" idx="1"/>
          </p:cNvCxnSpPr>
          <p:nvPr/>
        </p:nvCxnSpPr>
        <p:spPr>
          <a:xfrm xmlns:a="http://schemas.openxmlformats.org/drawingml/2006/main" flipV="1">
            <a:off x="3295650" y="3000375"/>
            <a:ext cx="933450" cy="209550"/>
          </a:xfrm>
          <a:prstGeom xmlns:a="http://schemas.openxmlformats.org/drawingml/2006/main" prst="straightConnector1">
            <a:avLst/>
          </a:prstGeom>
          <a:ln xmlns:a="http://schemas.openxmlformats.org/drawingml/2006/main" w="19050">
            <a:solidFill>
              <a:srgbClr val="17212B"/>
            </a:solidFill>
            <a:prstDash val="solid"/>
            <a:headEnd type="none" w="med" len="med"/>
            <a:tailEnd type="none" w="med" len="med"/>
          </a:ln>
        </p:spPr>
      </p:cxnSp>
      <p:cxnSp>
        <p:nvCxnSpPr>
          <p:cNvPr id="45" name=""/>
          <p:cNvCxnSpPr>
            <a:stCxn xmlns:a="http://schemas.openxmlformats.org/drawingml/2006/main" id="11" idx="2"/>
            <a:endCxn xmlns:a="http://schemas.openxmlformats.org/drawingml/2006/main" id="13" idx="0"/>
          </p:cNvCxnSpPr>
          <p:nvPr/>
        </p:nvCxnSpPr>
        <p:spPr>
          <a:xfrm xmlns:a="http://schemas.openxmlformats.org/drawingml/2006/main">
            <a:off x="4752975" y="3333750"/>
            <a:ext cx="0" cy="571500"/>
          </a:xfrm>
          <a:prstGeom xmlns:a="http://schemas.openxmlformats.org/drawingml/2006/main" prst="straightConnector1">
            <a:avLst/>
          </a:prstGeom>
          <a:ln xmlns:a="http://schemas.openxmlformats.org/drawingml/2006/main" w="19050">
            <a:solidFill>
              <a:srgbClr val="17212B"/>
            </a:solidFill>
            <a:prstDash val="solid"/>
            <a:headEnd type="none" w="med" len="med"/>
            <a:tailEnd type="none" w="med" len="med"/>
          </a:ln>
        </p:spPr>
      </p:cxnSp>
      <p:sp>
        <p:nvSpPr>
          <p:cNvPr id="17" name="">
            <a:extLst xmlns:a="http://schemas.openxmlformats.org/drawingml/2006/main">
              <a:ext uri="{FF2B5EF4-FFF2-40B4-BE49-F238E27FC236}">
                <a16:creationId xmlns:a16="http://schemas.microsoft.com/office/drawing/2014/main" id="{2AAA637E-A281-499C-B5BF-B9CC78BC9FF2}"/>
              </a:ext>
            </a:extLst>
          </p:cNvPr>
          <p:cNvSpPr>
            <a:spLocks xmlns:a="http://schemas.openxmlformats.org/drawingml/2006/main" noGrp="1"/>
          </p:cNvSpPr>
          <p:nvPr/>
        </p:nvSpPr>
        <p:spPr>
          <a:xfrm xmlns:a="http://schemas.openxmlformats.org/drawingml/2006/main">
            <a:off x="3295650" y="234315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i="0">
                <a:solidFill>
                  <a:srgbClr val="C6473A"/>
                </a:solidFill>
                <a:latin typeface="Tahoma"/>
                <a:ea typeface="Tahoma"/>
                <a:cs typeface="Tahoma"/>
              </a:defRPr>
            </a:pPr>
            <a:r>
              <a:rPr sz="1200" b="1" i="0">
                <a:solidFill>
                  <a:srgbClr val="C6473A"/>
                </a:solidFill>
                <a:latin typeface="Tahoma"/>
                <a:ea typeface="Tahoma"/>
                <a:cs typeface="Tahoma"/>
              </a:rPr>
              <a:t>press → falling edge</a:t>
            </a:r>
          </a:p>
        </p:txBody>
      </p:sp>
      <p:sp>
        <p:nvSpPr>
          <p:cNvPr id="18" name="">
            <a:extLst xmlns:a="http://schemas.openxmlformats.org/drawingml/2006/main">
              <a:ext uri="{FF2B5EF4-FFF2-40B4-BE49-F238E27FC236}">
                <a16:creationId xmlns:a16="http://schemas.microsoft.com/office/drawing/2014/main" id="{F7AD4757-E17A-407A-8D1F-DCBBEA816A0E}"/>
              </a:ext>
            </a:extLst>
          </p:cNvPr>
          <p:cNvSpPr>
            <a:spLocks xmlns:a="http://schemas.openxmlformats.org/drawingml/2006/main" noGrp="1"/>
          </p:cNvSpPr>
          <p:nvPr/>
        </p:nvSpPr>
        <p:spPr>
          <a:xfrm xmlns:a="http://schemas.openxmlformats.org/drawingml/2006/main">
            <a:off x="1104900" y="4762500"/>
            <a:ext cx="1905000" cy="323850"/>
          </a:xfrm>
          <a:prstGeom xmlns:a="http://schemas.openxmlformats.org/drawingml/2006/main" prst="roundRect">
            <a:avLst>
              <a:gd name="adj" fmla="val 50000"/>
            </a:avLst>
          </a:prstGeom>
          <a:solidFill xmlns:a="http://schemas.openxmlformats.org/drawingml/2006/main">
            <a:srgbClr val="E7F4F8"/>
          </a:solidFill>
          <a:ln xmlns:a="http://schemas.openxmlformats.org/drawingml/2006/main" w="9525">
            <a:solidFill>
              <a:srgbClr val="E7F4F8"/>
            </a:solidFill>
            <a:prstDash val="solid"/>
          </a:ln>
        </p:spPr>
      </p:sp>
      <p:sp>
        <p:nvSpPr>
          <p:cNvPr id="19" name="">
            <a:extLst xmlns:a="http://schemas.openxmlformats.org/drawingml/2006/main">
              <a:ext uri="{FF2B5EF4-FFF2-40B4-BE49-F238E27FC236}">
                <a16:creationId xmlns:a16="http://schemas.microsoft.com/office/drawing/2014/main" id="{FE8AAAD6-7568-4D1F-9555-60043D2476B3}"/>
              </a:ext>
            </a:extLst>
          </p:cNvPr>
          <p:cNvSpPr>
            <a:spLocks xmlns:a="http://schemas.openxmlformats.org/drawingml/2006/main" noGrp="1"/>
          </p:cNvSpPr>
          <p:nvPr/>
        </p:nvSpPr>
        <p:spPr>
          <a:xfrm xmlns:a="http://schemas.openxmlformats.org/drawingml/2006/main">
            <a:off x="1181100" y="476250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0B2A4A"/>
                </a:solidFill>
                <a:latin typeface="Tahoma"/>
                <a:ea typeface="Tahoma"/>
                <a:cs typeface="Tahoma"/>
              </a:defRPr>
            </a:pPr>
            <a:r>
              <a:rPr sz="1125" b="1" i="0">
                <a:solidFill>
                  <a:srgbClr val="0B2A4A"/>
                </a:solidFill>
                <a:latin typeface="Tahoma"/>
                <a:ea typeface="Tahoma"/>
                <a:cs typeface="Tahoma"/>
              </a:rPr>
              <a:t>EICRA: ISC01=1</a:t>
            </a:r>
          </a:p>
        </p:txBody>
      </p:sp>
      <p:sp>
        <p:nvSpPr>
          <p:cNvPr id="20" name="">
            <a:extLst xmlns:a="http://schemas.openxmlformats.org/drawingml/2006/main">
              <a:ext uri="{FF2B5EF4-FFF2-40B4-BE49-F238E27FC236}">
                <a16:creationId xmlns:a16="http://schemas.microsoft.com/office/drawing/2014/main" id="{A1809C07-8A1B-4C37-963D-0F1E22783EDC}"/>
              </a:ext>
            </a:extLst>
          </p:cNvPr>
          <p:cNvSpPr>
            <a:spLocks xmlns:a="http://schemas.openxmlformats.org/drawingml/2006/main" noGrp="1"/>
          </p:cNvSpPr>
          <p:nvPr/>
        </p:nvSpPr>
        <p:spPr>
          <a:xfrm xmlns:a="http://schemas.openxmlformats.org/drawingml/2006/main">
            <a:off x="3238500" y="4762500"/>
            <a:ext cx="1905000" cy="323850"/>
          </a:xfrm>
          <a:prstGeom xmlns:a="http://schemas.openxmlformats.org/drawingml/2006/main" prst="roundRect">
            <a:avLst>
              <a:gd name="adj" fmla="val 50000"/>
            </a:avLst>
          </a:prstGeom>
          <a:solidFill xmlns:a="http://schemas.openxmlformats.org/drawingml/2006/main">
            <a:srgbClr val="FFF1DF"/>
          </a:solidFill>
          <a:ln xmlns:a="http://schemas.openxmlformats.org/drawingml/2006/main" w="9525">
            <a:solidFill>
              <a:srgbClr val="FFF1DF"/>
            </a:solidFill>
            <a:prstDash val="solid"/>
          </a:ln>
        </p:spPr>
      </p:sp>
      <p:sp>
        <p:nvSpPr>
          <p:cNvPr id="21" name="">
            <a:extLst xmlns:a="http://schemas.openxmlformats.org/drawingml/2006/main">
              <a:ext uri="{FF2B5EF4-FFF2-40B4-BE49-F238E27FC236}">
                <a16:creationId xmlns:a16="http://schemas.microsoft.com/office/drawing/2014/main" id="{D826DF2B-8CAB-461C-98D8-9F303C63A61E}"/>
              </a:ext>
            </a:extLst>
          </p:cNvPr>
          <p:cNvSpPr>
            <a:spLocks xmlns:a="http://schemas.openxmlformats.org/drawingml/2006/main" noGrp="1"/>
          </p:cNvSpPr>
          <p:nvPr/>
        </p:nvSpPr>
        <p:spPr>
          <a:xfrm xmlns:a="http://schemas.openxmlformats.org/drawingml/2006/main">
            <a:off x="3314700" y="476250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D97706"/>
                </a:solidFill>
                <a:latin typeface="Tahoma"/>
                <a:ea typeface="Tahoma"/>
                <a:cs typeface="Tahoma"/>
              </a:defRPr>
            </a:pPr>
            <a:r>
              <a:rPr sz="1125" b="1" i="0">
                <a:solidFill>
                  <a:srgbClr val="D97706"/>
                </a:solidFill>
                <a:latin typeface="Tahoma"/>
                <a:ea typeface="Tahoma"/>
                <a:cs typeface="Tahoma"/>
              </a:rPr>
              <a:t>EIMSK: INT0=1</a:t>
            </a:r>
          </a:p>
        </p:txBody>
      </p:sp>
      <p:sp>
        <p:nvSpPr>
          <p:cNvPr id="22" name="">
            <a:extLst xmlns:a="http://schemas.openxmlformats.org/drawingml/2006/main">
              <a:ext uri="{FF2B5EF4-FFF2-40B4-BE49-F238E27FC236}">
                <a16:creationId xmlns:a16="http://schemas.microsoft.com/office/drawing/2014/main" id="{E86E648F-7CAD-4A60-A375-BE7336931EE5}"/>
              </a:ext>
            </a:extLst>
          </p:cNvPr>
          <p:cNvSpPr>
            <a:spLocks xmlns:a="http://schemas.openxmlformats.org/drawingml/2006/main" noGrp="1"/>
          </p:cNvSpPr>
          <p:nvPr/>
        </p:nvSpPr>
        <p:spPr>
          <a:xfrm xmlns:a="http://schemas.openxmlformats.org/drawingml/2006/main">
            <a:off x="2171700" y="5257800"/>
            <a:ext cx="1905000" cy="323850"/>
          </a:xfrm>
          <a:prstGeom xmlns:a="http://schemas.openxmlformats.org/drawingml/2006/main" prst="roundRect">
            <a:avLst>
              <a:gd name="adj" fmla="val 50000"/>
            </a:avLst>
          </a:prstGeom>
          <a:solidFill xmlns:a="http://schemas.openxmlformats.org/drawingml/2006/main">
            <a:srgbClr val="E6F3ED"/>
          </a:solidFill>
          <a:ln xmlns:a="http://schemas.openxmlformats.org/drawingml/2006/main" w="9525">
            <a:solidFill>
              <a:srgbClr val="E6F3ED"/>
            </a:solidFill>
            <a:prstDash val="solid"/>
          </a:ln>
        </p:spPr>
      </p:sp>
      <p:sp>
        <p:nvSpPr>
          <p:cNvPr id="23" name="">
            <a:extLst xmlns:a="http://schemas.openxmlformats.org/drawingml/2006/main">
              <a:ext uri="{FF2B5EF4-FFF2-40B4-BE49-F238E27FC236}">
                <a16:creationId xmlns:a16="http://schemas.microsoft.com/office/drawing/2014/main" id="{B7902DF8-C40C-4299-8451-5CEC937BA4CC}"/>
              </a:ext>
            </a:extLst>
          </p:cNvPr>
          <p:cNvSpPr>
            <a:spLocks xmlns:a="http://schemas.openxmlformats.org/drawingml/2006/main" noGrp="1"/>
          </p:cNvSpPr>
          <p:nvPr/>
        </p:nvSpPr>
        <p:spPr>
          <a:xfrm xmlns:a="http://schemas.openxmlformats.org/drawingml/2006/main">
            <a:off x="2247900" y="525780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125" b="1" i="0">
                <a:solidFill>
                  <a:srgbClr val="2E7D5B"/>
                </a:solidFill>
                <a:latin typeface="Tahoma"/>
                <a:ea typeface="Tahoma"/>
                <a:cs typeface="Tahoma"/>
              </a:defRPr>
            </a:pPr>
            <a:r>
              <a:rPr sz="1125" b="1" i="0">
                <a:solidFill>
                  <a:srgbClr val="2E7D5B"/>
                </a:solidFill>
                <a:latin typeface="Tahoma"/>
                <a:ea typeface="Tahoma"/>
                <a:cs typeface="Tahoma"/>
              </a:rPr>
              <a:t>SREG: I=1</a:t>
            </a:r>
          </a:p>
        </p:txBody>
      </p:sp>
      <p:sp>
        <p:nvSpPr>
          <p:cNvPr id="24" name="">
            <a:extLst xmlns:a="http://schemas.openxmlformats.org/drawingml/2006/main">
              <a:ext uri="{FF2B5EF4-FFF2-40B4-BE49-F238E27FC236}">
                <a16:creationId xmlns:a16="http://schemas.microsoft.com/office/drawing/2014/main" id="{FD6811AE-EC33-4F1E-A971-14A60C6C76CF}"/>
              </a:ext>
            </a:extLst>
          </p:cNvPr>
          <p:cNvSpPr>
            <a:spLocks xmlns:a="http://schemas.openxmlformats.org/drawingml/2006/main" noGrp="1"/>
          </p:cNvSpPr>
          <p:nvPr/>
        </p:nvSpPr>
        <p:spPr>
          <a:xfrm xmlns:a="http://schemas.openxmlformats.org/drawingml/2006/main">
            <a:off x="6191250" y="1562100"/>
            <a:ext cx="5276850" cy="4171950"/>
          </a:xfrm>
          <a:prstGeom xmlns:a="http://schemas.openxmlformats.org/drawingml/2006/main" prst="roundRect">
            <a:avLst>
              <a:gd name="adj" fmla="val 2740"/>
            </a:avLst>
          </a:prstGeom>
          <a:solidFill xmlns:a="http://schemas.openxmlformats.org/drawingml/2006/main">
            <a:srgbClr val="142434"/>
          </a:solidFill>
          <a:ln xmlns:a="http://schemas.openxmlformats.org/drawingml/2006/main" w="9525">
            <a:solidFill>
              <a:srgbClr val="142434"/>
            </a:solidFill>
            <a:prstDash val="solid"/>
          </a:ln>
        </p:spPr>
      </p:sp>
      <p:sp>
        <p:nvSpPr>
          <p:cNvPr id="25" name="">
            <a:extLst xmlns:a="http://schemas.openxmlformats.org/drawingml/2006/main">
              <a:ext uri="{FF2B5EF4-FFF2-40B4-BE49-F238E27FC236}">
                <a16:creationId xmlns:a16="http://schemas.microsoft.com/office/drawing/2014/main" id="{D556FF35-2CFB-4673-8339-200E50153253}"/>
              </a:ext>
            </a:extLst>
          </p:cNvPr>
          <p:cNvSpPr>
            <a:spLocks xmlns:a="http://schemas.openxmlformats.org/drawingml/2006/main" noGrp="1"/>
          </p:cNvSpPr>
          <p:nvPr/>
        </p:nvSpPr>
        <p:spPr>
          <a:xfrm xmlns:a="http://schemas.openxmlformats.org/drawingml/2006/main">
            <a:off x="6477000" y="1790700"/>
            <a:ext cx="47053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#include &lt;avr/io.h&gt;</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#include &lt;avr/interrupt.h&gt;</a:t>
            </a:r>
          </a:p>
          <a:p xmlns:a="http://schemas.openxmlformats.org/drawingml/2006/main">
            <a:r>
              <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volatile uint8_t button_event;</a:t>
            </a:r>
          </a:p>
          <a:p xmlns:a="http://schemas.openxmlformats.org/drawingml/2006/main">
            <a:r>
              <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ISR(INT0_vect) {</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button_event = 1;</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a:t>
            </a:r>
          </a:p>
          <a:p xmlns:a="http://schemas.openxmlformats.org/drawingml/2006/main">
            <a:r>
              <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void init_int0(void) {</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DDRD  &amp;= ~(1 &lt;&lt; DDD2);      // PD2 input</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PORTD |=  (1 &lt;&lt; PORTD2);    // pull-up</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EICRA  =  (1 &lt;&lt; ISC01);     // falling edge</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EIFR   =  (1 &lt;&lt; INTF0);     // clear stale flag</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EIMSK |=  (1 &lt;&lt; INT0);      // source enable</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    sei();                       // global enable</a:t>
            </a:r>
          </a:p>
          <a:p xmlns:a="http://schemas.openxmlformats.org/drawingml/2006/main">
            <a:pPr algn="l">
              <a:lnSpc>
                <a:spcPct val="120000"/>
              </a:lnSpc>
              <a:buNone/>
              <a:defRPr sz="1125" b="0" i="0">
                <a:solidFill>
                  <a:srgbClr val="DCEAF4"/>
                </a:solidFill>
                <a:latin typeface="Menlo"/>
                <a:ea typeface="Menlo"/>
                <a:cs typeface="Menlo"/>
              </a:defRPr>
            </a:pPr>
            <a:r>
              <a:rPr sz="1125" b="0" i="0">
                <a:solidFill>
                  <a:srgbClr val="DCEAF4"/>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D39D355C-B4D8-48FA-8095-53A298B28E69}"/>
              </a:ext>
            </a:extLst>
          </p:cNvPr>
          <p:cNvSpPr>
            <a:spLocks xmlns:a="http://schemas.openxmlformats.org/drawingml/2006/main" noGrp="1"/>
          </p:cNvSpPr>
          <p:nvPr/>
        </p:nvSpPr>
        <p:spPr>
          <a:xfrm xmlns:a="http://schemas.openxmlformats.org/drawingml/2006/main">
            <a:off x="6381750" y="5848350"/>
            <a:ext cx="4895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i="0">
                <a:solidFill>
                  <a:srgbClr val="D97706"/>
                </a:solidFill>
                <a:latin typeface="Tahoma"/>
                <a:ea typeface="Tahoma"/>
                <a:cs typeface="Tahoma"/>
              </a:defRPr>
            </a:pPr>
            <a:r>
              <a:rPr sz="1275" b="1" i="0">
                <a:solidFill>
                  <a:srgbClr val="D97706"/>
                </a:solidFill>
                <a:latin typeface="Tahoma"/>
                <a:ea typeface="Tahoma"/>
                <a:cs typeface="Tahoma"/>
              </a:rPr>
              <a:t>Production note: debounce ด้วย Timer และประมวลผล Event ใน Main</a:t>
            </a:r>
          </a:p>
        </p:txBody>
      </p:sp>
      <p:sp>
        <p:nvSpPr>
          <p:cNvPr id="27" name="">
            <a:extLst xmlns:a="http://schemas.openxmlformats.org/drawingml/2006/main">
              <a:ext uri="{FF2B5EF4-FFF2-40B4-BE49-F238E27FC236}">
                <a16:creationId xmlns:a16="http://schemas.microsoft.com/office/drawing/2014/main" id="{F9ECEB18-708B-4374-9419-CDCD579C5D7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8" name="">
            <a:extLst xmlns:a="http://schemas.openxmlformats.org/drawingml/2006/main">
              <a:ext uri="{FF2B5EF4-FFF2-40B4-BE49-F238E27FC236}">
                <a16:creationId xmlns:a16="http://schemas.microsoft.com/office/drawing/2014/main" id="{41A3116B-DE17-4DEB-8D4E-8EC3C21D496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Sources: Microchip ATmega328P Datasheet; AVR-LibC ISR API</a:t>
            </a:r>
          </a:p>
        </p:txBody>
      </p:sp>
      <p:sp>
        <p:nvSpPr>
          <p:cNvPr id="29" name="">
            <a:extLst xmlns:a="http://schemas.openxmlformats.org/drawingml/2006/main">
              <a:ext uri="{FF2B5EF4-FFF2-40B4-BE49-F238E27FC236}">
                <a16:creationId xmlns:a16="http://schemas.microsoft.com/office/drawing/2014/main" id="{41425F32-A51E-4C1E-9772-C864ACA5C808}"/>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15</a:t>
            </a:r>
          </a:p>
        </p:txBody>
      </p:sp>
    </p:spTree>
    <p:extLst>
      <p:ext uri="{BB962C8B-B14F-4D97-AF65-F5344CB8AC3E}">
        <p14:creationId xmlns:p14="http://schemas.microsoft.com/office/powerpoint/2010/main" val="1451613605"/>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C103794-CF33-4703-BAC3-B8D38A2DB4E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072A4A2B-6506-4034-8956-85B416E557A6}"/>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DEBUGGING • การตรวจสอบ</a:t>
            </a:r>
          </a:p>
        </p:txBody>
      </p:sp>
      <p:sp>
        <p:nvSpPr>
          <p:cNvPr id="3" name="">
            <a:extLst xmlns:a="http://schemas.openxmlformats.org/drawingml/2006/main">
              <a:ext uri="{FF2B5EF4-FFF2-40B4-BE49-F238E27FC236}">
                <a16:creationId xmlns:a16="http://schemas.microsoft.com/office/drawing/2014/main" id="{6C272253-A68D-40E6-8C62-E23A6FCF5C6F}"/>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วัด Latency และ ISR Duration ด้วย GPIO + Logic Analyzer</a:t>
            </a:r>
          </a:p>
        </p:txBody>
      </p:sp>
      <p:sp>
        <p:nvSpPr>
          <p:cNvPr id="4" name="">
            <a:extLst xmlns:a="http://schemas.openxmlformats.org/drawingml/2006/main">
              <a:ext uri="{FF2B5EF4-FFF2-40B4-BE49-F238E27FC236}">
                <a16:creationId xmlns:a16="http://schemas.microsoft.com/office/drawing/2014/main" id="{43732336-9F74-4D2F-90F8-883882955FE9}"/>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16</a:t>
            </a:r>
          </a:p>
        </p:txBody>
      </p:sp>
      <p:sp>
        <p:nvSpPr>
          <p:cNvPr id="5" name="">
            <a:extLst xmlns:a="http://schemas.openxmlformats.org/drawingml/2006/main">
              <a:ext uri="{FF2B5EF4-FFF2-40B4-BE49-F238E27FC236}">
                <a16:creationId xmlns:a16="http://schemas.microsoft.com/office/drawing/2014/main" id="{36EE208B-AB69-4B94-B204-BC53B8D73EB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5728A464-D147-40BE-A37D-7681FC586619}"/>
              </a:ext>
            </a:extLst>
          </p:cNvPr>
          <p:cNvSpPr>
            <a:spLocks xmlns:a="http://schemas.openxmlformats.org/drawingml/2006/main" noGrp="1"/>
          </p:cNvSpPr>
          <p:nvPr/>
        </p:nvSpPr>
        <p:spPr>
          <a:xfrm xmlns:a="http://schemas.openxmlformats.org/drawingml/2006/main">
            <a:off x="742950" y="15621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Instrument the ISR</a:t>
            </a:r>
          </a:p>
        </p:txBody>
      </p:sp>
      <p:sp>
        <p:nvSpPr>
          <p:cNvPr id="7" name="">
            <a:extLst xmlns:a="http://schemas.openxmlformats.org/drawingml/2006/main">
              <a:ext uri="{FF2B5EF4-FFF2-40B4-BE49-F238E27FC236}">
                <a16:creationId xmlns:a16="http://schemas.microsoft.com/office/drawing/2014/main" id="{FA2DD55E-1511-46B4-865C-F8A164A7B574}"/>
              </a:ext>
            </a:extLst>
          </p:cNvPr>
          <p:cNvSpPr>
            <a:spLocks xmlns:a="http://schemas.openxmlformats.org/drawingml/2006/main" noGrp="1"/>
          </p:cNvSpPr>
          <p:nvPr/>
        </p:nvSpPr>
        <p:spPr>
          <a:xfrm xmlns:a="http://schemas.openxmlformats.org/drawingml/2006/main">
            <a:off x="742950" y="2019300"/>
            <a:ext cx="4953000" cy="1066800"/>
          </a:xfrm>
          <a:prstGeom xmlns:a="http://schemas.openxmlformats.org/drawingml/2006/main" prst="roundRect">
            <a:avLst>
              <a:gd name="adj" fmla="val 10714"/>
            </a:avLst>
          </a:prstGeom>
          <a:solidFill xmlns:a="http://schemas.openxmlformats.org/drawingml/2006/main">
            <a:srgbClr val="142434"/>
          </a:solidFill>
          <a:ln xmlns:a="http://schemas.openxmlformats.org/drawingml/2006/main" w="9525">
            <a:solidFill>
              <a:srgbClr val="142434"/>
            </a:solidFill>
            <a:prstDash val="solid"/>
          </a:ln>
        </p:spPr>
      </p:sp>
      <p:sp>
        <p:nvSpPr>
          <p:cNvPr id="8" name="">
            <a:extLst xmlns:a="http://schemas.openxmlformats.org/drawingml/2006/main">
              <a:ext uri="{FF2B5EF4-FFF2-40B4-BE49-F238E27FC236}">
                <a16:creationId xmlns:a16="http://schemas.microsoft.com/office/drawing/2014/main" id="{96BB1574-03FA-4D91-A0AA-729BE7E84234}"/>
              </a:ext>
            </a:extLst>
          </p:cNvPr>
          <p:cNvSpPr>
            <a:spLocks xmlns:a="http://schemas.openxmlformats.org/drawingml/2006/main" noGrp="1"/>
          </p:cNvSpPr>
          <p:nvPr/>
        </p:nvSpPr>
        <p:spPr>
          <a:xfrm xmlns:a="http://schemas.openxmlformats.org/drawingml/2006/main">
            <a:off x="990600" y="2171700"/>
            <a:ext cx="4457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25" b="0" i="0">
                <a:solidFill>
                  <a:srgbClr val="DCEAF4"/>
                </a:solidFill>
                <a:latin typeface="Menlo"/>
                <a:ea typeface="Menlo"/>
                <a:cs typeface="Menlo"/>
              </a:defRPr>
            </a:pPr>
            <a:r>
              <a:rPr sz="1125" b="0" i="0">
                <a:solidFill>
                  <a:srgbClr val="DCEAF4"/>
                </a:solidFill>
                <a:latin typeface="Menlo"/>
                <a:ea typeface="Menlo"/>
                <a:cs typeface="Menlo"/>
              </a:rPr>
              <a:t>ISR(TIMER1_COMPA_vect) {</a:t>
            </a:r>
          </a:p>
          <a:p xmlns:a="http://schemas.openxmlformats.org/drawingml/2006/main">
            <a:pPr algn="l">
              <a:lnSpc>
                <a:spcPct val="113000"/>
              </a:lnSpc>
              <a:buNone/>
              <a:defRPr sz="1125" b="0" i="0">
                <a:solidFill>
                  <a:srgbClr val="DCEAF4"/>
                </a:solidFill>
                <a:latin typeface="Menlo"/>
                <a:ea typeface="Menlo"/>
                <a:cs typeface="Menlo"/>
              </a:defRPr>
            </a:pPr>
            <a:r>
              <a:rPr sz="1125" b="0" i="0">
                <a:solidFill>
                  <a:srgbClr val="DCEAF4"/>
                </a:solidFill>
                <a:latin typeface="Menlo"/>
                <a:ea typeface="Menlo"/>
                <a:cs typeface="Menlo"/>
              </a:rPr>
              <a:t>    PINB = (1 &lt;&lt; PINB5);   // toggle at entry</a:t>
            </a:r>
          </a:p>
          <a:p xmlns:a="http://schemas.openxmlformats.org/drawingml/2006/main">
            <a:pPr algn="l">
              <a:lnSpc>
                <a:spcPct val="113000"/>
              </a:lnSpc>
              <a:buNone/>
              <a:defRPr sz="1125" b="0" i="0">
                <a:solidFill>
                  <a:srgbClr val="DCEAF4"/>
                </a:solidFill>
                <a:latin typeface="Menlo"/>
                <a:ea typeface="Menlo"/>
                <a:cs typeface="Menlo"/>
              </a:defRPr>
            </a:pPr>
            <a:r>
              <a:rPr sz="1125" b="0" i="0">
                <a:solidFill>
                  <a:srgbClr val="DCEAF4"/>
                </a:solidFill>
                <a:latin typeface="Menlo"/>
                <a:ea typeface="Menlo"/>
                <a:cs typeface="Menlo"/>
              </a:rPr>
              <a:t>    ...                    // ISR work</a:t>
            </a:r>
          </a:p>
          <a:p xmlns:a="http://schemas.openxmlformats.org/drawingml/2006/main">
            <a:pPr algn="l">
              <a:lnSpc>
                <a:spcPct val="113000"/>
              </a:lnSpc>
              <a:buNone/>
              <a:defRPr sz="1125" b="0" i="0">
                <a:solidFill>
                  <a:srgbClr val="DCEAF4"/>
                </a:solidFill>
                <a:latin typeface="Menlo"/>
                <a:ea typeface="Menlo"/>
                <a:cs typeface="Menlo"/>
              </a:defRPr>
            </a:pPr>
            <a:r>
              <a:rPr sz="1125" b="0" i="0">
                <a:solidFill>
                  <a:srgbClr val="DCEAF4"/>
                </a:solidFill>
                <a:latin typeface="Menlo"/>
                <a:ea typeface="Menlo"/>
                <a:cs typeface="Menlo"/>
              </a:rPr>
              <a:t>    PINB = (1 &lt;&lt; PINB5);   // toggle at exit</a:t>
            </a:r>
          </a:p>
          <a:p xmlns:a="http://schemas.openxmlformats.org/drawingml/2006/main">
            <a:pPr algn="l">
              <a:lnSpc>
                <a:spcPct val="113000"/>
              </a:lnSpc>
              <a:buNone/>
              <a:defRPr sz="1125" b="0" i="0">
                <a:solidFill>
                  <a:srgbClr val="DCEAF4"/>
                </a:solidFill>
                <a:latin typeface="Menlo"/>
                <a:ea typeface="Menlo"/>
                <a:cs typeface="Menlo"/>
              </a:defRPr>
            </a:pPr>
            <a:r>
              <a:rPr sz="1125" b="0" i="0">
                <a:solidFill>
                  <a:srgbClr val="DCEAF4"/>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DEB20CB2-24E4-4310-B04B-FADBED87B510}"/>
              </a:ext>
            </a:extLst>
          </p:cNvPr>
          <p:cNvSpPr>
            <a:spLocks xmlns:a="http://schemas.openxmlformats.org/drawingml/2006/main" noGrp="1"/>
          </p:cNvSpPr>
          <p:nvPr/>
        </p:nvSpPr>
        <p:spPr>
          <a:xfrm xmlns:a="http://schemas.openxmlformats.org/drawingml/2006/main">
            <a:off x="742950" y="3524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0B2A4A"/>
                </a:solidFill>
                <a:latin typeface="Tahoma"/>
                <a:ea typeface="Tahoma"/>
                <a:cs typeface="Tahoma"/>
              </a:defRPr>
            </a:pPr>
            <a:r>
              <a:rPr sz="1650" b="1" i="0">
                <a:solidFill>
                  <a:srgbClr val="0B2A4A"/>
                </a:solidFill>
                <a:latin typeface="Tahoma"/>
                <a:ea typeface="Tahoma"/>
                <a:cs typeface="Tahoma"/>
              </a:rPr>
              <a:t>Logic analyzer</a:t>
            </a:r>
          </a:p>
        </p:txBody>
      </p:sp>
      <p:sp>
        <p:nvSpPr>
          <p:cNvPr id="10" name="">
            <a:extLst xmlns:a="http://schemas.openxmlformats.org/drawingml/2006/main">
              <a:ext uri="{FF2B5EF4-FFF2-40B4-BE49-F238E27FC236}">
                <a16:creationId xmlns:a16="http://schemas.microsoft.com/office/drawing/2014/main" id="{4E54507D-A02E-41E3-A698-3ED25C786408}"/>
              </a:ext>
            </a:extLst>
          </p:cNvPr>
          <p:cNvSpPr>
            <a:spLocks xmlns:a="http://schemas.openxmlformats.org/drawingml/2006/main" noGrp="1"/>
          </p:cNvSpPr>
          <p:nvPr/>
        </p:nvSpPr>
        <p:spPr>
          <a:xfrm xmlns:a="http://schemas.openxmlformats.org/drawingml/2006/main">
            <a:off x="762000" y="41529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C6473A"/>
                </a:solidFill>
                <a:latin typeface="Tahoma"/>
                <a:ea typeface="Tahoma"/>
                <a:cs typeface="Tahoma"/>
              </a:defRPr>
            </a:pPr>
            <a:r>
              <a:rPr sz="1125" b="1" i="0">
                <a:solidFill>
                  <a:srgbClr val="C6473A"/>
                </a:solidFill>
                <a:latin typeface="Tahoma"/>
                <a:ea typeface="Tahoma"/>
                <a:cs typeface="Tahoma"/>
              </a:rPr>
              <a:t>IRQ</a:t>
            </a:r>
          </a:p>
        </p:txBody>
      </p:sp>
      <p:sp>
        <p:nvSpPr>
          <p:cNvPr id="11" name="">
            <a:extLst xmlns:a="http://schemas.openxmlformats.org/drawingml/2006/main">
              <a:ext uri="{FF2B5EF4-FFF2-40B4-BE49-F238E27FC236}">
                <a16:creationId xmlns:a16="http://schemas.microsoft.com/office/drawing/2014/main" id="{C3E12D96-2C68-4838-AFC0-51D31E10D8C6}"/>
              </a:ext>
            </a:extLst>
          </p:cNvPr>
          <p:cNvSpPr>
            <a:spLocks xmlns:a="http://schemas.openxmlformats.org/drawingml/2006/main" noGrp="1"/>
          </p:cNvSpPr>
          <p:nvPr/>
        </p:nvSpPr>
        <p:spPr>
          <a:xfrm xmlns:a="http://schemas.openxmlformats.org/drawingml/2006/main">
            <a:off x="762000" y="49911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1677A7"/>
                </a:solidFill>
                <a:latin typeface="Tahoma"/>
                <a:ea typeface="Tahoma"/>
                <a:cs typeface="Tahoma"/>
              </a:defRPr>
            </a:pPr>
            <a:r>
              <a:rPr sz="1125" b="1" i="0">
                <a:solidFill>
                  <a:srgbClr val="1677A7"/>
                </a:solidFill>
                <a:latin typeface="Tahoma"/>
                <a:ea typeface="Tahoma"/>
                <a:cs typeface="Tahoma"/>
              </a:rPr>
              <a:t>GPIO</a:t>
            </a:r>
          </a:p>
        </p:txBody>
      </p:sp>
      <p:sp>
        <p:nvSpPr>
          <p:cNvPr id="12" name="">
            <a:extLst xmlns:a="http://schemas.openxmlformats.org/drawingml/2006/main">
              <a:ext uri="{FF2B5EF4-FFF2-40B4-BE49-F238E27FC236}">
                <a16:creationId xmlns:a16="http://schemas.microsoft.com/office/drawing/2014/main" id="{0928ED76-6EB1-4FF8-8847-355500084D18}"/>
              </a:ext>
            </a:extLst>
          </p:cNvPr>
          <p:cNvSpPr>
            <a:spLocks xmlns:a="http://schemas.openxmlformats.org/drawingml/2006/main" noGrp="1"/>
          </p:cNvSpPr>
          <p:nvPr/>
        </p:nvSpPr>
        <p:spPr>
          <a:xfrm xmlns:a="http://schemas.openxmlformats.org/drawingml/2006/main">
            <a:off x="1409700" y="4248150"/>
            <a:ext cx="42100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3" name="">
            <a:extLst xmlns:a="http://schemas.openxmlformats.org/drawingml/2006/main">
              <a:ext uri="{FF2B5EF4-FFF2-40B4-BE49-F238E27FC236}">
                <a16:creationId xmlns:a16="http://schemas.microsoft.com/office/drawing/2014/main" id="{952C7F9A-3DF5-40A1-9F63-F3A14E45F0C4}"/>
              </a:ext>
            </a:extLst>
          </p:cNvPr>
          <p:cNvSpPr>
            <a:spLocks xmlns:a="http://schemas.openxmlformats.org/drawingml/2006/main" noGrp="1"/>
          </p:cNvSpPr>
          <p:nvPr/>
        </p:nvSpPr>
        <p:spPr>
          <a:xfrm xmlns:a="http://schemas.openxmlformats.org/drawingml/2006/main">
            <a:off x="1409700" y="5086350"/>
            <a:ext cx="4210050" cy="0"/>
          </a:xfrm>
          <a:prstGeom xmlns:a="http://schemas.openxmlformats.org/drawingml/2006/main" prst="line">
            <a:avLst/>
          </a:prstGeom>
          <a:noFill xmlns:a="http://schemas.openxmlformats.org/drawingml/2006/main"/>
          <a:ln xmlns:a="http://schemas.openxmlformats.org/drawingml/2006/main" w="19050">
            <a:solidFill>
              <a:srgbClr val="DCE3E8"/>
            </a:solidFill>
            <a:prstDash val="solid"/>
          </a:ln>
        </p:spPr>
      </p:sp>
      <p:sp>
        <p:nvSpPr>
          <p:cNvPr id="14" name="">
            <a:extLst xmlns:a="http://schemas.openxmlformats.org/drawingml/2006/main">
              <a:ext uri="{FF2B5EF4-FFF2-40B4-BE49-F238E27FC236}">
                <a16:creationId xmlns:a16="http://schemas.microsoft.com/office/drawing/2014/main" id="{FE50CCF7-369D-4F3F-A73E-BC47143795E3}"/>
              </a:ext>
            </a:extLst>
          </p:cNvPr>
          <p:cNvSpPr>
            <a:spLocks xmlns:a="http://schemas.openxmlformats.org/drawingml/2006/main" noGrp="1"/>
          </p:cNvSpPr>
          <p:nvPr/>
        </p:nvSpPr>
        <p:spPr>
          <a:xfrm xmlns:a="http://schemas.openxmlformats.org/drawingml/2006/main">
            <a:off x="1714500" y="4248150"/>
            <a:ext cx="104775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15" name="">
            <a:extLst xmlns:a="http://schemas.openxmlformats.org/drawingml/2006/main">
              <a:ext uri="{FF2B5EF4-FFF2-40B4-BE49-F238E27FC236}">
                <a16:creationId xmlns:a16="http://schemas.microsoft.com/office/drawing/2014/main" id="{CBAB3F1F-6994-4AE7-829D-9509BBEBC0C4}"/>
              </a:ext>
            </a:extLst>
          </p:cNvPr>
          <p:cNvSpPr>
            <a:spLocks xmlns:a="http://schemas.openxmlformats.org/drawingml/2006/main" noGrp="1"/>
          </p:cNvSpPr>
          <p:nvPr/>
        </p:nvSpPr>
        <p:spPr>
          <a:xfrm xmlns:a="http://schemas.openxmlformats.org/drawingml/2006/main">
            <a:off x="2762250" y="3943350"/>
            <a:ext cx="0" cy="3048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16" name="">
            <a:extLst xmlns:a="http://schemas.openxmlformats.org/drawingml/2006/main">
              <a:ext uri="{FF2B5EF4-FFF2-40B4-BE49-F238E27FC236}">
                <a16:creationId xmlns:a16="http://schemas.microsoft.com/office/drawing/2014/main" id="{90B629F8-C3A9-47BE-9C50-4323F2136B07}"/>
              </a:ext>
            </a:extLst>
          </p:cNvPr>
          <p:cNvSpPr>
            <a:spLocks xmlns:a="http://schemas.openxmlformats.org/drawingml/2006/main" noGrp="1"/>
          </p:cNvSpPr>
          <p:nvPr/>
        </p:nvSpPr>
        <p:spPr>
          <a:xfrm xmlns:a="http://schemas.openxmlformats.org/drawingml/2006/main">
            <a:off x="2762250" y="3943350"/>
            <a:ext cx="285750" cy="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17" name="">
            <a:extLst xmlns:a="http://schemas.openxmlformats.org/drawingml/2006/main">
              <a:ext uri="{FF2B5EF4-FFF2-40B4-BE49-F238E27FC236}">
                <a16:creationId xmlns:a16="http://schemas.microsoft.com/office/drawing/2014/main" id="{14DA2DFF-F268-4348-BA83-5540317844A3}"/>
              </a:ext>
            </a:extLst>
          </p:cNvPr>
          <p:cNvSpPr>
            <a:spLocks xmlns:a="http://schemas.openxmlformats.org/drawingml/2006/main" noGrp="1"/>
          </p:cNvSpPr>
          <p:nvPr/>
        </p:nvSpPr>
        <p:spPr>
          <a:xfrm xmlns:a="http://schemas.openxmlformats.org/drawingml/2006/main">
            <a:off x="3048000" y="3943350"/>
            <a:ext cx="0" cy="304800"/>
          </a:xfrm>
          <a:prstGeom xmlns:a="http://schemas.openxmlformats.org/drawingml/2006/main" prst="line">
            <a:avLst/>
          </a:prstGeom>
          <a:noFill xmlns:a="http://schemas.openxmlformats.org/drawingml/2006/main"/>
          <a:ln xmlns:a="http://schemas.openxmlformats.org/drawingml/2006/main" w="38100">
            <a:solidFill>
              <a:srgbClr val="C6473A"/>
            </a:solidFill>
            <a:prstDash val="solid"/>
          </a:ln>
        </p:spPr>
      </p:sp>
      <p:sp>
        <p:nvSpPr>
          <p:cNvPr id="18" name="">
            <a:extLst xmlns:a="http://schemas.openxmlformats.org/drawingml/2006/main">
              <a:ext uri="{FF2B5EF4-FFF2-40B4-BE49-F238E27FC236}">
                <a16:creationId xmlns:a16="http://schemas.microsoft.com/office/drawing/2014/main" id="{29728C41-6B54-4D87-8DE4-32618415CAC6}"/>
              </a:ext>
            </a:extLst>
          </p:cNvPr>
          <p:cNvSpPr>
            <a:spLocks xmlns:a="http://schemas.openxmlformats.org/drawingml/2006/main" noGrp="1"/>
          </p:cNvSpPr>
          <p:nvPr/>
        </p:nvSpPr>
        <p:spPr>
          <a:xfrm xmlns:a="http://schemas.openxmlformats.org/drawingml/2006/main">
            <a:off x="1714500" y="5086350"/>
            <a:ext cx="1714500" cy="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19" name="">
            <a:extLst xmlns:a="http://schemas.openxmlformats.org/drawingml/2006/main">
              <a:ext uri="{FF2B5EF4-FFF2-40B4-BE49-F238E27FC236}">
                <a16:creationId xmlns:a16="http://schemas.microsoft.com/office/drawing/2014/main" id="{54E733DA-BC56-444B-AFA9-6FA51247AB2E}"/>
              </a:ext>
            </a:extLst>
          </p:cNvPr>
          <p:cNvSpPr>
            <a:spLocks xmlns:a="http://schemas.openxmlformats.org/drawingml/2006/main" noGrp="1"/>
          </p:cNvSpPr>
          <p:nvPr/>
        </p:nvSpPr>
        <p:spPr>
          <a:xfrm xmlns:a="http://schemas.openxmlformats.org/drawingml/2006/main">
            <a:off x="3429000" y="4705350"/>
            <a:ext cx="0" cy="38100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20" name="">
            <a:extLst xmlns:a="http://schemas.openxmlformats.org/drawingml/2006/main">
              <a:ext uri="{FF2B5EF4-FFF2-40B4-BE49-F238E27FC236}">
                <a16:creationId xmlns:a16="http://schemas.microsoft.com/office/drawing/2014/main" id="{EF8207F9-7451-4118-AC71-05110FE62708}"/>
              </a:ext>
            </a:extLst>
          </p:cNvPr>
          <p:cNvSpPr>
            <a:spLocks xmlns:a="http://schemas.openxmlformats.org/drawingml/2006/main" noGrp="1"/>
          </p:cNvSpPr>
          <p:nvPr/>
        </p:nvSpPr>
        <p:spPr>
          <a:xfrm xmlns:a="http://schemas.openxmlformats.org/drawingml/2006/main">
            <a:off x="3429000" y="4705350"/>
            <a:ext cx="1333500" cy="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21" name="">
            <a:extLst xmlns:a="http://schemas.openxmlformats.org/drawingml/2006/main">
              <a:ext uri="{FF2B5EF4-FFF2-40B4-BE49-F238E27FC236}">
                <a16:creationId xmlns:a16="http://schemas.microsoft.com/office/drawing/2014/main" id="{201E9324-9DB0-460C-9BDC-CCC5D0FAA636}"/>
              </a:ext>
            </a:extLst>
          </p:cNvPr>
          <p:cNvSpPr>
            <a:spLocks xmlns:a="http://schemas.openxmlformats.org/drawingml/2006/main" noGrp="1"/>
          </p:cNvSpPr>
          <p:nvPr/>
        </p:nvSpPr>
        <p:spPr>
          <a:xfrm xmlns:a="http://schemas.openxmlformats.org/drawingml/2006/main">
            <a:off x="4762500" y="4705350"/>
            <a:ext cx="0" cy="381000"/>
          </a:xfrm>
          <a:prstGeom xmlns:a="http://schemas.openxmlformats.org/drawingml/2006/main" prst="line">
            <a:avLst/>
          </a:prstGeom>
          <a:noFill xmlns:a="http://schemas.openxmlformats.org/drawingml/2006/main"/>
          <a:ln xmlns:a="http://schemas.openxmlformats.org/drawingml/2006/main" w="38100">
            <a:solidFill>
              <a:srgbClr val="1677A7"/>
            </a:solidFill>
            <a:prstDash val="solid"/>
          </a:ln>
        </p:spPr>
      </p:sp>
      <p:sp>
        <p:nvSpPr>
          <p:cNvPr id="22" name="">
            <a:extLst xmlns:a="http://schemas.openxmlformats.org/drawingml/2006/main">
              <a:ext uri="{FF2B5EF4-FFF2-40B4-BE49-F238E27FC236}">
                <a16:creationId xmlns:a16="http://schemas.microsoft.com/office/drawing/2014/main" id="{DD60567B-ACA0-4E73-A9B1-5EE288C27090}"/>
              </a:ext>
            </a:extLst>
          </p:cNvPr>
          <p:cNvSpPr>
            <a:spLocks xmlns:a="http://schemas.openxmlformats.org/drawingml/2006/main" noGrp="1"/>
          </p:cNvSpPr>
          <p:nvPr/>
        </p:nvSpPr>
        <p:spPr>
          <a:xfrm xmlns:a="http://schemas.openxmlformats.org/drawingml/2006/main">
            <a:off x="2762250" y="5467350"/>
            <a:ext cx="666750" cy="0"/>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23" name="">
            <a:extLst xmlns:a="http://schemas.openxmlformats.org/drawingml/2006/main">
              <a:ext uri="{FF2B5EF4-FFF2-40B4-BE49-F238E27FC236}">
                <a16:creationId xmlns:a16="http://schemas.microsoft.com/office/drawing/2014/main" id="{A7D2E0C8-B958-4201-A905-BB049A162B5D}"/>
              </a:ext>
            </a:extLst>
          </p:cNvPr>
          <p:cNvSpPr>
            <a:spLocks xmlns:a="http://schemas.openxmlformats.org/drawingml/2006/main" noGrp="1"/>
          </p:cNvSpPr>
          <p:nvPr/>
        </p:nvSpPr>
        <p:spPr>
          <a:xfrm xmlns:a="http://schemas.openxmlformats.org/drawingml/2006/main">
            <a:off x="2762250" y="5372100"/>
            <a:ext cx="0" cy="190500"/>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24" name="">
            <a:extLst xmlns:a="http://schemas.openxmlformats.org/drawingml/2006/main">
              <a:ext uri="{FF2B5EF4-FFF2-40B4-BE49-F238E27FC236}">
                <a16:creationId xmlns:a16="http://schemas.microsoft.com/office/drawing/2014/main" id="{135D3890-01B8-459F-8F61-704BE636FCEF}"/>
              </a:ext>
            </a:extLst>
          </p:cNvPr>
          <p:cNvSpPr>
            <a:spLocks xmlns:a="http://schemas.openxmlformats.org/drawingml/2006/main" noGrp="1"/>
          </p:cNvSpPr>
          <p:nvPr/>
        </p:nvSpPr>
        <p:spPr>
          <a:xfrm xmlns:a="http://schemas.openxmlformats.org/drawingml/2006/main">
            <a:off x="3429000" y="5372100"/>
            <a:ext cx="0" cy="190500"/>
          </a:xfrm>
          <a:prstGeom xmlns:a="http://schemas.openxmlformats.org/drawingml/2006/main" prst="line">
            <a:avLst/>
          </a:prstGeom>
          <a:noFill xmlns:a="http://schemas.openxmlformats.org/drawingml/2006/main"/>
          <a:ln xmlns:a="http://schemas.openxmlformats.org/drawingml/2006/main" w="28575">
            <a:solidFill>
              <a:srgbClr val="C6473A"/>
            </a:solidFill>
            <a:prstDash val="solid"/>
          </a:ln>
        </p:spPr>
      </p:sp>
      <p:sp>
        <p:nvSpPr>
          <p:cNvPr id="25" name="">
            <a:extLst xmlns:a="http://schemas.openxmlformats.org/drawingml/2006/main">
              <a:ext uri="{FF2B5EF4-FFF2-40B4-BE49-F238E27FC236}">
                <a16:creationId xmlns:a16="http://schemas.microsoft.com/office/drawing/2014/main" id="{721AD18A-4D88-442F-9FBD-2926CBCA1483}"/>
              </a:ext>
            </a:extLst>
          </p:cNvPr>
          <p:cNvSpPr>
            <a:spLocks xmlns:a="http://schemas.openxmlformats.org/drawingml/2006/main" noGrp="1"/>
          </p:cNvSpPr>
          <p:nvPr/>
        </p:nvSpPr>
        <p:spPr>
          <a:xfrm xmlns:a="http://schemas.openxmlformats.org/drawingml/2006/main">
            <a:off x="2781300" y="5638800"/>
            <a:ext cx="64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i="0">
                <a:solidFill>
                  <a:srgbClr val="C6473A"/>
                </a:solidFill>
                <a:latin typeface="Tahoma"/>
                <a:ea typeface="Tahoma"/>
                <a:cs typeface="Tahoma"/>
              </a:defRPr>
            </a:pPr>
            <a:r>
              <a:rPr sz="1125" b="1" i="0">
                <a:solidFill>
                  <a:srgbClr val="C6473A"/>
                </a:solidFill>
                <a:latin typeface="Tahoma"/>
                <a:ea typeface="Tahoma"/>
                <a:cs typeface="Tahoma"/>
              </a:rPr>
              <a:t>latency</a:t>
            </a:r>
          </a:p>
        </p:txBody>
      </p:sp>
      <p:sp>
        <p:nvSpPr>
          <p:cNvPr id="26" name="">
            <a:extLst xmlns:a="http://schemas.openxmlformats.org/drawingml/2006/main">
              <a:ext uri="{FF2B5EF4-FFF2-40B4-BE49-F238E27FC236}">
                <a16:creationId xmlns:a16="http://schemas.microsoft.com/office/drawing/2014/main" id="{E9482308-36E3-48DB-BE8C-82D36660718B}"/>
              </a:ext>
            </a:extLst>
          </p:cNvPr>
          <p:cNvSpPr>
            <a:spLocks xmlns:a="http://schemas.openxmlformats.org/drawingml/2006/main" noGrp="1"/>
          </p:cNvSpPr>
          <p:nvPr/>
        </p:nvSpPr>
        <p:spPr>
          <a:xfrm xmlns:a="http://schemas.openxmlformats.org/drawingml/2006/main">
            <a:off x="3429000" y="5467350"/>
            <a:ext cx="1333500" cy="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27" name="">
            <a:extLst xmlns:a="http://schemas.openxmlformats.org/drawingml/2006/main">
              <a:ext uri="{FF2B5EF4-FFF2-40B4-BE49-F238E27FC236}">
                <a16:creationId xmlns:a16="http://schemas.microsoft.com/office/drawing/2014/main" id="{E9F4BFB8-F852-448B-814A-15F2E6882EEC}"/>
              </a:ext>
            </a:extLst>
          </p:cNvPr>
          <p:cNvSpPr>
            <a:spLocks xmlns:a="http://schemas.openxmlformats.org/drawingml/2006/main" noGrp="1"/>
          </p:cNvSpPr>
          <p:nvPr/>
        </p:nvSpPr>
        <p:spPr>
          <a:xfrm xmlns:a="http://schemas.openxmlformats.org/drawingml/2006/main">
            <a:off x="4762500" y="5372100"/>
            <a:ext cx="0" cy="19050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28" name="">
            <a:extLst xmlns:a="http://schemas.openxmlformats.org/drawingml/2006/main">
              <a:ext uri="{FF2B5EF4-FFF2-40B4-BE49-F238E27FC236}">
                <a16:creationId xmlns:a16="http://schemas.microsoft.com/office/drawing/2014/main" id="{4DBECAA2-A0BE-482B-86DD-6096DEBC6B33}"/>
              </a:ext>
            </a:extLst>
          </p:cNvPr>
          <p:cNvSpPr>
            <a:spLocks xmlns:a="http://schemas.openxmlformats.org/drawingml/2006/main" noGrp="1"/>
          </p:cNvSpPr>
          <p:nvPr/>
        </p:nvSpPr>
        <p:spPr>
          <a:xfrm xmlns:a="http://schemas.openxmlformats.org/drawingml/2006/main">
            <a:off x="3543300" y="563880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i="0">
                <a:solidFill>
                  <a:srgbClr val="1677A7"/>
                </a:solidFill>
                <a:latin typeface="Tahoma"/>
                <a:ea typeface="Tahoma"/>
                <a:cs typeface="Tahoma"/>
              </a:defRPr>
            </a:pPr>
            <a:r>
              <a:rPr sz="1125" b="1" i="0">
                <a:solidFill>
                  <a:srgbClr val="1677A7"/>
                </a:solidFill>
                <a:latin typeface="Tahoma"/>
                <a:ea typeface="Tahoma"/>
                <a:cs typeface="Tahoma"/>
              </a:rPr>
              <a:t>ISR duration</a:t>
            </a:r>
          </a:p>
        </p:txBody>
      </p:sp>
      <p:sp>
        <p:nvSpPr>
          <p:cNvPr id="29" name="">
            <a:extLst xmlns:a="http://schemas.openxmlformats.org/drawingml/2006/main">
              <a:ext uri="{FF2B5EF4-FFF2-40B4-BE49-F238E27FC236}">
                <a16:creationId xmlns:a16="http://schemas.microsoft.com/office/drawing/2014/main" id="{679B174F-2A03-4594-8133-3F9F0EE1BD44}"/>
              </a:ext>
            </a:extLst>
          </p:cNvPr>
          <p:cNvSpPr>
            <a:spLocks xmlns:a="http://schemas.openxmlformats.org/drawingml/2006/main" noGrp="1"/>
          </p:cNvSpPr>
          <p:nvPr/>
        </p:nvSpPr>
        <p:spPr>
          <a:xfrm xmlns:a="http://schemas.openxmlformats.org/drawingml/2006/main">
            <a:off x="6496050" y="1695450"/>
            <a:ext cx="400050" cy="4000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30" name="">
            <a:extLst xmlns:a="http://schemas.openxmlformats.org/drawingml/2006/main">
              <a:ext uri="{FF2B5EF4-FFF2-40B4-BE49-F238E27FC236}">
                <a16:creationId xmlns:a16="http://schemas.microsoft.com/office/drawing/2014/main" id="{38B0E287-73C2-4B85-AE74-1C8257A8408D}"/>
              </a:ext>
            </a:extLst>
          </p:cNvPr>
          <p:cNvSpPr>
            <a:spLocks xmlns:a="http://schemas.openxmlformats.org/drawingml/2006/main" noGrp="1"/>
          </p:cNvSpPr>
          <p:nvPr/>
        </p:nvSpPr>
        <p:spPr>
          <a:xfrm xmlns:a="http://schemas.openxmlformats.org/drawingml/2006/main">
            <a:off x="6496050" y="1695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1</a:t>
            </a:r>
          </a:p>
        </p:txBody>
      </p:sp>
      <p:sp>
        <p:nvSpPr>
          <p:cNvPr id="31" name="">
            <a:extLst xmlns:a="http://schemas.openxmlformats.org/drawingml/2006/main">
              <a:ext uri="{FF2B5EF4-FFF2-40B4-BE49-F238E27FC236}">
                <a16:creationId xmlns:a16="http://schemas.microsoft.com/office/drawing/2014/main" id="{C151FF90-A72C-4B5A-BCE7-83899F2B03EB}"/>
              </a:ext>
            </a:extLst>
          </p:cNvPr>
          <p:cNvSpPr>
            <a:spLocks xmlns:a="http://schemas.openxmlformats.org/drawingml/2006/main" noGrp="1"/>
          </p:cNvSpPr>
          <p:nvPr/>
        </p:nvSpPr>
        <p:spPr>
          <a:xfrm xmlns:a="http://schemas.openxmlformats.org/drawingml/2006/main">
            <a:off x="7067550" y="16954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C6473A"/>
                </a:solidFill>
                <a:latin typeface="Tahoma"/>
                <a:ea typeface="Tahoma"/>
                <a:cs typeface="Tahoma"/>
              </a:defRPr>
            </a:pPr>
            <a:r>
              <a:rPr sz="1500" b="1" i="0">
                <a:solidFill>
                  <a:srgbClr val="C6473A"/>
                </a:solidFill>
                <a:latin typeface="Tahoma"/>
                <a:ea typeface="Tahoma"/>
                <a:cs typeface="Tahoma"/>
              </a:rPr>
              <a:t>ISR never runs</a:t>
            </a:r>
          </a:p>
        </p:txBody>
      </p:sp>
      <p:sp>
        <p:nvSpPr>
          <p:cNvPr id="32" name="">
            <a:extLst xmlns:a="http://schemas.openxmlformats.org/drawingml/2006/main">
              <a:ext uri="{FF2B5EF4-FFF2-40B4-BE49-F238E27FC236}">
                <a16:creationId xmlns:a16="http://schemas.microsoft.com/office/drawing/2014/main" id="{AA69F62F-D5EC-4277-B6A9-032B624A6FE9}"/>
              </a:ext>
            </a:extLst>
          </p:cNvPr>
          <p:cNvSpPr>
            <a:spLocks xmlns:a="http://schemas.openxmlformats.org/drawingml/2006/main" noGrp="1"/>
          </p:cNvSpPr>
          <p:nvPr/>
        </p:nvSpPr>
        <p:spPr>
          <a:xfrm xmlns:a="http://schemas.openxmlformats.org/drawingml/2006/main">
            <a:off x="7067550" y="20764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ตรวจ Flag → source enable → global mask → vector</a:t>
            </a:r>
          </a:p>
        </p:txBody>
      </p:sp>
      <p:sp>
        <p:nvSpPr>
          <p:cNvPr id="33" name="">
            <a:extLst xmlns:a="http://schemas.openxmlformats.org/drawingml/2006/main">
              <a:ext uri="{FF2B5EF4-FFF2-40B4-BE49-F238E27FC236}">
                <a16:creationId xmlns:a16="http://schemas.microsoft.com/office/drawing/2014/main" id="{7654A2B7-C644-4A87-85D8-C0F6162DAC9F}"/>
              </a:ext>
            </a:extLst>
          </p:cNvPr>
          <p:cNvSpPr>
            <a:spLocks xmlns:a="http://schemas.openxmlformats.org/drawingml/2006/main" noGrp="1"/>
          </p:cNvSpPr>
          <p:nvPr/>
        </p:nvSpPr>
        <p:spPr>
          <a:xfrm xmlns:a="http://schemas.openxmlformats.org/drawingml/2006/main">
            <a:off x="6496050" y="2762250"/>
            <a:ext cx="400050" cy="40005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34" name="">
            <a:extLst xmlns:a="http://schemas.openxmlformats.org/drawingml/2006/main">
              <a:ext uri="{FF2B5EF4-FFF2-40B4-BE49-F238E27FC236}">
                <a16:creationId xmlns:a16="http://schemas.microsoft.com/office/drawing/2014/main" id="{684B6A71-D836-4160-996E-7943212837EF}"/>
              </a:ext>
            </a:extLst>
          </p:cNvPr>
          <p:cNvSpPr>
            <a:spLocks xmlns:a="http://schemas.openxmlformats.org/drawingml/2006/main" noGrp="1"/>
          </p:cNvSpPr>
          <p:nvPr/>
        </p:nvSpPr>
        <p:spPr>
          <a:xfrm xmlns:a="http://schemas.openxmlformats.org/drawingml/2006/main">
            <a:off x="6496050" y="2762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2</a:t>
            </a:r>
          </a:p>
        </p:txBody>
      </p:sp>
      <p:sp>
        <p:nvSpPr>
          <p:cNvPr id="35" name="">
            <a:extLst xmlns:a="http://schemas.openxmlformats.org/drawingml/2006/main">
              <a:ext uri="{FF2B5EF4-FFF2-40B4-BE49-F238E27FC236}">
                <a16:creationId xmlns:a16="http://schemas.microsoft.com/office/drawing/2014/main" id="{1657FA61-9B19-47F4-AC16-266845B1FDD2}"/>
              </a:ext>
            </a:extLst>
          </p:cNvPr>
          <p:cNvSpPr>
            <a:spLocks xmlns:a="http://schemas.openxmlformats.org/drawingml/2006/main" noGrp="1"/>
          </p:cNvSpPr>
          <p:nvPr/>
        </p:nvSpPr>
        <p:spPr>
          <a:xfrm xmlns:a="http://schemas.openxmlformats.org/drawingml/2006/main">
            <a:off x="7067550" y="27622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D97706"/>
                </a:solidFill>
                <a:latin typeface="Tahoma"/>
                <a:ea typeface="Tahoma"/>
                <a:cs typeface="Tahoma"/>
              </a:defRPr>
            </a:pPr>
            <a:r>
              <a:rPr sz="1500" b="1" i="0">
                <a:solidFill>
                  <a:srgbClr val="D97706"/>
                </a:solidFill>
                <a:latin typeface="Tahoma"/>
                <a:ea typeface="Tahoma"/>
                <a:cs typeface="Tahoma"/>
              </a:rPr>
              <a:t>Runs repeatedly</a:t>
            </a:r>
          </a:p>
        </p:txBody>
      </p:sp>
      <p:sp>
        <p:nvSpPr>
          <p:cNvPr id="36" name="">
            <a:extLst xmlns:a="http://schemas.openxmlformats.org/drawingml/2006/main">
              <a:ext uri="{FF2B5EF4-FFF2-40B4-BE49-F238E27FC236}">
                <a16:creationId xmlns:a16="http://schemas.microsoft.com/office/drawing/2014/main" id="{790694CA-4A78-4C1E-9A75-7155B83E60E5}"/>
              </a:ext>
            </a:extLst>
          </p:cNvPr>
          <p:cNvSpPr>
            <a:spLocks xmlns:a="http://schemas.openxmlformats.org/drawingml/2006/main" noGrp="1"/>
          </p:cNvSpPr>
          <p:nvPr/>
        </p:nvSpPr>
        <p:spPr>
          <a:xfrm xmlns:a="http://schemas.openxmlformats.org/drawingml/2006/main">
            <a:off x="7067550" y="31432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ตรวจ Level ที่ยังค้าง และวิธี clear flag</a:t>
            </a:r>
          </a:p>
        </p:txBody>
      </p:sp>
      <p:sp>
        <p:nvSpPr>
          <p:cNvPr id="37" name="">
            <a:extLst xmlns:a="http://schemas.openxmlformats.org/drawingml/2006/main">
              <a:ext uri="{FF2B5EF4-FFF2-40B4-BE49-F238E27FC236}">
                <a16:creationId xmlns:a16="http://schemas.microsoft.com/office/drawing/2014/main" id="{6EAB1D26-3149-4649-8AD9-25805EAA127C}"/>
              </a:ext>
            </a:extLst>
          </p:cNvPr>
          <p:cNvSpPr>
            <a:spLocks xmlns:a="http://schemas.openxmlformats.org/drawingml/2006/main" noGrp="1"/>
          </p:cNvSpPr>
          <p:nvPr/>
        </p:nvSpPr>
        <p:spPr>
          <a:xfrm xmlns:a="http://schemas.openxmlformats.org/drawingml/2006/main">
            <a:off x="6496050" y="3829050"/>
            <a:ext cx="400050" cy="4000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38" name="">
            <a:extLst xmlns:a="http://schemas.openxmlformats.org/drawingml/2006/main">
              <a:ext uri="{FF2B5EF4-FFF2-40B4-BE49-F238E27FC236}">
                <a16:creationId xmlns:a16="http://schemas.microsoft.com/office/drawing/2014/main" id="{DC5706A0-D973-4E1A-8B6A-A3D241B20AAC}"/>
              </a:ext>
            </a:extLst>
          </p:cNvPr>
          <p:cNvSpPr>
            <a:spLocks xmlns:a="http://schemas.openxmlformats.org/drawingml/2006/main" noGrp="1"/>
          </p:cNvSpPr>
          <p:nvPr/>
        </p:nvSpPr>
        <p:spPr>
          <a:xfrm xmlns:a="http://schemas.openxmlformats.org/drawingml/2006/main">
            <a:off x="6496050" y="3829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3</a:t>
            </a:r>
          </a:p>
        </p:txBody>
      </p:sp>
      <p:sp>
        <p:nvSpPr>
          <p:cNvPr id="39" name="">
            <a:extLst xmlns:a="http://schemas.openxmlformats.org/drawingml/2006/main">
              <a:ext uri="{FF2B5EF4-FFF2-40B4-BE49-F238E27FC236}">
                <a16:creationId xmlns:a16="http://schemas.microsoft.com/office/drawing/2014/main" id="{5FF7B9F2-18BF-47CA-A4E6-C3E0392D03D4}"/>
              </a:ext>
            </a:extLst>
          </p:cNvPr>
          <p:cNvSpPr>
            <a:spLocks xmlns:a="http://schemas.openxmlformats.org/drawingml/2006/main" noGrp="1"/>
          </p:cNvSpPr>
          <p:nvPr/>
        </p:nvSpPr>
        <p:spPr>
          <a:xfrm xmlns:a="http://schemas.openxmlformats.org/drawingml/2006/main">
            <a:off x="7067550" y="3829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1677A7"/>
                </a:solidFill>
                <a:latin typeface="Tahoma"/>
                <a:ea typeface="Tahoma"/>
                <a:cs typeface="Tahoma"/>
              </a:defRPr>
            </a:pPr>
            <a:r>
              <a:rPr sz="1500" b="1" i="0">
                <a:solidFill>
                  <a:srgbClr val="1677A7"/>
                </a:solidFill>
                <a:latin typeface="Tahoma"/>
                <a:ea typeface="Tahoma"/>
                <a:cs typeface="Tahoma"/>
              </a:rPr>
              <a:t>Timing jitter</a:t>
            </a:r>
          </a:p>
        </p:txBody>
      </p:sp>
      <p:sp>
        <p:nvSpPr>
          <p:cNvPr id="40" name="">
            <a:extLst xmlns:a="http://schemas.openxmlformats.org/drawingml/2006/main">
              <a:ext uri="{FF2B5EF4-FFF2-40B4-BE49-F238E27FC236}">
                <a16:creationId xmlns:a16="http://schemas.microsoft.com/office/drawing/2014/main" id="{B9AEA951-DF4F-48EC-BA64-E7A20881D0C0}"/>
              </a:ext>
            </a:extLst>
          </p:cNvPr>
          <p:cNvSpPr>
            <a:spLocks xmlns:a="http://schemas.openxmlformats.org/drawingml/2006/main" noGrp="1"/>
          </p:cNvSpPr>
          <p:nvPr/>
        </p:nvSpPr>
        <p:spPr>
          <a:xfrm xmlns:a="http://schemas.openxmlformats.org/drawingml/2006/main">
            <a:off x="7067550" y="42100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ตรวจ higher-priority IRQ, critical section, wait state</a:t>
            </a:r>
          </a:p>
        </p:txBody>
      </p:sp>
      <p:sp>
        <p:nvSpPr>
          <p:cNvPr id="41" name="">
            <a:extLst xmlns:a="http://schemas.openxmlformats.org/drawingml/2006/main">
              <a:ext uri="{FF2B5EF4-FFF2-40B4-BE49-F238E27FC236}">
                <a16:creationId xmlns:a16="http://schemas.microsoft.com/office/drawing/2014/main" id="{6C3BC039-25A7-4E01-AC4C-7CFD36BEB7FB}"/>
              </a:ext>
            </a:extLst>
          </p:cNvPr>
          <p:cNvSpPr>
            <a:spLocks xmlns:a="http://schemas.openxmlformats.org/drawingml/2006/main" noGrp="1"/>
          </p:cNvSpPr>
          <p:nvPr/>
        </p:nvSpPr>
        <p:spPr>
          <a:xfrm xmlns:a="http://schemas.openxmlformats.org/drawingml/2006/main">
            <a:off x="6496050" y="4895850"/>
            <a:ext cx="400050" cy="400050"/>
          </a:xfrm>
          <a:prstGeom xmlns:a="http://schemas.openxmlformats.org/drawingml/2006/main" prst="ellipse">
            <a:avLst/>
          </a:prstGeom>
          <a:solidFill xmlns:a="http://schemas.openxmlformats.org/drawingml/2006/main">
            <a:srgbClr val="2E7D5B"/>
          </a:solidFill>
          <a:ln xmlns:a="http://schemas.openxmlformats.org/drawingml/2006/main" w="9525">
            <a:solidFill>
              <a:srgbClr val="2E7D5B"/>
            </a:solidFill>
            <a:prstDash val="solid"/>
          </a:ln>
        </p:spPr>
      </p:sp>
      <p:sp>
        <p:nvSpPr>
          <p:cNvPr id="42" name="">
            <a:extLst xmlns:a="http://schemas.openxmlformats.org/drawingml/2006/main">
              <a:ext uri="{FF2B5EF4-FFF2-40B4-BE49-F238E27FC236}">
                <a16:creationId xmlns:a16="http://schemas.microsoft.com/office/drawing/2014/main" id="{8A9EA44F-7688-467A-994F-1D686FB2ED7E}"/>
              </a:ext>
            </a:extLst>
          </p:cNvPr>
          <p:cNvSpPr>
            <a:spLocks xmlns:a="http://schemas.openxmlformats.org/drawingml/2006/main" noGrp="1"/>
          </p:cNvSpPr>
          <p:nvPr/>
        </p:nvSpPr>
        <p:spPr>
          <a:xfrm xmlns:a="http://schemas.openxmlformats.org/drawingml/2006/main">
            <a:off x="6496050" y="4895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FFFFFF"/>
                </a:solidFill>
                <a:latin typeface="Tahoma"/>
                <a:ea typeface="Tahoma"/>
                <a:cs typeface="Tahoma"/>
              </a:defRPr>
            </a:pPr>
            <a:r>
              <a:rPr sz="1500" b="1" i="0">
                <a:solidFill>
                  <a:srgbClr val="FFFFFF"/>
                </a:solidFill>
                <a:latin typeface="Tahoma"/>
                <a:ea typeface="Tahoma"/>
                <a:cs typeface="Tahoma"/>
              </a:rPr>
              <a:t>4</a:t>
            </a:r>
          </a:p>
        </p:txBody>
      </p:sp>
      <p:sp>
        <p:nvSpPr>
          <p:cNvPr id="43" name="">
            <a:extLst xmlns:a="http://schemas.openxmlformats.org/drawingml/2006/main">
              <a:ext uri="{FF2B5EF4-FFF2-40B4-BE49-F238E27FC236}">
                <a16:creationId xmlns:a16="http://schemas.microsoft.com/office/drawing/2014/main" id="{45246F24-9D9D-4C62-9DC2-581E38C04D78}"/>
              </a:ext>
            </a:extLst>
          </p:cNvPr>
          <p:cNvSpPr>
            <a:spLocks xmlns:a="http://schemas.openxmlformats.org/drawingml/2006/main" noGrp="1"/>
          </p:cNvSpPr>
          <p:nvPr/>
        </p:nvSpPr>
        <p:spPr>
          <a:xfrm xmlns:a="http://schemas.openxmlformats.org/drawingml/2006/main">
            <a:off x="7067550" y="48958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i="0">
                <a:solidFill>
                  <a:srgbClr val="2E7D5B"/>
                </a:solidFill>
                <a:latin typeface="Tahoma"/>
                <a:ea typeface="Tahoma"/>
                <a:cs typeface="Tahoma"/>
              </a:defRPr>
            </a:pPr>
            <a:r>
              <a:rPr sz="1500" b="1" i="0">
                <a:solidFill>
                  <a:srgbClr val="2E7D5B"/>
                </a:solidFill>
                <a:latin typeface="Tahoma"/>
                <a:ea typeface="Tahoma"/>
                <a:cs typeface="Tahoma"/>
              </a:rPr>
              <a:t>Random crash</a:t>
            </a:r>
          </a:p>
        </p:txBody>
      </p:sp>
      <p:sp>
        <p:nvSpPr>
          <p:cNvPr id="44" name="">
            <a:extLst xmlns:a="http://schemas.openxmlformats.org/drawingml/2006/main">
              <a:ext uri="{FF2B5EF4-FFF2-40B4-BE49-F238E27FC236}">
                <a16:creationId xmlns:a16="http://schemas.microsoft.com/office/drawing/2014/main" id="{179EF8DD-9720-484A-962B-1FF1DDCBDCE3}"/>
              </a:ext>
            </a:extLst>
          </p:cNvPr>
          <p:cNvSpPr>
            <a:spLocks xmlns:a="http://schemas.openxmlformats.org/drawingml/2006/main" noGrp="1"/>
          </p:cNvSpPr>
          <p:nvPr/>
        </p:nvSpPr>
        <p:spPr>
          <a:xfrm xmlns:a="http://schemas.openxmlformats.org/drawingml/2006/main">
            <a:off x="7067550" y="52768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17212B"/>
                </a:solidFill>
                <a:latin typeface="Tahoma"/>
                <a:ea typeface="Tahoma"/>
                <a:cs typeface="Tahoma"/>
              </a:defRPr>
            </a:pPr>
            <a:r>
              <a:rPr sz="1275" b="0" i="0">
                <a:solidFill>
                  <a:srgbClr val="17212B"/>
                </a:solidFill>
                <a:latin typeface="Tahoma"/>
                <a:ea typeface="Tahoma"/>
                <a:cs typeface="Tahoma"/>
              </a:rPr>
              <a:t>ตรวจ stack depth, nesting, shared-data race</a:t>
            </a:r>
          </a:p>
        </p:txBody>
      </p:sp>
      <p:sp>
        <p:nvSpPr>
          <p:cNvPr id="45" name="">
            <a:extLst xmlns:a="http://schemas.openxmlformats.org/drawingml/2006/main">
              <a:ext uri="{FF2B5EF4-FFF2-40B4-BE49-F238E27FC236}">
                <a16:creationId xmlns:a16="http://schemas.microsoft.com/office/drawing/2014/main" id="{963CDEF8-D436-4E6A-A676-8B61A5077B0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6" name="">
            <a:extLst xmlns:a="http://schemas.openxmlformats.org/drawingml/2006/main">
              <a:ext uri="{FF2B5EF4-FFF2-40B4-BE49-F238E27FC236}">
                <a16:creationId xmlns:a16="http://schemas.microsoft.com/office/drawing/2014/main" id="{0861E0CE-D820-444D-BFB7-DF6F5565AEF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Measurement method: GPIO timestamping; consult target datasheet/debug tools</a:t>
            </a:r>
          </a:p>
        </p:txBody>
      </p:sp>
      <p:sp>
        <p:nvSpPr>
          <p:cNvPr id="47" name="">
            <a:extLst xmlns:a="http://schemas.openxmlformats.org/drawingml/2006/main">
              <a:ext uri="{FF2B5EF4-FFF2-40B4-BE49-F238E27FC236}">
                <a16:creationId xmlns:a16="http://schemas.microsoft.com/office/drawing/2014/main" id="{0DA85522-F14C-47F7-A0BB-A93CB3436986}"/>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16</a:t>
            </a:r>
          </a:p>
        </p:txBody>
      </p:sp>
    </p:spTree>
    <p:extLst>
      <p:ext uri="{BB962C8B-B14F-4D97-AF65-F5344CB8AC3E}">
        <p14:creationId xmlns:p14="http://schemas.microsoft.com/office/powerpoint/2010/main" val="799000484"/>
      </p:ext>
    </p:extLst>
  </p:cSld>
</p:sld>
</file>

<file path=ppt/slides/slide17.xml><?xml version="1.0" encoding="utf-8"?>
<p:sld xmlns:p="http://schemas.openxmlformats.org/presentationml/2006/main">
  <p:cSld>
    <p:bg>
      <p:bgPr>
        <a:solidFill xmlns:a="http://schemas.openxmlformats.org/drawingml/2006/main">
          <a:srgbClr val="0B2A4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4C48648-7E9A-474A-B8EC-8721D283435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F693FCE1-E037-499C-80E0-35824F45DF51}"/>
              </a:ext>
            </a:extLst>
          </p:cNvPr>
          <p:cNvSpPr>
            <a:spLocks xmlns:a="http://schemas.openxmlformats.org/drawingml/2006/main" noGrp="1"/>
          </p:cNvSpPr>
          <p:nvPr/>
        </p:nvSpPr>
        <p:spPr>
          <a:xfrm xmlns:a="http://schemas.openxmlformats.org/drawingml/2006/main">
            <a:off x="647700" y="4000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C89B3C"/>
                </a:solidFill>
                <a:latin typeface="Tahoma"/>
                <a:ea typeface="Tahoma"/>
                <a:cs typeface="Tahoma"/>
              </a:defRPr>
            </a:pPr>
            <a:r>
              <a:rPr sz="1125" b="1" i="0">
                <a:solidFill>
                  <a:srgbClr val="C89B3C"/>
                </a:solidFill>
                <a:latin typeface="Tahoma"/>
                <a:ea typeface="Tahoma"/>
                <a:cs typeface="Tahoma"/>
              </a:rPr>
              <a:t>SYNTHESIS  •  สรุป</a:t>
            </a:r>
          </a:p>
        </p:txBody>
      </p:sp>
      <p:sp>
        <p:nvSpPr>
          <p:cNvPr id="3" name="">
            <a:extLst xmlns:a="http://schemas.openxmlformats.org/drawingml/2006/main">
              <a:ext uri="{FF2B5EF4-FFF2-40B4-BE49-F238E27FC236}">
                <a16:creationId xmlns:a16="http://schemas.microsoft.com/office/drawing/2014/main" id="{F5D0FD9F-E030-4C78-8D67-7FA881195562}"/>
              </a:ext>
            </a:extLst>
          </p:cNvPr>
          <p:cNvSpPr>
            <a:spLocks xmlns:a="http://schemas.openxmlformats.org/drawingml/2006/main" noGrp="1"/>
          </p:cNvSpPr>
          <p:nvPr/>
        </p:nvSpPr>
        <p:spPr>
          <a:xfrm xmlns:a="http://schemas.openxmlformats.org/drawingml/2006/main">
            <a:off x="647700" y="7620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i="0">
                <a:solidFill>
                  <a:srgbClr val="FFFFFF"/>
                </a:solidFill>
                <a:latin typeface="Tahoma"/>
                <a:ea typeface="Tahoma"/>
                <a:cs typeface="Tahoma"/>
              </a:defRPr>
            </a:pPr>
            <a:r>
              <a:rPr sz="3150" b="1" i="0">
                <a:solidFill>
                  <a:srgbClr val="FFFFFF"/>
                </a:solidFill>
                <a:latin typeface="Tahoma"/>
                <a:ea typeface="Tahoma"/>
                <a:cs typeface="Tahoma"/>
              </a:rPr>
              <a:t>5 rules for reliable interrupts</a:t>
            </a:r>
          </a:p>
        </p:txBody>
      </p:sp>
      <p:sp>
        <p:nvSpPr>
          <p:cNvPr id="4" name="">
            <a:extLst xmlns:a="http://schemas.openxmlformats.org/drawingml/2006/main">
              <a:ext uri="{FF2B5EF4-FFF2-40B4-BE49-F238E27FC236}">
                <a16:creationId xmlns:a16="http://schemas.microsoft.com/office/drawing/2014/main" id="{5E9BAB8D-5C22-45D5-ABFC-98A6B587D4BE}"/>
              </a:ext>
            </a:extLst>
          </p:cNvPr>
          <p:cNvSpPr>
            <a:spLocks xmlns:a="http://schemas.openxmlformats.org/drawingml/2006/main" noGrp="1"/>
          </p:cNvSpPr>
          <p:nvPr/>
        </p:nvSpPr>
        <p:spPr>
          <a:xfrm xmlns:a="http://schemas.openxmlformats.org/drawingml/2006/main">
            <a:off x="762000" y="1619250"/>
            <a:ext cx="552450" cy="5524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5" name="">
            <a:extLst xmlns:a="http://schemas.openxmlformats.org/drawingml/2006/main">
              <a:ext uri="{FF2B5EF4-FFF2-40B4-BE49-F238E27FC236}">
                <a16:creationId xmlns:a16="http://schemas.microsoft.com/office/drawing/2014/main" id="{6FCD4883-DD38-48C6-B88F-06705A07CF8B}"/>
              </a:ext>
            </a:extLst>
          </p:cNvPr>
          <p:cNvSpPr>
            <a:spLocks xmlns:a="http://schemas.openxmlformats.org/drawingml/2006/main" noGrp="1"/>
          </p:cNvSpPr>
          <p:nvPr/>
        </p:nvSpPr>
        <p:spPr>
          <a:xfrm xmlns:a="http://schemas.openxmlformats.org/drawingml/2006/main">
            <a:off x="762000" y="16192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FFFFFF"/>
                </a:solidFill>
                <a:latin typeface="Tahoma"/>
                <a:ea typeface="Tahoma"/>
                <a:cs typeface="Tahoma"/>
              </a:defRPr>
            </a:pPr>
            <a:r>
              <a:rPr sz="1875" b="1" i="0">
                <a:solidFill>
                  <a:srgbClr val="FFFFFF"/>
                </a:solidFill>
                <a:latin typeface="Tahoma"/>
                <a:ea typeface="Tahoma"/>
                <a:cs typeface="Tahoma"/>
              </a:rPr>
              <a:t>1</a:t>
            </a:r>
          </a:p>
        </p:txBody>
      </p:sp>
      <p:sp>
        <p:nvSpPr>
          <p:cNvPr id="6" name="">
            <a:extLst xmlns:a="http://schemas.openxmlformats.org/drawingml/2006/main">
              <a:ext uri="{FF2B5EF4-FFF2-40B4-BE49-F238E27FC236}">
                <a16:creationId xmlns:a16="http://schemas.microsoft.com/office/drawing/2014/main" id="{28A4EB82-7834-4B28-BFE4-107A194A0CB1}"/>
              </a:ext>
            </a:extLst>
          </p:cNvPr>
          <p:cNvSpPr>
            <a:spLocks xmlns:a="http://schemas.openxmlformats.org/drawingml/2006/main" noGrp="1"/>
          </p:cNvSpPr>
          <p:nvPr/>
        </p:nvSpPr>
        <p:spPr>
          <a:xfrm xmlns:a="http://schemas.openxmlformats.org/drawingml/2006/main">
            <a:off x="1562100" y="1638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1677A7"/>
                </a:solidFill>
                <a:latin typeface="Tahoma"/>
                <a:ea typeface="Tahoma"/>
                <a:cs typeface="Tahoma"/>
              </a:defRPr>
            </a:pPr>
            <a:r>
              <a:rPr sz="1425" b="1" i="0">
                <a:solidFill>
                  <a:srgbClr val="1677A7"/>
                </a:solidFill>
                <a:latin typeface="Tahoma"/>
                <a:ea typeface="Tahoma"/>
                <a:cs typeface="Tahoma"/>
              </a:rPr>
              <a:t>TRACE THE PATH</a:t>
            </a:r>
          </a:p>
        </p:txBody>
      </p:sp>
      <p:sp>
        <p:nvSpPr>
          <p:cNvPr id="7" name="">
            <a:extLst xmlns:a="http://schemas.openxmlformats.org/drawingml/2006/main">
              <a:ext uri="{FF2B5EF4-FFF2-40B4-BE49-F238E27FC236}">
                <a16:creationId xmlns:a16="http://schemas.microsoft.com/office/drawing/2014/main" id="{F9E998B6-FC4A-4789-B505-CEE831FC11CA}"/>
              </a:ext>
            </a:extLst>
          </p:cNvPr>
          <p:cNvSpPr>
            <a:spLocks xmlns:a="http://schemas.openxmlformats.org/drawingml/2006/main" noGrp="1"/>
          </p:cNvSpPr>
          <p:nvPr/>
        </p:nvSpPr>
        <p:spPr>
          <a:xfrm xmlns:a="http://schemas.openxmlformats.org/drawingml/2006/main">
            <a:off x="1562100" y="1981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FFFFFF"/>
                </a:solidFill>
                <a:latin typeface="Tahoma"/>
                <a:ea typeface="Tahoma"/>
                <a:cs typeface="Tahoma"/>
              </a:defRPr>
            </a:pPr>
            <a:r>
              <a:rPr sz="1500" b="0" i="0">
                <a:solidFill>
                  <a:srgbClr val="FFFFFF"/>
                </a:solidFill>
                <a:latin typeface="Tahoma"/>
                <a:ea typeface="Tahoma"/>
                <a:cs typeface="Tahoma"/>
              </a:rPr>
              <a:t>Event → Flag → Enable → Vector → ISR → Return</a:t>
            </a:r>
          </a:p>
        </p:txBody>
      </p:sp>
      <p:sp>
        <p:nvSpPr>
          <p:cNvPr id="8" name="">
            <a:extLst xmlns:a="http://schemas.openxmlformats.org/drawingml/2006/main">
              <a:ext uri="{FF2B5EF4-FFF2-40B4-BE49-F238E27FC236}">
                <a16:creationId xmlns:a16="http://schemas.microsoft.com/office/drawing/2014/main" id="{5516FA88-A076-4E79-8408-8099B6FA9C32}"/>
              </a:ext>
            </a:extLst>
          </p:cNvPr>
          <p:cNvSpPr>
            <a:spLocks xmlns:a="http://schemas.openxmlformats.org/drawingml/2006/main" noGrp="1"/>
          </p:cNvSpPr>
          <p:nvPr/>
        </p:nvSpPr>
        <p:spPr>
          <a:xfrm xmlns:a="http://schemas.openxmlformats.org/drawingml/2006/main">
            <a:off x="762000" y="2495550"/>
            <a:ext cx="552450" cy="552450"/>
          </a:xfrm>
          <a:prstGeom xmlns:a="http://schemas.openxmlformats.org/drawingml/2006/main" prst="ellipse">
            <a:avLst/>
          </a:prstGeom>
          <a:solidFill xmlns:a="http://schemas.openxmlformats.org/drawingml/2006/main">
            <a:srgbClr val="2E7D5B"/>
          </a:solidFill>
          <a:ln xmlns:a="http://schemas.openxmlformats.org/drawingml/2006/main" w="9525">
            <a:solidFill>
              <a:srgbClr val="2E7D5B"/>
            </a:solidFill>
            <a:prstDash val="solid"/>
          </a:ln>
        </p:spPr>
      </p:sp>
      <p:sp>
        <p:nvSpPr>
          <p:cNvPr id="9" name="">
            <a:extLst xmlns:a="http://schemas.openxmlformats.org/drawingml/2006/main">
              <a:ext uri="{FF2B5EF4-FFF2-40B4-BE49-F238E27FC236}">
                <a16:creationId xmlns:a16="http://schemas.microsoft.com/office/drawing/2014/main" id="{739C20F0-3ED2-4FA0-B50D-05073FAB2DF6}"/>
              </a:ext>
            </a:extLst>
          </p:cNvPr>
          <p:cNvSpPr>
            <a:spLocks xmlns:a="http://schemas.openxmlformats.org/drawingml/2006/main" noGrp="1"/>
          </p:cNvSpPr>
          <p:nvPr/>
        </p:nvSpPr>
        <p:spPr>
          <a:xfrm xmlns:a="http://schemas.openxmlformats.org/drawingml/2006/main">
            <a:off x="762000" y="2495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FFFFFF"/>
                </a:solidFill>
                <a:latin typeface="Tahoma"/>
                <a:ea typeface="Tahoma"/>
                <a:cs typeface="Tahoma"/>
              </a:defRPr>
            </a:pPr>
            <a:r>
              <a:rPr sz="1875" b="1" i="0">
                <a:solidFill>
                  <a:srgbClr val="FFFFFF"/>
                </a:solidFill>
                <a:latin typeface="Tahoma"/>
                <a:ea typeface="Tahoma"/>
                <a:cs typeface="Tahoma"/>
              </a:rPr>
              <a:t>2</a:t>
            </a:r>
          </a:p>
        </p:txBody>
      </p:sp>
      <p:sp>
        <p:nvSpPr>
          <p:cNvPr id="10" name="">
            <a:extLst xmlns:a="http://schemas.openxmlformats.org/drawingml/2006/main">
              <a:ext uri="{FF2B5EF4-FFF2-40B4-BE49-F238E27FC236}">
                <a16:creationId xmlns:a16="http://schemas.microsoft.com/office/drawing/2014/main" id="{F4EB9FE5-3091-4A1F-A2A4-8A05DECDDE5A}"/>
              </a:ext>
            </a:extLst>
          </p:cNvPr>
          <p:cNvSpPr>
            <a:spLocks xmlns:a="http://schemas.openxmlformats.org/drawingml/2006/main" noGrp="1"/>
          </p:cNvSpPr>
          <p:nvPr/>
        </p:nvSpPr>
        <p:spPr>
          <a:xfrm xmlns:a="http://schemas.openxmlformats.org/drawingml/2006/main">
            <a:off x="1562100" y="2514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2E7D5B"/>
                </a:solidFill>
                <a:latin typeface="Tahoma"/>
                <a:ea typeface="Tahoma"/>
                <a:cs typeface="Tahoma"/>
              </a:defRPr>
            </a:pPr>
            <a:r>
              <a:rPr sz="1425" b="1" i="0">
                <a:solidFill>
                  <a:srgbClr val="2E7D5B"/>
                </a:solidFill>
                <a:latin typeface="Tahoma"/>
                <a:ea typeface="Tahoma"/>
                <a:cs typeface="Tahoma"/>
              </a:rPr>
              <a:t>PROTECT CONTEXT</a:t>
            </a:r>
          </a:p>
        </p:txBody>
      </p:sp>
      <p:sp>
        <p:nvSpPr>
          <p:cNvPr id="11" name="">
            <a:extLst xmlns:a="http://schemas.openxmlformats.org/drawingml/2006/main">
              <a:ext uri="{FF2B5EF4-FFF2-40B4-BE49-F238E27FC236}">
                <a16:creationId xmlns:a16="http://schemas.microsoft.com/office/drawing/2014/main" id="{E1027A4C-C90C-4331-A139-5E88468722C1}"/>
              </a:ext>
            </a:extLst>
          </p:cNvPr>
          <p:cNvSpPr>
            <a:spLocks xmlns:a="http://schemas.openxmlformats.org/drawingml/2006/main" noGrp="1"/>
          </p:cNvSpPr>
          <p:nvPr/>
        </p:nvSpPr>
        <p:spPr>
          <a:xfrm xmlns:a="http://schemas.openxmlformats.org/drawingml/2006/main">
            <a:off x="1562100" y="28575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FFFFFF"/>
                </a:solidFill>
                <a:latin typeface="Tahoma"/>
                <a:ea typeface="Tahoma"/>
                <a:cs typeface="Tahoma"/>
              </a:defRPr>
            </a:pPr>
            <a:r>
              <a:rPr sz="1500" b="0" i="0">
                <a:solidFill>
                  <a:srgbClr val="FFFFFF"/>
                </a:solidFill>
                <a:latin typeface="Tahoma"/>
                <a:ea typeface="Tahoma"/>
                <a:cs typeface="Tahoma"/>
              </a:rPr>
              <a:t>เข้าใจว่า Hardware และ Compiler เก็บอะไรให้</a:t>
            </a:r>
          </a:p>
        </p:txBody>
      </p:sp>
      <p:sp>
        <p:nvSpPr>
          <p:cNvPr id="12" name="">
            <a:extLst xmlns:a="http://schemas.openxmlformats.org/drawingml/2006/main">
              <a:ext uri="{FF2B5EF4-FFF2-40B4-BE49-F238E27FC236}">
                <a16:creationId xmlns:a16="http://schemas.microsoft.com/office/drawing/2014/main" id="{019D169C-D979-4FE7-A63F-3C3F9C8A7519}"/>
              </a:ext>
            </a:extLst>
          </p:cNvPr>
          <p:cNvSpPr>
            <a:spLocks xmlns:a="http://schemas.openxmlformats.org/drawingml/2006/main" noGrp="1"/>
          </p:cNvSpPr>
          <p:nvPr/>
        </p:nvSpPr>
        <p:spPr>
          <a:xfrm xmlns:a="http://schemas.openxmlformats.org/drawingml/2006/main">
            <a:off x="762000" y="3371850"/>
            <a:ext cx="552450" cy="55245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3" name="">
            <a:extLst xmlns:a="http://schemas.openxmlformats.org/drawingml/2006/main">
              <a:ext uri="{FF2B5EF4-FFF2-40B4-BE49-F238E27FC236}">
                <a16:creationId xmlns:a16="http://schemas.microsoft.com/office/drawing/2014/main" id="{172B6F81-B763-438C-BFCC-CBE06BA99707}"/>
              </a:ext>
            </a:extLst>
          </p:cNvPr>
          <p:cNvSpPr>
            <a:spLocks xmlns:a="http://schemas.openxmlformats.org/drawingml/2006/main" noGrp="1"/>
          </p:cNvSpPr>
          <p:nvPr/>
        </p:nvSpPr>
        <p:spPr>
          <a:xfrm xmlns:a="http://schemas.openxmlformats.org/drawingml/2006/main">
            <a:off x="762000" y="33718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FFFFFF"/>
                </a:solidFill>
                <a:latin typeface="Tahoma"/>
                <a:ea typeface="Tahoma"/>
                <a:cs typeface="Tahoma"/>
              </a:defRPr>
            </a:pPr>
            <a:r>
              <a:rPr sz="1875" b="1" i="0">
                <a:solidFill>
                  <a:srgbClr val="FFFFFF"/>
                </a:solidFill>
                <a:latin typeface="Tahoma"/>
                <a:ea typeface="Tahoma"/>
                <a:cs typeface="Tahoma"/>
              </a:rPr>
              <a:t>3</a:t>
            </a:r>
          </a:p>
        </p:txBody>
      </p:sp>
      <p:sp>
        <p:nvSpPr>
          <p:cNvPr id="14" name="">
            <a:extLst xmlns:a="http://schemas.openxmlformats.org/drawingml/2006/main">
              <a:ext uri="{FF2B5EF4-FFF2-40B4-BE49-F238E27FC236}">
                <a16:creationId xmlns:a16="http://schemas.microsoft.com/office/drawing/2014/main" id="{98AB9BDC-EE07-4276-84D5-BFC23D8430DF}"/>
              </a:ext>
            </a:extLst>
          </p:cNvPr>
          <p:cNvSpPr>
            <a:spLocks xmlns:a="http://schemas.openxmlformats.org/drawingml/2006/main" noGrp="1"/>
          </p:cNvSpPr>
          <p:nvPr/>
        </p:nvSpPr>
        <p:spPr>
          <a:xfrm xmlns:a="http://schemas.openxmlformats.org/drawingml/2006/main">
            <a:off x="1562100" y="33909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D97706"/>
                </a:solidFill>
                <a:latin typeface="Tahoma"/>
                <a:ea typeface="Tahoma"/>
                <a:cs typeface="Tahoma"/>
              </a:defRPr>
            </a:pPr>
            <a:r>
              <a:rPr sz="1425" b="1" i="0">
                <a:solidFill>
                  <a:srgbClr val="D97706"/>
                </a:solidFill>
                <a:latin typeface="Tahoma"/>
                <a:ea typeface="Tahoma"/>
                <a:cs typeface="Tahoma"/>
              </a:rPr>
              <a:t>BUDGET LATENCY</a:t>
            </a:r>
          </a:p>
        </p:txBody>
      </p:sp>
      <p:sp>
        <p:nvSpPr>
          <p:cNvPr id="15" name="">
            <a:extLst xmlns:a="http://schemas.openxmlformats.org/drawingml/2006/main">
              <a:ext uri="{FF2B5EF4-FFF2-40B4-BE49-F238E27FC236}">
                <a16:creationId xmlns:a16="http://schemas.microsoft.com/office/drawing/2014/main" id="{5D2288E9-F721-4DE5-9716-A9C25445C8B2}"/>
              </a:ext>
            </a:extLst>
          </p:cNvPr>
          <p:cNvSpPr>
            <a:spLocks xmlns:a="http://schemas.openxmlformats.org/drawingml/2006/main" noGrp="1"/>
          </p:cNvSpPr>
          <p:nvPr/>
        </p:nvSpPr>
        <p:spPr>
          <a:xfrm xmlns:a="http://schemas.openxmlformats.org/drawingml/2006/main">
            <a:off x="1562100" y="37338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FFFFFF"/>
                </a:solidFill>
                <a:latin typeface="Tahoma"/>
                <a:ea typeface="Tahoma"/>
                <a:cs typeface="Tahoma"/>
              </a:defRPr>
            </a:pPr>
            <a:r>
              <a:rPr sz="1500" b="0" i="0">
                <a:solidFill>
                  <a:srgbClr val="FFFFFF"/>
                </a:solidFill>
                <a:latin typeface="Tahoma"/>
                <a:ea typeface="Tahoma"/>
                <a:cs typeface="Tahoma"/>
              </a:rPr>
              <a:t>รวม instruction, stacking, wait state และ masking</a:t>
            </a:r>
          </a:p>
        </p:txBody>
      </p:sp>
      <p:sp>
        <p:nvSpPr>
          <p:cNvPr id="16" name="">
            <a:extLst xmlns:a="http://schemas.openxmlformats.org/drawingml/2006/main">
              <a:ext uri="{FF2B5EF4-FFF2-40B4-BE49-F238E27FC236}">
                <a16:creationId xmlns:a16="http://schemas.microsoft.com/office/drawing/2014/main" id="{64CC561B-A29F-4AE7-BF26-4613F4E5B4EE}"/>
              </a:ext>
            </a:extLst>
          </p:cNvPr>
          <p:cNvSpPr>
            <a:spLocks xmlns:a="http://schemas.openxmlformats.org/drawingml/2006/main" noGrp="1"/>
          </p:cNvSpPr>
          <p:nvPr/>
        </p:nvSpPr>
        <p:spPr>
          <a:xfrm xmlns:a="http://schemas.openxmlformats.org/drawingml/2006/main">
            <a:off x="762000" y="4248150"/>
            <a:ext cx="552450" cy="5524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17" name="">
            <a:extLst xmlns:a="http://schemas.openxmlformats.org/drawingml/2006/main">
              <a:ext uri="{FF2B5EF4-FFF2-40B4-BE49-F238E27FC236}">
                <a16:creationId xmlns:a16="http://schemas.microsoft.com/office/drawing/2014/main" id="{5511B2E0-03EE-4F7B-8365-1EF0DBBC320F}"/>
              </a:ext>
            </a:extLst>
          </p:cNvPr>
          <p:cNvSpPr>
            <a:spLocks xmlns:a="http://schemas.openxmlformats.org/drawingml/2006/main" noGrp="1"/>
          </p:cNvSpPr>
          <p:nvPr/>
        </p:nvSpPr>
        <p:spPr>
          <a:xfrm xmlns:a="http://schemas.openxmlformats.org/drawingml/2006/main">
            <a:off x="762000" y="42481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FFFFFF"/>
                </a:solidFill>
                <a:latin typeface="Tahoma"/>
                <a:ea typeface="Tahoma"/>
                <a:cs typeface="Tahoma"/>
              </a:defRPr>
            </a:pPr>
            <a:r>
              <a:rPr sz="1875" b="1" i="0">
                <a:solidFill>
                  <a:srgbClr val="FFFFFF"/>
                </a:solidFill>
                <a:latin typeface="Tahoma"/>
                <a:ea typeface="Tahoma"/>
                <a:cs typeface="Tahoma"/>
              </a:rPr>
              <a:t>4</a:t>
            </a:r>
          </a:p>
        </p:txBody>
      </p:sp>
      <p:sp>
        <p:nvSpPr>
          <p:cNvPr id="18" name="">
            <a:extLst xmlns:a="http://schemas.openxmlformats.org/drawingml/2006/main">
              <a:ext uri="{FF2B5EF4-FFF2-40B4-BE49-F238E27FC236}">
                <a16:creationId xmlns:a16="http://schemas.microsoft.com/office/drawing/2014/main" id="{1BC48DF2-BB07-4805-AF37-2F6531404CD0}"/>
              </a:ext>
            </a:extLst>
          </p:cNvPr>
          <p:cNvSpPr>
            <a:spLocks xmlns:a="http://schemas.openxmlformats.org/drawingml/2006/main" noGrp="1"/>
          </p:cNvSpPr>
          <p:nvPr/>
        </p:nvSpPr>
        <p:spPr>
          <a:xfrm xmlns:a="http://schemas.openxmlformats.org/drawingml/2006/main">
            <a:off x="1562100" y="4267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C6473A"/>
                </a:solidFill>
                <a:latin typeface="Tahoma"/>
                <a:ea typeface="Tahoma"/>
                <a:cs typeface="Tahoma"/>
              </a:defRPr>
            </a:pPr>
            <a:r>
              <a:rPr sz="1425" b="1" i="0">
                <a:solidFill>
                  <a:srgbClr val="C6473A"/>
                </a:solidFill>
                <a:latin typeface="Tahoma"/>
                <a:ea typeface="Tahoma"/>
                <a:cs typeface="Tahoma"/>
              </a:rPr>
              <a:t>KEEP ISR SHORT</a:t>
            </a:r>
          </a:p>
        </p:txBody>
      </p:sp>
      <p:sp>
        <p:nvSpPr>
          <p:cNvPr id="19" name="">
            <a:extLst xmlns:a="http://schemas.openxmlformats.org/drawingml/2006/main">
              <a:ext uri="{FF2B5EF4-FFF2-40B4-BE49-F238E27FC236}">
                <a16:creationId xmlns:a16="http://schemas.microsoft.com/office/drawing/2014/main" id="{40E64937-6305-4DF2-89E1-E88353945923}"/>
              </a:ext>
            </a:extLst>
          </p:cNvPr>
          <p:cNvSpPr>
            <a:spLocks xmlns:a="http://schemas.openxmlformats.org/drawingml/2006/main" noGrp="1"/>
          </p:cNvSpPr>
          <p:nvPr/>
        </p:nvSpPr>
        <p:spPr>
          <a:xfrm xmlns:a="http://schemas.openxmlformats.org/drawingml/2006/main">
            <a:off x="1562100" y="46101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FFFFFF"/>
                </a:solidFill>
                <a:latin typeface="Tahoma"/>
                <a:ea typeface="Tahoma"/>
                <a:cs typeface="Tahoma"/>
              </a:defRPr>
            </a:pPr>
            <a:r>
              <a:rPr sz="1500" b="0" i="0">
                <a:solidFill>
                  <a:srgbClr val="FFFFFF"/>
                </a:solidFill>
                <a:latin typeface="Tahoma"/>
                <a:ea typeface="Tahoma"/>
                <a:cs typeface="Tahoma"/>
              </a:rPr>
              <a:t>รับเหตุการณ์แล้ว defer งานหนักไป Main / Task</a:t>
            </a:r>
          </a:p>
        </p:txBody>
      </p:sp>
      <p:sp>
        <p:nvSpPr>
          <p:cNvPr id="20" name="">
            <a:extLst xmlns:a="http://schemas.openxmlformats.org/drawingml/2006/main">
              <a:ext uri="{FF2B5EF4-FFF2-40B4-BE49-F238E27FC236}">
                <a16:creationId xmlns:a16="http://schemas.microsoft.com/office/drawing/2014/main" id="{4270FA46-5BF3-4E35-AF35-DE5B9F39F24D}"/>
              </a:ext>
            </a:extLst>
          </p:cNvPr>
          <p:cNvSpPr>
            <a:spLocks xmlns:a="http://schemas.openxmlformats.org/drawingml/2006/main" noGrp="1"/>
          </p:cNvSpPr>
          <p:nvPr/>
        </p:nvSpPr>
        <p:spPr>
          <a:xfrm xmlns:a="http://schemas.openxmlformats.org/drawingml/2006/main">
            <a:off x="762000" y="5124450"/>
            <a:ext cx="552450" cy="552450"/>
          </a:xfrm>
          <a:prstGeom xmlns:a="http://schemas.openxmlformats.org/drawingml/2006/main" prst="ellipse">
            <a:avLst/>
          </a:prstGeom>
          <a:solidFill xmlns:a="http://schemas.openxmlformats.org/drawingml/2006/main">
            <a:srgbClr val="C89B3C"/>
          </a:solidFill>
          <a:ln xmlns:a="http://schemas.openxmlformats.org/drawingml/2006/main" w="9525">
            <a:solidFill>
              <a:srgbClr val="C89B3C"/>
            </a:solidFill>
            <a:prstDash val="solid"/>
          </a:ln>
        </p:spPr>
      </p:sp>
      <p:sp>
        <p:nvSpPr>
          <p:cNvPr id="21" name="">
            <a:extLst xmlns:a="http://schemas.openxmlformats.org/drawingml/2006/main">
              <a:ext uri="{FF2B5EF4-FFF2-40B4-BE49-F238E27FC236}">
                <a16:creationId xmlns:a16="http://schemas.microsoft.com/office/drawing/2014/main" id="{4745A59C-8E4C-48A6-B5E3-85388D979652}"/>
              </a:ext>
            </a:extLst>
          </p:cNvPr>
          <p:cNvSpPr>
            <a:spLocks xmlns:a="http://schemas.openxmlformats.org/drawingml/2006/main" noGrp="1"/>
          </p:cNvSpPr>
          <p:nvPr/>
        </p:nvSpPr>
        <p:spPr>
          <a:xfrm xmlns:a="http://schemas.openxmlformats.org/drawingml/2006/main">
            <a:off x="762000" y="5124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75" b="1" i="0">
                <a:solidFill>
                  <a:srgbClr val="FFFFFF"/>
                </a:solidFill>
                <a:latin typeface="Tahoma"/>
                <a:ea typeface="Tahoma"/>
                <a:cs typeface="Tahoma"/>
              </a:defRPr>
            </a:pPr>
            <a:r>
              <a:rPr sz="1875" b="1" i="0">
                <a:solidFill>
                  <a:srgbClr val="FFFFFF"/>
                </a:solidFill>
                <a:latin typeface="Tahoma"/>
                <a:ea typeface="Tahoma"/>
                <a:cs typeface="Tahoma"/>
              </a:rPr>
              <a:t>5</a:t>
            </a:r>
          </a:p>
        </p:txBody>
      </p:sp>
      <p:sp>
        <p:nvSpPr>
          <p:cNvPr id="22" name="">
            <a:extLst xmlns:a="http://schemas.openxmlformats.org/drawingml/2006/main">
              <a:ext uri="{FF2B5EF4-FFF2-40B4-BE49-F238E27FC236}">
                <a16:creationId xmlns:a16="http://schemas.microsoft.com/office/drawing/2014/main" id="{AEBEEB19-7D70-4B2A-8B44-580E376B15D6}"/>
              </a:ext>
            </a:extLst>
          </p:cNvPr>
          <p:cNvSpPr>
            <a:spLocks xmlns:a="http://schemas.openxmlformats.org/drawingml/2006/main" noGrp="1"/>
          </p:cNvSpPr>
          <p:nvPr/>
        </p:nvSpPr>
        <p:spPr>
          <a:xfrm xmlns:a="http://schemas.openxmlformats.org/drawingml/2006/main">
            <a:off x="1562100" y="5143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C89B3C"/>
                </a:solidFill>
                <a:latin typeface="Tahoma"/>
                <a:ea typeface="Tahoma"/>
                <a:cs typeface="Tahoma"/>
              </a:defRPr>
            </a:pPr>
            <a:r>
              <a:rPr sz="1425" b="1" i="0">
                <a:solidFill>
                  <a:srgbClr val="C89B3C"/>
                </a:solidFill>
                <a:latin typeface="Tahoma"/>
                <a:ea typeface="Tahoma"/>
                <a:cs typeface="Tahoma"/>
              </a:rPr>
              <a:t>SHARE DATA SAFELY</a:t>
            </a:r>
          </a:p>
        </p:txBody>
      </p:sp>
      <p:sp>
        <p:nvSpPr>
          <p:cNvPr id="23" name="">
            <a:extLst xmlns:a="http://schemas.openxmlformats.org/drawingml/2006/main">
              <a:ext uri="{FF2B5EF4-FFF2-40B4-BE49-F238E27FC236}">
                <a16:creationId xmlns:a16="http://schemas.microsoft.com/office/drawing/2014/main" id="{83C55D3A-1A6A-4C21-86ED-66A98CABAFF4}"/>
              </a:ext>
            </a:extLst>
          </p:cNvPr>
          <p:cNvSpPr>
            <a:spLocks xmlns:a="http://schemas.openxmlformats.org/drawingml/2006/main" noGrp="1"/>
          </p:cNvSpPr>
          <p:nvPr/>
        </p:nvSpPr>
        <p:spPr>
          <a:xfrm xmlns:a="http://schemas.openxmlformats.org/drawingml/2006/main">
            <a:off x="1562100" y="5486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FFFFFF"/>
                </a:solidFill>
                <a:latin typeface="Tahoma"/>
                <a:ea typeface="Tahoma"/>
                <a:cs typeface="Tahoma"/>
              </a:defRPr>
            </a:pPr>
            <a:r>
              <a:rPr sz="1500" b="0" i="0">
                <a:solidFill>
                  <a:srgbClr val="FFFFFF"/>
                </a:solidFill>
                <a:latin typeface="Tahoma"/>
                <a:ea typeface="Tahoma"/>
                <a:cs typeface="Tahoma"/>
              </a:rPr>
              <a:t>volatile เพื่อ visibility; atomicity ต้องออกแบบ</a:t>
            </a:r>
          </a:p>
        </p:txBody>
      </p:sp>
      <p:sp>
        <p:nvSpPr>
          <p:cNvPr id="24" name="">
            <a:extLst xmlns:a="http://schemas.openxmlformats.org/drawingml/2006/main">
              <a:ext uri="{FF2B5EF4-FFF2-40B4-BE49-F238E27FC236}">
                <a16:creationId xmlns:a16="http://schemas.microsoft.com/office/drawing/2014/main" id="{9F2C4C5C-0F76-4B39-A9E4-2C9C2E7D606E}"/>
              </a:ext>
            </a:extLst>
          </p:cNvPr>
          <p:cNvSpPr>
            <a:spLocks xmlns:a="http://schemas.openxmlformats.org/drawingml/2006/main" noGrp="1"/>
          </p:cNvSpPr>
          <p:nvPr/>
        </p:nvSpPr>
        <p:spPr>
          <a:xfrm xmlns:a="http://schemas.openxmlformats.org/drawingml/2006/main">
            <a:off x="857250" y="6191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650" b="1" i="0">
                <a:solidFill>
                  <a:srgbClr val="C89B3C"/>
                </a:solidFill>
                <a:latin typeface="Tahoma"/>
                <a:ea typeface="Tahoma"/>
                <a:cs typeface="Tahoma"/>
              </a:defRPr>
            </a:pPr>
            <a:r>
              <a:rPr sz="1650" b="1" i="0">
                <a:solidFill>
                  <a:srgbClr val="C89B3C"/>
                </a:solidFill>
                <a:latin typeface="Tahoma"/>
                <a:ea typeface="Tahoma"/>
                <a:cs typeface="Tahoma"/>
              </a:rPr>
              <a:t>Interrupt ที่ดีไม่ใช่แค่ “ทำงานได้” — ต้องตอบสนองทันเวลา และรักษาความถูกต้องของระบบ</a:t>
            </a:r>
          </a:p>
        </p:txBody>
      </p:sp>
    </p:spTree>
    <p:extLst>
      <p:ext uri="{BB962C8B-B14F-4D97-AF65-F5344CB8AC3E}">
        <p14:creationId xmlns:p14="http://schemas.microsoft.com/office/powerpoint/2010/main" val="800794959"/>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EE31CAA-E771-4307-8612-DBBB50AE2A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BA90DDE6-408D-45DC-9010-057B4E5C1A47}"/>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REFERENCES • เอกสารอ้างอิง</a:t>
            </a:r>
          </a:p>
        </p:txBody>
      </p:sp>
      <p:sp>
        <p:nvSpPr>
          <p:cNvPr id="3" name="">
            <a:extLst xmlns:a="http://schemas.openxmlformats.org/drawingml/2006/main">
              <a:ext uri="{FF2B5EF4-FFF2-40B4-BE49-F238E27FC236}">
                <a16:creationId xmlns:a16="http://schemas.microsoft.com/office/drawing/2014/main" id="{58643DBB-CE3E-46C2-8B65-138571B4A1B5}"/>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850" b="1" i="0">
                <a:solidFill>
                  <a:srgbClr val="0B2A4A"/>
                </a:solidFill>
                <a:latin typeface="Tahoma"/>
                <a:ea typeface="Tahoma"/>
                <a:cs typeface="Tahoma"/>
              </a:defRPr>
            </a:pPr>
            <a:r>
              <a:rPr sz="2850" b="1" i="0">
                <a:solidFill>
                  <a:srgbClr val="0B2A4A"/>
                </a:solidFill>
                <a:latin typeface="Tahoma"/>
                <a:ea typeface="Tahoma"/>
                <a:cs typeface="Tahoma"/>
              </a:rPr>
              <a:t>Primary manuals and authoritative documentation</a:t>
            </a:r>
          </a:p>
        </p:txBody>
      </p:sp>
      <p:sp>
        <p:nvSpPr>
          <p:cNvPr id="4" name="">
            <a:extLst xmlns:a="http://schemas.openxmlformats.org/drawingml/2006/main">
              <a:ext uri="{FF2B5EF4-FFF2-40B4-BE49-F238E27FC236}">
                <a16:creationId xmlns:a16="http://schemas.microsoft.com/office/drawing/2014/main" id="{12E78E2C-E698-44E8-8C0E-20DE06A551D3}"/>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18</a:t>
            </a:r>
          </a:p>
        </p:txBody>
      </p:sp>
      <p:sp>
        <p:nvSpPr>
          <p:cNvPr id="5" name="">
            <a:extLst xmlns:a="http://schemas.openxmlformats.org/drawingml/2006/main">
              <a:ext uri="{FF2B5EF4-FFF2-40B4-BE49-F238E27FC236}">
                <a16:creationId xmlns:a16="http://schemas.microsoft.com/office/drawing/2014/main" id="{61798641-CA8D-405E-90FA-52FF36441BD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487FB089-F611-4779-A965-6F7717B48AC2}"/>
              </a:ext>
            </a:extLst>
          </p:cNvPr>
          <p:cNvSpPr>
            <a:spLocks xmlns:a="http://schemas.openxmlformats.org/drawingml/2006/main" noGrp="1"/>
          </p:cNvSpPr>
          <p:nvPr/>
        </p:nvSpPr>
        <p:spPr>
          <a:xfrm xmlns:a="http://schemas.openxmlformats.org/drawingml/2006/main">
            <a:off x="666750" y="15621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[1]</a:t>
            </a:r>
          </a:p>
        </p:txBody>
      </p:sp>
      <p:sp>
        <p:nvSpPr>
          <p:cNvPr id="7" name="">
            <a:extLst xmlns:a="http://schemas.openxmlformats.org/drawingml/2006/main">
              <a:ext uri="{FF2B5EF4-FFF2-40B4-BE49-F238E27FC236}">
                <a16:creationId xmlns:a16="http://schemas.microsoft.com/office/drawing/2014/main" id="{A8AF7D80-B0AC-4AD2-AFDC-29EECE175A9D}"/>
              </a:ext>
            </a:extLst>
          </p:cNvPr>
          <p:cNvSpPr>
            <a:spLocks xmlns:a="http://schemas.openxmlformats.org/drawingml/2006/main" noGrp="1"/>
          </p:cNvSpPr>
          <p:nvPr/>
        </p:nvSpPr>
        <p:spPr>
          <a:xfrm xmlns:a="http://schemas.openxmlformats.org/drawingml/2006/main">
            <a:off x="1257300" y="1562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Naresuan University</a:t>
            </a:r>
          </a:p>
        </p:txBody>
      </p:sp>
      <p:sp>
        <p:nvSpPr>
          <p:cNvPr id="8" name="">
            <a:extLst xmlns:a="http://schemas.openxmlformats.org/drawingml/2006/main">
              <a:ext uri="{FF2B5EF4-FFF2-40B4-BE49-F238E27FC236}">
                <a16:creationId xmlns:a16="http://schemas.microsoft.com/office/drawing/2014/main" id="{15DC202B-64CD-46DC-91C3-0DF1265296D1}"/>
              </a:ext>
            </a:extLst>
          </p:cNvPr>
          <p:cNvSpPr>
            <a:spLocks xmlns:a="http://schemas.openxmlformats.org/drawingml/2006/main" noGrp="1"/>
          </p:cNvSpPr>
          <p:nvPr/>
        </p:nvSpPr>
        <p:spPr>
          <a:xfrm xmlns:a="http://schemas.openxmlformats.org/drawingml/2006/main">
            <a:off x="1257300" y="19431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หลักสูตร วศ.บ. วิศวกรรมคอมพิวเตอร์ — 305341 Embedded System 1</a:t>
            </a:r>
          </a:p>
        </p:txBody>
      </p:sp>
      <p:sp>
        <p:nvSpPr>
          <p:cNvPr id="9" name="">
            <a:extLst xmlns:a="http://schemas.openxmlformats.org/drawingml/2006/main">
              <a:ext uri="{FF2B5EF4-FFF2-40B4-BE49-F238E27FC236}">
                <a16:creationId xmlns:a16="http://schemas.microsoft.com/office/drawing/2014/main" id="{5A8E03C6-8122-4635-8947-469E1E6B7A37}"/>
              </a:ext>
            </a:extLst>
          </p:cNvPr>
          <p:cNvSpPr>
            <a:spLocks xmlns:a="http://schemas.openxmlformats.org/drawingml/2006/main" noGrp="1"/>
          </p:cNvSpPr>
          <p:nvPr/>
        </p:nvSpPr>
        <p:spPr>
          <a:xfrm xmlns:a="http://schemas.openxmlformats.org/drawingml/2006/main">
            <a:off x="1257300" y="25146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0" name="">
            <a:extLst xmlns:a="http://schemas.openxmlformats.org/drawingml/2006/main">
              <a:ext uri="{FF2B5EF4-FFF2-40B4-BE49-F238E27FC236}">
                <a16:creationId xmlns:a16="http://schemas.microsoft.com/office/drawing/2014/main" id="{09F4442A-97A6-465D-9CAF-CB7D618F547B}"/>
              </a:ext>
            </a:extLst>
          </p:cNvPr>
          <p:cNvSpPr>
            <a:spLocks xmlns:a="http://schemas.openxmlformats.org/drawingml/2006/main" noGrp="1"/>
          </p:cNvSpPr>
          <p:nvPr/>
        </p:nvSpPr>
        <p:spPr>
          <a:xfrm xmlns:a="http://schemas.openxmlformats.org/drawingml/2006/main">
            <a:off x="666750" y="26289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[2]</a:t>
            </a:r>
          </a:p>
        </p:txBody>
      </p:sp>
      <p:sp>
        <p:nvSpPr>
          <p:cNvPr id="11" name="">
            <a:extLst xmlns:a="http://schemas.openxmlformats.org/drawingml/2006/main">
              <a:ext uri="{FF2B5EF4-FFF2-40B4-BE49-F238E27FC236}">
                <a16:creationId xmlns:a16="http://schemas.microsoft.com/office/drawing/2014/main" id="{36870750-1FA9-400F-AFAF-6FCB5934915D}"/>
              </a:ext>
            </a:extLst>
          </p:cNvPr>
          <p:cNvSpPr>
            <a:spLocks xmlns:a="http://schemas.openxmlformats.org/drawingml/2006/main" noGrp="1"/>
          </p:cNvSpPr>
          <p:nvPr/>
        </p:nvSpPr>
        <p:spPr>
          <a:xfrm xmlns:a="http://schemas.openxmlformats.org/drawingml/2006/main">
            <a:off x="1257300" y="26289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Microchip Technology</a:t>
            </a:r>
          </a:p>
        </p:txBody>
      </p:sp>
      <p:sp>
        <p:nvSpPr>
          <p:cNvPr id="12" name="">
            <a:extLst xmlns:a="http://schemas.openxmlformats.org/drawingml/2006/main">
              <a:ext uri="{FF2B5EF4-FFF2-40B4-BE49-F238E27FC236}">
                <a16:creationId xmlns:a16="http://schemas.microsoft.com/office/drawing/2014/main" id="{DEA45258-BBD3-4DE5-8563-840F9EB2D68E}"/>
              </a:ext>
            </a:extLst>
          </p:cNvPr>
          <p:cNvSpPr>
            <a:spLocks xmlns:a="http://schemas.openxmlformats.org/drawingml/2006/main" noGrp="1"/>
          </p:cNvSpPr>
          <p:nvPr/>
        </p:nvSpPr>
        <p:spPr>
          <a:xfrm xmlns:a="http://schemas.openxmlformats.org/drawingml/2006/main">
            <a:off x="1257300" y="3009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ATmega328P Datasheet — Interrupts, Vector Table, External Interrupts</a:t>
            </a:r>
          </a:p>
        </p:txBody>
      </p:sp>
      <p:sp>
        <p:nvSpPr>
          <p:cNvPr id="13" name="">
            <a:extLst xmlns:a="http://schemas.openxmlformats.org/drawingml/2006/main">
              <a:ext uri="{FF2B5EF4-FFF2-40B4-BE49-F238E27FC236}">
                <a16:creationId xmlns:a16="http://schemas.microsoft.com/office/drawing/2014/main" id="{CD7D7C6C-0810-4EC6-B0AE-7DE35CD6B772}"/>
              </a:ext>
            </a:extLst>
          </p:cNvPr>
          <p:cNvSpPr>
            <a:spLocks xmlns:a="http://schemas.openxmlformats.org/drawingml/2006/main" noGrp="1"/>
          </p:cNvSpPr>
          <p:nvPr/>
        </p:nvSpPr>
        <p:spPr>
          <a:xfrm xmlns:a="http://schemas.openxmlformats.org/drawingml/2006/main">
            <a:off x="1257300" y="35814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4" name="">
            <a:extLst xmlns:a="http://schemas.openxmlformats.org/drawingml/2006/main">
              <a:ext uri="{FF2B5EF4-FFF2-40B4-BE49-F238E27FC236}">
                <a16:creationId xmlns:a16="http://schemas.microsoft.com/office/drawing/2014/main" id="{F9489622-5342-49F6-BE9F-59AD6ED7B7D3}"/>
              </a:ext>
            </a:extLst>
          </p:cNvPr>
          <p:cNvSpPr>
            <a:spLocks xmlns:a="http://schemas.openxmlformats.org/drawingml/2006/main" noGrp="1"/>
          </p:cNvSpPr>
          <p:nvPr/>
        </p:nvSpPr>
        <p:spPr>
          <a:xfrm xmlns:a="http://schemas.openxmlformats.org/drawingml/2006/main">
            <a:off x="666750" y="36957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[3]</a:t>
            </a:r>
          </a:p>
        </p:txBody>
      </p:sp>
      <p:sp>
        <p:nvSpPr>
          <p:cNvPr id="15" name="">
            <a:extLst xmlns:a="http://schemas.openxmlformats.org/drawingml/2006/main">
              <a:ext uri="{FF2B5EF4-FFF2-40B4-BE49-F238E27FC236}">
                <a16:creationId xmlns:a16="http://schemas.microsoft.com/office/drawing/2014/main" id="{40C4A201-064F-4FEA-8254-69C36A2C3532}"/>
              </a:ext>
            </a:extLst>
          </p:cNvPr>
          <p:cNvSpPr>
            <a:spLocks xmlns:a="http://schemas.openxmlformats.org/drawingml/2006/main" noGrp="1"/>
          </p:cNvSpPr>
          <p:nvPr/>
        </p:nvSpPr>
        <p:spPr>
          <a:xfrm xmlns:a="http://schemas.openxmlformats.org/drawingml/2006/main">
            <a:off x="12573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Microchip Online Docs</a:t>
            </a:r>
          </a:p>
        </p:txBody>
      </p:sp>
      <p:sp>
        <p:nvSpPr>
          <p:cNvPr id="16" name="">
            <a:extLst xmlns:a="http://schemas.openxmlformats.org/drawingml/2006/main">
              <a:ext uri="{FF2B5EF4-FFF2-40B4-BE49-F238E27FC236}">
                <a16:creationId xmlns:a16="http://schemas.microsoft.com/office/drawing/2014/main" id="{8038C396-79C1-435B-A910-8DCE3755F6F4}"/>
              </a:ext>
            </a:extLst>
          </p:cNvPr>
          <p:cNvSpPr>
            <a:spLocks xmlns:a="http://schemas.openxmlformats.org/drawingml/2006/main" noGrp="1"/>
          </p:cNvSpPr>
          <p:nvPr/>
        </p:nvSpPr>
        <p:spPr>
          <a:xfrm xmlns:a="http://schemas.openxmlformats.org/drawingml/2006/main">
            <a:off x="1257300" y="40767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AVR Reset and Interrupt Handling; SREG I-bit; EIFR</a:t>
            </a:r>
          </a:p>
        </p:txBody>
      </p:sp>
      <p:sp>
        <p:nvSpPr>
          <p:cNvPr id="17" name="">
            <a:extLst xmlns:a="http://schemas.openxmlformats.org/drawingml/2006/main">
              <a:ext uri="{FF2B5EF4-FFF2-40B4-BE49-F238E27FC236}">
                <a16:creationId xmlns:a16="http://schemas.microsoft.com/office/drawing/2014/main" id="{1E78AD56-BDBE-42F1-B76C-E102CB98A487}"/>
              </a:ext>
            </a:extLst>
          </p:cNvPr>
          <p:cNvSpPr>
            <a:spLocks xmlns:a="http://schemas.openxmlformats.org/drawingml/2006/main" noGrp="1"/>
          </p:cNvSpPr>
          <p:nvPr/>
        </p:nvSpPr>
        <p:spPr>
          <a:xfrm xmlns:a="http://schemas.openxmlformats.org/drawingml/2006/main">
            <a:off x="1257300" y="46482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8" name="">
            <a:extLst xmlns:a="http://schemas.openxmlformats.org/drawingml/2006/main">
              <a:ext uri="{FF2B5EF4-FFF2-40B4-BE49-F238E27FC236}">
                <a16:creationId xmlns:a16="http://schemas.microsoft.com/office/drawing/2014/main" id="{6BD5416E-2E49-4CF1-85F9-C3230CD72038}"/>
              </a:ext>
            </a:extLst>
          </p:cNvPr>
          <p:cNvSpPr>
            <a:spLocks xmlns:a="http://schemas.openxmlformats.org/drawingml/2006/main" noGrp="1"/>
          </p:cNvSpPr>
          <p:nvPr/>
        </p:nvSpPr>
        <p:spPr>
          <a:xfrm xmlns:a="http://schemas.openxmlformats.org/drawingml/2006/main">
            <a:off x="666750" y="4762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[4]</a:t>
            </a:r>
          </a:p>
        </p:txBody>
      </p:sp>
      <p:sp>
        <p:nvSpPr>
          <p:cNvPr id="19" name="">
            <a:extLst xmlns:a="http://schemas.openxmlformats.org/drawingml/2006/main">
              <a:ext uri="{FF2B5EF4-FFF2-40B4-BE49-F238E27FC236}">
                <a16:creationId xmlns:a16="http://schemas.microsoft.com/office/drawing/2014/main" id="{56FF6D57-59D1-4F31-9B27-32BC4EE8C6B0}"/>
              </a:ext>
            </a:extLst>
          </p:cNvPr>
          <p:cNvSpPr>
            <a:spLocks xmlns:a="http://schemas.openxmlformats.org/drawingml/2006/main" noGrp="1"/>
          </p:cNvSpPr>
          <p:nvPr/>
        </p:nvSpPr>
        <p:spPr>
          <a:xfrm xmlns:a="http://schemas.openxmlformats.org/drawingml/2006/main">
            <a:off x="1257300" y="4762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AVR-LibC</a:t>
            </a:r>
          </a:p>
        </p:txBody>
      </p:sp>
      <p:sp>
        <p:nvSpPr>
          <p:cNvPr id="20" name="">
            <a:extLst xmlns:a="http://schemas.openxmlformats.org/drawingml/2006/main">
              <a:ext uri="{FF2B5EF4-FFF2-40B4-BE49-F238E27FC236}">
                <a16:creationId xmlns:a16="http://schemas.microsoft.com/office/drawing/2014/main" id="{535ABCEB-FF48-4993-BB85-1A0D2A53FB3E}"/>
              </a:ext>
            </a:extLst>
          </p:cNvPr>
          <p:cNvSpPr>
            <a:spLocks xmlns:a="http://schemas.openxmlformats.org/drawingml/2006/main" noGrp="1"/>
          </p:cNvSpPr>
          <p:nvPr/>
        </p:nvSpPr>
        <p:spPr>
          <a:xfrm xmlns:a="http://schemas.openxmlformats.org/drawingml/2006/main">
            <a:off x="1257300" y="51435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&lt;avr/interrupt.h&gt;, FAQ, and &lt;util/atomic.h&gt;</a:t>
            </a:r>
          </a:p>
        </p:txBody>
      </p:sp>
      <p:sp>
        <p:nvSpPr>
          <p:cNvPr id="21" name="">
            <a:extLst xmlns:a="http://schemas.openxmlformats.org/drawingml/2006/main">
              <a:ext uri="{FF2B5EF4-FFF2-40B4-BE49-F238E27FC236}">
                <a16:creationId xmlns:a16="http://schemas.microsoft.com/office/drawing/2014/main" id="{0E8B52FA-CC2E-4D4A-91B4-2A116D21826D}"/>
              </a:ext>
            </a:extLst>
          </p:cNvPr>
          <p:cNvSpPr>
            <a:spLocks xmlns:a="http://schemas.openxmlformats.org/drawingml/2006/main" noGrp="1"/>
          </p:cNvSpPr>
          <p:nvPr/>
        </p:nvSpPr>
        <p:spPr>
          <a:xfrm xmlns:a="http://schemas.openxmlformats.org/drawingml/2006/main">
            <a:off x="1257300" y="57150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2" name="">
            <a:extLst xmlns:a="http://schemas.openxmlformats.org/drawingml/2006/main">
              <a:ext uri="{FF2B5EF4-FFF2-40B4-BE49-F238E27FC236}">
                <a16:creationId xmlns:a16="http://schemas.microsoft.com/office/drawing/2014/main" id="{E5D7DBF1-5248-47A7-B224-215FBFC6BA1D}"/>
              </a:ext>
            </a:extLst>
          </p:cNvPr>
          <p:cNvSpPr>
            <a:spLocks xmlns:a="http://schemas.openxmlformats.org/drawingml/2006/main" noGrp="1"/>
          </p:cNvSpPr>
          <p:nvPr/>
        </p:nvSpPr>
        <p:spPr>
          <a:xfrm xmlns:a="http://schemas.openxmlformats.org/drawingml/2006/main">
            <a:off x="6324600" y="15621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[5]</a:t>
            </a:r>
          </a:p>
        </p:txBody>
      </p:sp>
      <p:sp>
        <p:nvSpPr>
          <p:cNvPr id="23" name="">
            <a:extLst xmlns:a="http://schemas.openxmlformats.org/drawingml/2006/main">
              <a:ext uri="{FF2B5EF4-FFF2-40B4-BE49-F238E27FC236}">
                <a16:creationId xmlns:a16="http://schemas.microsoft.com/office/drawing/2014/main" id="{3BC15ABD-63EE-420D-ABE9-5E37EE6F3D79}"/>
              </a:ext>
            </a:extLst>
          </p:cNvPr>
          <p:cNvSpPr>
            <a:spLocks xmlns:a="http://schemas.openxmlformats.org/drawingml/2006/main" noGrp="1"/>
          </p:cNvSpPr>
          <p:nvPr/>
        </p:nvSpPr>
        <p:spPr>
          <a:xfrm xmlns:a="http://schemas.openxmlformats.org/drawingml/2006/main">
            <a:off x="6915150" y="1562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Arm</a:t>
            </a:r>
          </a:p>
        </p:txBody>
      </p:sp>
      <p:sp>
        <p:nvSpPr>
          <p:cNvPr id="24" name="">
            <a:extLst xmlns:a="http://schemas.openxmlformats.org/drawingml/2006/main">
              <a:ext uri="{FF2B5EF4-FFF2-40B4-BE49-F238E27FC236}">
                <a16:creationId xmlns:a16="http://schemas.microsoft.com/office/drawing/2014/main" id="{99C99182-9E7E-42D4-AE9C-2F1FD5DB26E6}"/>
              </a:ext>
            </a:extLst>
          </p:cNvPr>
          <p:cNvSpPr>
            <a:spLocks xmlns:a="http://schemas.openxmlformats.org/drawingml/2006/main" noGrp="1"/>
          </p:cNvSpPr>
          <p:nvPr/>
        </p:nvSpPr>
        <p:spPr>
          <a:xfrm xmlns:a="http://schemas.openxmlformats.org/drawingml/2006/main">
            <a:off x="6915150" y="19431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CMSIS-Core: Interrupts and Exceptions (NVIC)</a:t>
            </a:r>
          </a:p>
        </p:txBody>
      </p:sp>
      <p:sp>
        <p:nvSpPr>
          <p:cNvPr id="25" name="">
            <a:extLst xmlns:a="http://schemas.openxmlformats.org/drawingml/2006/main">
              <a:ext uri="{FF2B5EF4-FFF2-40B4-BE49-F238E27FC236}">
                <a16:creationId xmlns:a16="http://schemas.microsoft.com/office/drawing/2014/main" id="{807E29A0-08A3-4028-B62E-D0DF88A0308E}"/>
              </a:ext>
            </a:extLst>
          </p:cNvPr>
          <p:cNvSpPr>
            <a:spLocks xmlns:a="http://schemas.openxmlformats.org/drawingml/2006/main" noGrp="1"/>
          </p:cNvSpPr>
          <p:nvPr/>
        </p:nvSpPr>
        <p:spPr>
          <a:xfrm xmlns:a="http://schemas.openxmlformats.org/drawingml/2006/main">
            <a:off x="6915150" y="25146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6" name="">
            <a:extLst xmlns:a="http://schemas.openxmlformats.org/drawingml/2006/main">
              <a:ext uri="{FF2B5EF4-FFF2-40B4-BE49-F238E27FC236}">
                <a16:creationId xmlns:a16="http://schemas.microsoft.com/office/drawing/2014/main" id="{80574572-4F2D-4B51-9A1A-1C8635F7A0BB}"/>
              </a:ext>
            </a:extLst>
          </p:cNvPr>
          <p:cNvSpPr>
            <a:spLocks xmlns:a="http://schemas.openxmlformats.org/drawingml/2006/main" noGrp="1"/>
          </p:cNvSpPr>
          <p:nvPr/>
        </p:nvSpPr>
        <p:spPr>
          <a:xfrm xmlns:a="http://schemas.openxmlformats.org/drawingml/2006/main">
            <a:off x="6324600" y="26289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[6]</a:t>
            </a:r>
          </a:p>
        </p:txBody>
      </p:sp>
      <p:sp>
        <p:nvSpPr>
          <p:cNvPr id="27" name="">
            <a:extLst xmlns:a="http://schemas.openxmlformats.org/drawingml/2006/main">
              <a:ext uri="{FF2B5EF4-FFF2-40B4-BE49-F238E27FC236}">
                <a16:creationId xmlns:a16="http://schemas.microsoft.com/office/drawing/2014/main" id="{298D8B45-3779-4808-B01E-1EA73B45CD84}"/>
              </a:ext>
            </a:extLst>
          </p:cNvPr>
          <p:cNvSpPr>
            <a:spLocks xmlns:a="http://schemas.openxmlformats.org/drawingml/2006/main" noGrp="1"/>
          </p:cNvSpPr>
          <p:nvPr/>
        </p:nvSpPr>
        <p:spPr>
          <a:xfrm xmlns:a="http://schemas.openxmlformats.org/drawingml/2006/main">
            <a:off x="6915150" y="26289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Arm</a:t>
            </a:r>
          </a:p>
        </p:txBody>
      </p:sp>
      <p:sp>
        <p:nvSpPr>
          <p:cNvPr id="28" name="">
            <a:extLst xmlns:a="http://schemas.openxmlformats.org/drawingml/2006/main">
              <a:ext uri="{FF2B5EF4-FFF2-40B4-BE49-F238E27FC236}">
                <a16:creationId xmlns:a16="http://schemas.microsoft.com/office/drawing/2014/main" id="{6E7ED0DA-4662-48BC-89C9-7C31BD843D69}"/>
              </a:ext>
            </a:extLst>
          </p:cNvPr>
          <p:cNvSpPr>
            <a:spLocks xmlns:a="http://schemas.openxmlformats.org/drawingml/2006/main" noGrp="1"/>
          </p:cNvSpPr>
          <p:nvPr/>
        </p:nvSpPr>
        <p:spPr>
          <a:xfrm xmlns:a="http://schemas.openxmlformats.org/drawingml/2006/main">
            <a:off x="6915150" y="3009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Beginner Guide to Interrupt Latency on Cortex-M</a:t>
            </a:r>
          </a:p>
        </p:txBody>
      </p:sp>
      <p:sp>
        <p:nvSpPr>
          <p:cNvPr id="29" name="">
            <a:extLst xmlns:a="http://schemas.openxmlformats.org/drawingml/2006/main">
              <a:ext uri="{FF2B5EF4-FFF2-40B4-BE49-F238E27FC236}">
                <a16:creationId xmlns:a16="http://schemas.microsoft.com/office/drawing/2014/main" id="{5006B447-BADD-4706-AE1E-863C84E26538}"/>
              </a:ext>
            </a:extLst>
          </p:cNvPr>
          <p:cNvSpPr>
            <a:spLocks xmlns:a="http://schemas.openxmlformats.org/drawingml/2006/main" noGrp="1"/>
          </p:cNvSpPr>
          <p:nvPr/>
        </p:nvSpPr>
        <p:spPr>
          <a:xfrm xmlns:a="http://schemas.openxmlformats.org/drawingml/2006/main">
            <a:off x="6915150" y="35814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0" name="">
            <a:extLst xmlns:a="http://schemas.openxmlformats.org/drawingml/2006/main">
              <a:ext uri="{FF2B5EF4-FFF2-40B4-BE49-F238E27FC236}">
                <a16:creationId xmlns:a16="http://schemas.microsoft.com/office/drawing/2014/main" id="{E83DBF27-9BA2-4C54-A871-5EBCFB59A872}"/>
              </a:ext>
            </a:extLst>
          </p:cNvPr>
          <p:cNvSpPr>
            <a:spLocks xmlns:a="http://schemas.openxmlformats.org/drawingml/2006/main" noGrp="1"/>
          </p:cNvSpPr>
          <p:nvPr/>
        </p:nvSpPr>
        <p:spPr>
          <a:xfrm xmlns:a="http://schemas.openxmlformats.org/drawingml/2006/main">
            <a:off x="6324600" y="36957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[7]</a:t>
            </a:r>
          </a:p>
        </p:txBody>
      </p:sp>
      <p:sp>
        <p:nvSpPr>
          <p:cNvPr id="31" name="">
            <a:extLst xmlns:a="http://schemas.openxmlformats.org/drawingml/2006/main">
              <a:ext uri="{FF2B5EF4-FFF2-40B4-BE49-F238E27FC236}">
                <a16:creationId xmlns:a16="http://schemas.microsoft.com/office/drawing/2014/main" id="{94918809-7650-47D4-992D-8614669A1B31}"/>
              </a:ext>
            </a:extLst>
          </p:cNvPr>
          <p:cNvSpPr>
            <a:spLocks xmlns:a="http://schemas.openxmlformats.org/drawingml/2006/main" noGrp="1"/>
          </p:cNvSpPr>
          <p:nvPr/>
        </p:nvSpPr>
        <p:spPr>
          <a:xfrm xmlns:a="http://schemas.openxmlformats.org/drawingml/2006/main">
            <a:off x="691515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Arm</a:t>
            </a:r>
          </a:p>
        </p:txBody>
      </p:sp>
      <p:sp>
        <p:nvSpPr>
          <p:cNvPr id="32" name="">
            <a:extLst xmlns:a="http://schemas.openxmlformats.org/drawingml/2006/main">
              <a:ext uri="{FF2B5EF4-FFF2-40B4-BE49-F238E27FC236}">
                <a16:creationId xmlns:a16="http://schemas.microsoft.com/office/drawing/2014/main" id="{F2EF885F-1F15-4668-9B10-0D0C3911B81E}"/>
              </a:ext>
            </a:extLst>
          </p:cNvPr>
          <p:cNvSpPr>
            <a:spLocks xmlns:a="http://schemas.openxmlformats.org/drawingml/2006/main" noGrp="1"/>
          </p:cNvSpPr>
          <p:nvPr/>
        </p:nvSpPr>
        <p:spPr>
          <a:xfrm xmlns:a="http://schemas.openxmlformats.org/drawingml/2006/main">
            <a:off x="6915150" y="40767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Cortex-M3 Processor Datasheet / Exception Model</a:t>
            </a:r>
          </a:p>
        </p:txBody>
      </p:sp>
      <p:sp>
        <p:nvSpPr>
          <p:cNvPr id="33" name="">
            <a:extLst xmlns:a="http://schemas.openxmlformats.org/drawingml/2006/main">
              <a:ext uri="{FF2B5EF4-FFF2-40B4-BE49-F238E27FC236}">
                <a16:creationId xmlns:a16="http://schemas.microsoft.com/office/drawing/2014/main" id="{8BF9723A-9D05-4AB7-915F-EDB6B440530E}"/>
              </a:ext>
            </a:extLst>
          </p:cNvPr>
          <p:cNvSpPr>
            <a:spLocks xmlns:a="http://schemas.openxmlformats.org/drawingml/2006/main" noGrp="1"/>
          </p:cNvSpPr>
          <p:nvPr/>
        </p:nvSpPr>
        <p:spPr>
          <a:xfrm xmlns:a="http://schemas.openxmlformats.org/drawingml/2006/main">
            <a:off x="6915150" y="46482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4" name="">
            <a:extLst xmlns:a="http://schemas.openxmlformats.org/drawingml/2006/main">
              <a:ext uri="{FF2B5EF4-FFF2-40B4-BE49-F238E27FC236}">
                <a16:creationId xmlns:a16="http://schemas.microsoft.com/office/drawing/2014/main" id="{CA75F997-8888-40F9-AC04-05F81276C5AC}"/>
              </a:ext>
            </a:extLst>
          </p:cNvPr>
          <p:cNvSpPr>
            <a:spLocks xmlns:a="http://schemas.openxmlformats.org/drawingml/2006/main" noGrp="1"/>
          </p:cNvSpPr>
          <p:nvPr/>
        </p:nvSpPr>
        <p:spPr>
          <a:xfrm xmlns:a="http://schemas.openxmlformats.org/drawingml/2006/main">
            <a:off x="6324600" y="4762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[8]</a:t>
            </a:r>
          </a:p>
        </p:txBody>
      </p:sp>
      <p:sp>
        <p:nvSpPr>
          <p:cNvPr id="35" name="">
            <a:extLst xmlns:a="http://schemas.openxmlformats.org/drawingml/2006/main">
              <a:ext uri="{FF2B5EF4-FFF2-40B4-BE49-F238E27FC236}">
                <a16:creationId xmlns:a16="http://schemas.microsoft.com/office/drawing/2014/main" id="{6ED0510C-B221-4A04-B9DD-6C39DBED7E1F}"/>
              </a:ext>
            </a:extLst>
          </p:cNvPr>
          <p:cNvSpPr>
            <a:spLocks xmlns:a="http://schemas.openxmlformats.org/drawingml/2006/main" noGrp="1"/>
          </p:cNvSpPr>
          <p:nvPr/>
        </p:nvSpPr>
        <p:spPr>
          <a:xfrm xmlns:a="http://schemas.openxmlformats.org/drawingml/2006/main">
            <a:off x="6915150" y="4762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1" i="0">
                <a:solidFill>
                  <a:srgbClr val="0B2A4A"/>
                </a:solidFill>
                <a:latin typeface="Tahoma"/>
                <a:ea typeface="Tahoma"/>
                <a:cs typeface="Tahoma"/>
              </a:defRPr>
            </a:pPr>
            <a:r>
              <a:rPr sz="1425" b="1" i="0">
                <a:solidFill>
                  <a:srgbClr val="0B2A4A"/>
                </a:solidFill>
                <a:latin typeface="Tahoma"/>
                <a:ea typeface="Tahoma"/>
                <a:cs typeface="Tahoma"/>
              </a:rPr>
              <a:t>Keil Software</a:t>
            </a:r>
          </a:p>
        </p:txBody>
      </p:sp>
      <p:sp>
        <p:nvSpPr>
          <p:cNvPr id="36" name="">
            <a:extLst xmlns:a="http://schemas.openxmlformats.org/drawingml/2006/main">
              <a:ext uri="{FF2B5EF4-FFF2-40B4-BE49-F238E27FC236}">
                <a16:creationId xmlns:a16="http://schemas.microsoft.com/office/drawing/2014/main" id="{D9A62094-786A-4275-ABDB-417A038C09AE}"/>
              </a:ext>
            </a:extLst>
          </p:cNvPr>
          <p:cNvSpPr>
            <a:spLocks xmlns:a="http://schemas.openxmlformats.org/drawingml/2006/main" noGrp="1"/>
          </p:cNvSpPr>
          <p:nvPr/>
        </p:nvSpPr>
        <p:spPr>
          <a:xfrm xmlns:a="http://schemas.openxmlformats.org/drawingml/2006/main">
            <a:off x="6915150" y="51435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0" i="0">
                <a:solidFill>
                  <a:srgbClr val="17212B"/>
                </a:solidFill>
                <a:latin typeface="Tahoma"/>
                <a:ea typeface="Tahoma"/>
                <a:cs typeface="Tahoma"/>
              </a:defRPr>
            </a:pPr>
            <a:r>
              <a:rPr sz="1200" b="0" i="0">
                <a:solidFill>
                  <a:srgbClr val="17212B"/>
                </a:solidFill>
                <a:latin typeface="Tahoma"/>
                <a:ea typeface="Tahoma"/>
                <a:cs typeface="Tahoma"/>
              </a:rPr>
              <a:t>Application Note 103 — 8051 Interrupt Vectors</a:t>
            </a:r>
          </a:p>
        </p:txBody>
      </p:sp>
      <p:sp>
        <p:nvSpPr>
          <p:cNvPr id="37" name="">
            <a:extLst xmlns:a="http://schemas.openxmlformats.org/drawingml/2006/main">
              <a:ext uri="{FF2B5EF4-FFF2-40B4-BE49-F238E27FC236}">
                <a16:creationId xmlns:a16="http://schemas.microsoft.com/office/drawing/2014/main" id="{A809BB09-95CD-415D-BC88-5C6EFAC660A9}"/>
              </a:ext>
            </a:extLst>
          </p:cNvPr>
          <p:cNvSpPr>
            <a:spLocks xmlns:a="http://schemas.openxmlformats.org/drawingml/2006/main" noGrp="1"/>
          </p:cNvSpPr>
          <p:nvPr/>
        </p:nvSpPr>
        <p:spPr>
          <a:xfrm xmlns:a="http://schemas.openxmlformats.org/drawingml/2006/main">
            <a:off x="6915150" y="57150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8" name="">
            <a:extLst xmlns:a="http://schemas.openxmlformats.org/drawingml/2006/main">
              <a:ext uri="{FF2B5EF4-FFF2-40B4-BE49-F238E27FC236}">
                <a16:creationId xmlns:a16="http://schemas.microsoft.com/office/drawing/2014/main" id="{8DE3BEC7-4177-4773-ADCE-F908454CD33E}"/>
              </a:ext>
            </a:extLst>
          </p:cNvPr>
          <p:cNvSpPr>
            <a:spLocks xmlns:a="http://schemas.openxmlformats.org/drawingml/2006/main" noGrp="1"/>
          </p:cNvSpPr>
          <p:nvPr/>
        </p:nvSpPr>
        <p:spPr>
          <a:xfrm xmlns:a="http://schemas.openxmlformats.org/drawingml/2006/main">
            <a:off x="1428750" y="5962650"/>
            <a:ext cx="9334500" cy="381000"/>
          </a:xfrm>
          <a:prstGeom xmlns:a="http://schemas.openxmlformats.org/drawingml/2006/main" prst="roundRect">
            <a:avLst>
              <a:gd name="adj" fmla="val 20000"/>
            </a:avLst>
          </a:prstGeom>
          <a:solidFill xmlns:a="http://schemas.openxmlformats.org/drawingml/2006/main">
            <a:srgbClr val="0B2A4A"/>
          </a:solidFill>
          <a:ln xmlns:a="http://schemas.openxmlformats.org/drawingml/2006/main" w="9525">
            <a:solidFill>
              <a:srgbClr val="0B2A4A"/>
            </a:solidFill>
            <a:prstDash val="solid"/>
          </a:ln>
        </p:spPr>
      </p:sp>
      <p:sp>
        <p:nvSpPr>
          <p:cNvPr id="39" name="">
            <a:extLst xmlns:a="http://schemas.openxmlformats.org/drawingml/2006/main">
              <a:ext uri="{FF2B5EF4-FFF2-40B4-BE49-F238E27FC236}">
                <a16:creationId xmlns:a16="http://schemas.microsoft.com/office/drawing/2014/main" id="{9FDA1DE4-A742-4BD5-AD33-4FFD9987DF1A}"/>
              </a:ext>
            </a:extLst>
          </p:cNvPr>
          <p:cNvSpPr>
            <a:spLocks xmlns:a="http://schemas.openxmlformats.org/drawingml/2006/main" noGrp="1"/>
          </p:cNvSpPr>
          <p:nvPr/>
        </p:nvSpPr>
        <p:spPr>
          <a:xfrm xmlns:a="http://schemas.openxmlformats.org/drawingml/2006/main">
            <a:off x="1619250" y="59626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FFFFFF"/>
                </a:solidFill>
                <a:latin typeface="Tahoma"/>
                <a:ea typeface="Tahoma"/>
                <a:cs typeface="Tahoma"/>
              </a:defRPr>
            </a:pPr>
            <a:r>
              <a:rPr sz="1275" b="1" i="0">
                <a:solidFill>
                  <a:srgbClr val="FFFFFF"/>
                </a:solidFill>
                <a:latin typeface="Tahoma"/>
                <a:ea typeface="Tahoma"/>
                <a:cs typeface="Tahoma"/>
              </a:rPr>
              <a:t>Full URLs และคำอธิบายประกอบอยู่ใน Speaker Notes ของแต่ละสไลด์</a:t>
            </a:r>
          </a:p>
        </p:txBody>
      </p:sp>
      <p:sp>
        <p:nvSpPr>
          <p:cNvPr id="40" name="">
            <a:extLst xmlns:a="http://schemas.openxmlformats.org/drawingml/2006/main">
              <a:ext uri="{FF2B5EF4-FFF2-40B4-BE49-F238E27FC236}">
                <a16:creationId xmlns:a16="http://schemas.microsoft.com/office/drawing/2014/main" id="{06AF3899-9F20-4209-8564-46E55810186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1" name="">
            <a:extLst xmlns:a="http://schemas.openxmlformats.org/drawingml/2006/main">
              <a:ext uri="{FF2B5EF4-FFF2-40B4-BE49-F238E27FC236}">
                <a16:creationId xmlns:a16="http://schemas.microsoft.com/office/drawing/2014/main" id="{8EA7E45A-C488-4BCA-B220-20CB2D30BB9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Accessed 6 Aug 2026 • Technical figures are original editable diagrams</a:t>
            </a:r>
          </a:p>
        </p:txBody>
      </p:sp>
      <p:sp>
        <p:nvSpPr>
          <p:cNvPr id="42" name="">
            <a:extLst xmlns:a="http://schemas.openxmlformats.org/drawingml/2006/main">
              <a:ext uri="{FF2B5EF4-FFF2-40B4-BE49-F238E27FC236}">
                <a16:creationId xmlns:a16="http://schemas.microsoft.com/office/drawing/2014/main" id="{DF15ADFB-E855-4923-B5FE-782CBAA26B96}"/>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750" b="0" i="0">
                <a:solidFill>
                  <a:srgbClr val="5D6B78"/>
                </a:solidFill>
                <a:latin typeface="Tahoma"/>
                <a:ea typeface="Tahoma"/>
                <a:cs typeface="Tahoma"/>
              </a:defRPr>
            </a:pPr>
            <a:r>
              <a:rPr sz="750" b="0" i="0">
                <a:solidFill>
                  <a:srgbClr val="5D6B78"/>
                </a:solidFill>
                <a:latin typeface="Tahoma"/>
                <a:ea typeface="Tahoma"/>
                <a:cs typeface="Tahoma"/>
              </a:rPr>
              <a:t>305341 Embedded System 1  •  ธีรภัทร ภู่ระย้า 66362416  •  18</a:t>
            </a:r>
          </a:p>
        </p:txBody>
      </p:sp>
    </p:spTree>
    <p:extLst>
      <p:ext uri="{BB962C8B-B14F-4D97-AF65-F5344CB8AC3E}">
        <p14:creationId xmlns:p14="http://schemas.microsoft.com/office/powerpoint/2010/main" val="1449474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2026-08-06T07:20:58.6350000Z</dcterms:created>
  <dcterms:modified xsi:type="dcterms:W3CDTF">2026-08-06T07:20:58.6350000Z</dcterms:modified>
</coreProperties>
</file>