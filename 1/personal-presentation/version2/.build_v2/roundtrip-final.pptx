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1cba2e9ff334db7" /><Relationship Type="http://schemas.openxmlformats.org/officeDocument/2006/relationships/extended-properties" Target="/docProps/app.xml" Id="Rddd7f3ebd11d4ecd" /><Relationship Type="http://schemas.openxmlformats.org/officeDocument/2006/relationships/officeDocument" Target="/ppt/presentation.xml" Id="Rb02970c8dab849fd" /></Relationships>
</file>

<file path=ppt/presentation.xml><?xml version="1.0" encoding="utf-8"?>
<p:presentation xmlns:p="http://schemas.openxmlformats.org/presentationml/2006/main">
  <p:sldMasterIdLst>
    <p:sldMasterId xmlns:r="http://schemas.openxmlformats.org/officeDocument/2006/relationships" id="2147483648" r:id="R627bf5df3c5846e9"/>
  </p:sldMasterIdLst>
  <p:notesMasterIdLst>
    <p:notesMasterId xmlns:r="http://schemas.openxmlformats.org/officeDocument/2006/relationships" r:id="Rd9423055f0224471"/>
  </p:notesMasterIdLst>
  <p:sldIdLst>
    <p:sldId xmlns:r="http://schemas.openxmlformats.org/officeDocument/2006/relationships" id="256" r:id="R423ef3ad272f409d"/>
    <p:sldId xmlns:r="http://schemas.openxmlformats.org/officeDocument/2006/relationships" id="257" r:id="R7cca4f48d5ac4e90"/>
    <p:sldId xmlns:r="http://schemas.openxmlformats.org/officeDocument/2006/relationships" id="258" r:id="R046514c98f614bbf"/>
    <p:sldId xmlns:r="http://schemas.openxmlformats.org/officeDocument/2006/relationships" id="259" r:id="R1534ab5ee7fa4426"/>
    <p:sldId xmlns:r="http://schemas.openxmlformats.org/officeDocument/2006/relationships" id="260" r:id="R57638a5456bb49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31d21ced284819" /><Relationship Type="http://schemas.openxmlformats.org/officeDocument/2006/relationships/slideMaster" Target="/ppt/slideMasters/slideMaster1.xml" Id="R627bf5df3c5846e9" /><Relationship Type="http://schemas.openxmlformats.org/officeDocument/2006/relationships/notesMaster" Target="/ppt/notesMasters/notesMaster1.xml" Id="Rd9423055f0224471" /><Relationship Type="http://schemas.openxmlformats.org/officeDocument/2006/relationships/presProps" Target="/ppt/presProps.xml" Id="R6a3ac29c88d340a3" /><Relationship Type="http://schemas.openxmlformats.org/officeDocument/2006/relationships/tableStyles" Target="/ppt/tableStyles.xml" Id="R4a618d2fd6bb43f6" /><Relationship Type="http://schemas.openxmlformats.org/officeDocument/2006/relationships/slide" Target="/ppt/slides/slide1.xml" Id="R423ef3ad272f409d" /><Relationship Type="http://schemas.openxmlformats.org/officeDocument/2006/relationships/slide" Target="/ppt/slides/slide2.xml" Id="R7cca4f48d5ac4e90" /><Relationship Type="http://schemas.openxmlformats.org/officeDocument/2006/relationships/slide" Target="/ppt/slides/slide3.xml" Id="R046514c98f614bbf" /><Relationship Type="http://schemas.openxmlformats.org/officeDocument/2006/relationships/slide" Target="/ppt/slides/slide4.xml" Id="R1534ab5ee7fa4426" /><Relationship Type="http://schemas.openxmlformats.org/officeDocument/2006/relationships/slide" Target="/ppt/slides/slide5.xml" Id="R57638a5456bb49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13f4d5817947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d857dc53e54297" /><Relationship Type="http://schemas.openxmlformats.org/officeDocument/2006/relationships/notesMaster" Target="/ppt/notesMasters/notesMaster1.xml" Id="R64dc1774cbb44f2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80a7d9b7d747c0" /><Relationship Type="http://schemas.openxmlformats.org/officeDocument/2006/relationships/notesMaster" Target="/ppt/notesMasters/notesMaster1.xml" Id="R8e39b3c08d1948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6763ded17a440e" /><Relationship Type="http://schemas.openxmlformats.org/officeDocument/2006/relationships/notesMaster" Target="/ppt/notesMasters/notesMaster1.xml" Id="R3549cefd956c4dc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ba58e5053a4f92" /><Relationship Type="http://schemas.openxmlformats.org/officeDocument/2006/relationships/notesMaster" Target="/ppt/notesMasters/notesMaster1.xml" Id="R5db9bd9c367a41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de98cdacf848df" /><Relationship Type="http://schemas.openxmlformats.org/officeDocument/2006/relationships/notesMaster" Target="/ppt/notesMasters/notesMaster1.xml" Id="R75ecb79d3a4949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(ประมาณ 0:00-0:15)</a:t>
            </a:r>
          </a:p>
          <a:p xmlns:a="http://schemas.openxmlformats.org/drawingml/2006/main">
            <a:r>
              <a:t>สวัสดีครับ ผมธีรภัทร ภู่ระย้า รหัส 66362416 หัวข้อที่ 41 Interrupt Mechanism วันนี้เราจะตอบคำถามว่า เมื่อเหตุการณ์เข้ามา CPU จะหยุดงานเดิม ไปจัดการ และกลับมาทำงานต่อได้อย่างไร โดยไม่ทำสถานะเดิมหาย</a:t>
            </a:r>
          </a:p>
          <a:p xmlns:a="http://schemas.openxmlformats.org/drawingml/2006/main">
            <a:r>
              <a:t/>
            </a:r>
          </a:p>
          <a:p xmlns:a="http://schemas.openxmlformats.org/drawingml/2006/main">
            <a:r>
              <a:t>[Sources]</a:t>
            </a:r>
          </a:p>
          <a:p xmlns:a="http://schemas.openxmlformats.org/drawingml/2006/main">
            <a:r>
              <a:t>- /Users/3rapat/student/internship/CODEFIN/project/vahalla-wealth/private-docs/other-project/uni-work/embedded-system/1/info/student-course-enrollment.md</a:t>
            </a:r>
          </a:p>
          <a:p xmlns:a="http://schemas.openxmlformats.org/drawingml/2006/main">
            <a:r>
              <a:t>- /Users/3rapat/student/internship/CODEFIN/project/vahalla-wealth/private-docs/other-project/uni-work/embedded-system/1/personal-presentation/assignment/Topic-lists.md</a:t>
            </a:r>
          </a:p>
          <a:p xmlns:a="http://schemas.openxmlformats.org/drawingml/2006/main">
            <a:r>
              <a:t>- /Users/3rapat/student/internship/CODEFIN/project/vahalla-wealth/private-docs/other-project/uni-work/embedded-system/1/personal-presentation/assignment/Course Work.pdf, pp. 3,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(ประมาณ 0:15-0:45)</a:t>
            </a:r>
          </a:p>
          <a:p xmlns:a="http://schemas.openxmlformats.org/drawingml/2006/main">
            <a:r>
              <a:t>ลองนึกถึงชาวนากำลังไถนา ถ้าเขาต้องหยุดไปตรวจเล้าไก่ทุกครู่ นั่นคือการตรวจซ้ำหรือ polling และเสียเวลางานหลัก แต่ถ้าเขาไถต่อจนได้ยินเสียงไก่หนี แล้วค่อยไปจับกลับ นั่นคือ interrupt ในระบบจริง Event อาจมาจาก Timer, Peripheral, INT0/INT1 หรือ PCINT เป้าหมายคือให้ CPU ทำงานหลักต่อ จนมีเหตุจำเป็นต้องตอบสนอง</a:t>
            </a:r>
          </a:p>
          <a:p xmlns:a="http://schemas.openxmlformats.org/drawingml/2006/main">
            <a:r>
              <a:t/>
            </a:r>
          </a:p>
          <a:p xmlns:a="http://schemas.openxmlformats.org/drawingml/2006/main">
            <a:r>
              <a:t>[Sources]</a:t>
            </a:r>
          </a:p>
          <a:p xmlns:a="http://schemas.openxmlformats.org/drawingml/2006/main">
            <a:r>
              <a:t>- [2] /Users/3rapat/student/internship/CODEFIN/project/vahalla-wealth/private-docs/other-project/uni-work/embedded-system/1/lecture/Lecture 2.pdf, pp. 2-3</a:t>
            </a:r>
          </a:p>
          <a:p xmlns:a="http://schemas.openxmlformats.org/drawingml/2006/main">
            <a:r>
              <a:t>- [5] /Users/3rapat/student/internship/CODEFIN/project/vahalla-wealth/private-docs/other-project/uni-work/embedded-system/1/textbook/avr-microcontroller-and-embedded-systems-by-ali-mazidi.pdf, p. 375</a:t>
            </a:r>
          </a:p>
          <a:p xmlns:a="http://schemas.openxmlformats.org/drawingml/2006/main">
            <a:r>
              <a:t>- [6] /Users/3rapat/student/internship/CODEFIN/project/vahalla-wealth/private-docs/other-project/uni-work/embedded-system/1/textbook/Microchip-Technology(2018)_ATmega328P 8-bit_AVR_Microcontroller.pdf, p. 89</a:t>
            </a:r>
          </a:p>
          <a:p xmlns:a="http://schemas.openxmlformats.org/drawingml/2006/main">
            <a:r>
              <a:t>- [8] /Users/3rapat/student/internship/CODEFIN/project/vahalla-wealth/private-docs/other-project/uni-work/embedded-system/1/textbook/Embedded-Systems_Real_Time_Operating_Systems_for_ARM_Cortex-M_Microcontrollers.pdf, p. 208</a:t>
            </a:r>
          </a:p>
          <a:p xmlns:a="http://schemas.openxmlformats.org/drawingml/2006/main">
            <a:r>
              <a:t>Visual: original PowerPoint shapes; analogy adapted from [8], no copied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(ประมาณ 0:45-1:28)</a:t>
            </a:r>
          </a:p>
          <a:p xmlns:a="http://schemas.openxmlformats.org/drawingml/2006/main">
            <a:r>
              <a:t>กลไกสรุปได้หกขั้น หนึ่ง Event ทำให้ Request หรือ Flag เข้าสถานะ Pending สอง Gate ตรวจ Enable, Mask และ Priority ถ้ายังไม่ผ่าน คำขออาจรออยู่ สาม CPU จบคำสั่งปัจจุบันและเก็บ PC กับ Context ที่จำเป็น สี่ Vector ส่งไปยัง ISR ห้า ISR จัดการเหตุและ Clear หรือ Acknowledge แหล่งคำขอ หก RETI หรือ EXC_RETURN คืนบริบท แล้วทำงานต่อจาก instruction ถัดไป ลำดับนี้เป็นแบบจำลองร่วม รายละเอียดบางขั้นอาจทำพร้อมกันตามสถาปัตยกรรม</a:t>
            </a:r>
          </a:p>
          <a:p xmlns:a="http://schemas.openxmlformats.org/drawingml/2006/main">
            <a:r>
              <a:t/>
            </a:r>
          </a:p>
          <a:p xmlns:a="http://schemas.openxmlformats.org/drawingml/2006/main">
            <a:r>
              <a:t>[Sources]</a:t>
            </a:r>
          </a:p>
          <a:p xmlns:a="http://schemas.openxmlformats.org/drawingml/2006/main">
            <a:r>
              <a:t>- [5] /Users/3rapat/student/internship/CODEFIN/project/vahalla-wealth/private-docs/other-project/uni-work/embedded-system/1/textbook/avr-microcontroller-and-embedded-systems-by-ali-mazidi.pdf, p. 376</a:t>
            </a:r>
          </a:p>
          <a:p xmlns:a="http://schemas.openxmlformats.org/drawingml/2006/main">
            <a:r>
              <a:t>- [6] /Users/3rapat/student/internship/CODEFIN/project/vahalla-wealth/private-docs/other-project/uni-work/embedded-system/1/textbook/Microchip-Technology(2018)_ATmega328P 8-bit_AVR_Microcontroller.pdf, pp. 33-35</a:t>
            </a:r>
          </a:p>
          <a:p xmlns:a="http://schemas.openxmlformats.org/drawingml/2006/main">
            <a:r>
              <a:t>- [7] /Users/3rapat/student/internship/CODEFIN/project/vahalla-wealth/private-docs/other-project/uni-work/embedded-system/1/textbook/THE_DEFINITIVE_GUIDE_TO_THE_ARM_CORTEX-МЗ_Stellaris_MCU_9000Series_TEINSTRUMENTS_ARM_SECOND_EDITION.pdf, pp. 172-175</a:t>
            </a:r>
          </a:p>
          <a:p xmlns:a="http://schemas.openxmlformats.org/drawingml/2006/main">
            <a:r>
              <a:t>Visual: redrawn as editable PowerPoint shapes from the cited mechanism descriptions.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(ประมาณ 1:28-2:08)</a:t>
            </a:r>
          </a:p>
          <a:p xmlns:a="http://schemas.openxmlformats.org/drawingml/2006/main">
            <a:r>
              <a:t>จุดที่ต้องระวังคือ Context Saving ไม่เหมือนกันทุก CPU ใน 8051 รีจิสเตอร์ IE และ IP ใช้เปิดและจัดลำดับความสำคัญ ส่วน AVR ใช้ SREG.I เป็น Global Enable สำหรับ 8-bit MCU เหล่านี้ Hardware เก็บ Return PC เป็นหลัก ขณะที่ Status และรีจิสเตอร์ที่ ISR ใช้ต้องให้ Software หรือ Compiler ช่วยรักษา แต่ Cortex-M จะ Stack R0 ถึง R3, R12, LR, PC และ xPSR รวม 32 ไบต์ด้วย Hardware และใช้ EXC_RETURN เพื่อ Unstack ดังนั้น Flow เหมือนกัน แต่สิ่งที่ Hardware ช่วยต่างกัน</a:t>
            </a:r>
          </a:p>
          <a:p xmlns:a="http://schemas.openxmlformats.org/drawingml/2006/main">
            <a:r>
              <a:t/>
            </a:r>
          </a:p>
          <a:p xmlns:a="http://schemas.openxmlformats.org/drawingml/2006/main">
            <a:r>
              <a:t>[Sources]</a:t>
            </a:r>
          </a:p>
          <a:p xmlns:a="http://schemas.openxmlformats.org/drawingml/2006/main">
            <a:r>
              <a:t>- [3] /Users/3rapat/student/internship/CODEFIN/project/vahalla-wealth/private-docs/other-project/uni-work/embedded-system/1/lecture/Lecture 3.pdf, pp. 9, 12</a:t>
            </a:r>
          </a:p>
          <a:p xmlns:a="http://schemas.openxmlformats.org/drawingml/2006/main">
            <a:r>
              <a:t>- [4] /Users/3rapat/student/internship/CODEFIN/project/vahalla-wealth/private-docs/other-project/uni-work/embedded-system/1/lecture/Lecture 4.pdf, p. 28</a:t>
            </a:r>
          </a:p>
          <a:p xmlns:a="http://schemas.openxmlformats.org/drawingml/2006/main">
            <a:r>
              <a:t>- [6] /Users/3rapat/student/internship/CODEFIN/project/vahalla-wealth/private-docs/other-project/uni-work/embedded-system/1/textbook/Microchip-Technology(2018)_ATmega328P 8-bit_AVR_Microcontroller.pdf, pp. 26, 33-35</a:t>
            </a:r>
          </a:p>
          <a:p xmlns:a="http://schemas.openxmlformats.org/drawingml/2006/main">
            <a:r>
              <a:t>- [7] /Users/3rapat/student/internship/CODEFIN/project/vahalla-wealth/private-docs/other-project/uni-work/embedded-system/1/textbook/THE_DEFINITIVE_GUIDE_TO_THE_ARM_CORTEX-МЗ_Stellaris_MCU_9000Series_TEINSTRUMENTS_ARM_SECOND_EDITION.pdf, pp. 172-175</a:t>
            </a:r>
          </a:p>
          <a:p xmlns:a="http://schemas.openxmlformats.org/drawingml/2006/main">
            <a:r>
              <a:t>Visual: native PowerPoint comparison redrawn from the cited register/stack descriptions.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บทบรรยาย (ประมาณ 2:08-2:23)</a:t>
            </a:r>
          </a:p>
          <a:p xmlns:a="http://schemas.openxmlformats.org/drawingml/2006/main">
            <a:r>
              <a:t>สรุปคือ Interrupt มีแกนเดียวกัน: รับคำขอ ตรวจสิทธิ์ เก็บบริบท ไป ISR แล้วคืนบริบท โปรแกรมหลักจึงทำงานต่อได้อย่างถูกต้อง ภาพทั้งหมดวาดใหม่ด้วยรูปทรง PowerPoint และเนื้อหาอ้างอิงทั้ง Lecture, ตำรา และ Datasheet ตามรายการนี้ ขอบคุณครับ</a:t>
            </a:r>
          </a:p>
          <a:p xmlns:a="http://schemas.openxmlformats.org/drawingml/2006/main">
            <a:r>
              <a:t/>
            </a:r>
          </a:p>
          <a:p xmlns:a="http://schemas.openxmlformats.org/drawingml/2006/main">
            <a:r>
              <a:t>[Sources]</a:t>
            </a:r>
          </a:p>
          <a:p xmlns:a="http://schemas.openxmlformats.org/drawingml/2006/main">
            <a:r>
              <a:t>- [1] Lecture1.pdf, pp. 18, 25</a:t>
            </a:r>
          </a:p>
          <a:p xmlns:a="http://schemas.openxmlformats.org/drawingml/2006/main">
            <a:r>
              <a:t>- [2] Lecture 2.pdf, pp. 2-3</a:t>
            </a:r>
          </a:p>
          <a:p xmlns:a="http://schemas.openxmlformats.org/drawingml/2006/main">
            <a:r>
              <a:t>- [3] Lecture 3.pdf, pp. 9, 12</a:t>
            </a:r>
          </a:p>
          <a:p xmlns:a="http://schemas.openxmlformats.org/drawingml/2006/main">
            <a:r>
              <a:t>- [4] Lecture 4.pdf, p. 28</a:t>
            </a:r>
          </a:p>
          <a:p xmlns:a="http://schemas.openxmlformats.org/drawingml/2006/main">
            <a:r>
              <a:t>- [5] Mazidi et al., The AVR Microcontroller and Embedded Systems, 2011, pp. 375-376</a:t>
            </a:r>
          </a:p>
          <a:p xmlns:a="http://schemas.openxmlformats.org/drawingml/2006/main">
            <a:r>
              <a:t>- [6] Microchip Technology Inc., ATmega328/P Datasheet, 2018, pp. 26, 33-35, 89</a:t>
            </a:r>
          </a:p>
          <a:p xmlns:a="http://schemas.openxmlformats.org/drawingml/2006/main">
            <a:r>
              <a:t>- [7] Yiu, The Definitive Guide to the ARM Cortex-M3, 2nd ed., 2010, pp. 172-175</a:t>
            </a:r>
          </a:p>
          <a:p xmlns:a="http://schemas.openxmlformats.org/drawingml/2006/main">
            <a:r>
              <a:t>- [8] Valvano, Embedded Systems: RTOS for ARM Cortex-M, 4th ed., 2017, p. 208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70fa6005b344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8c2198d5994371" /><Relationship Type="http://schemas.openxmlformats.org/officeDocument/2006/relationships/slideLayout" Target="/ppt/slideLayouts/slideLayout1.xml" Id="R65b5aedddd4841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b5aedddd4841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92282eff90448e" /><Relationship Type="http://schemas.openxmlformats.org/officeDocument/2006/relationships/notesSlide" Target="/ppt/notesSlides/notesSlide1.xml" Id="R54a5ae180ee54d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19da6882b14516" /><Relationship Type="http://schemas.openxmlformats.org/officeDocument/2006/relationships/notesSlide" Target="/ppt/notesSlides/notesSlide2.xml" Id="R2b270ec5ce8043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ae52ed215b14bdf" /><Relationship Type="http://schemas.openxmlformats.org/officeDocument/2006/relationships/hyperlink" Target="https://developer.arm.com/documentation/dui0552/a/the-cortex-m3-processor/exception-model/exception-entry-and-return" TargetMode="External" Id="Ref426f205b2c4a23" /><Relationship Type="http://schemas.openxmlformats.org/officeDocument/2006/relationships/notesSlide" Target="/ppt/notesSlides/notesSlide3.xml" Id="R1d6aed4169c947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1fdd436565400d" /><Relationship Type="http://schemas.openxmlformats.org/officeDocument/2006/relationships/notesSlide" Target="/ppt/notesSlides/notesSlide4.xml" Id="R4ce2b18a629a4e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3f23b6796a4989" /><Relationship Type="http://schemas.openxmlformats.org/officeDocument/2006/relationships/notesSlide" Target="/ppt/notesSlides/notesSlide5.xml" Id="Rd97d2f56a20d4f63" /></Relationships>
</file>

<file path=ppt/slides/slide1.xml><?xml version="1.0" encoding="utf-8"?>
<p:sld xmlns:p="http://schemas.openxmlformats.org/presentationml/2006/main">
  <p:cSld>
    <p:bg>
      <p:bgPr>
        <a:solidFill xmlns:a="http://schemas.openxmlformats.org/drawingml/2006/main">
          <a:srgbClr val="0B2A4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ED9AD86-645D-4F00-A947-9124D3EE351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5E1CFE1F-0284-44F4-AD04-C2902C0D50AE}"/>
              </a:ext>
            </a:extLst>
          </p:cNvPr>
          <p:cNvSpPr>
            <a:spLocks xmlns:a="http://schemas.openxmlformats.org/drawingml/2006/main" noGrp="1"/>
          </p:cNvSpPr>
          <p:nvPr/>
        </p:nvSpPr>
        <p:spPr>
          <a:xfrm xmlns:a="http://schemas.openxmlformats.org/drawingml/2006/main">
            <a:off x="0" y="6743700"/>
            <a:ext cx="12192000" cy="1143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3" name="">
            <a:extLst xmlns:a="http://schemas.openxmlformats.org/drawingml/2006/main">
              <a:ext uri="{FF2B5EF4-FFF2-40B4-BE49-F238E27FC236}">
                <a16:creationId xmlns:a16="http://schemas.microsoft.com/office/drawing/2014/main" id="{A8C8A996-7AA7-4755-9946-A830B391F1C3}"/>
              </a:ext>
            </a:extLst>
          </p:cNvPr>
          <p:cNvSpPr>
            <a:spLocks xmlns:a="http://schemas.openxmlformats.org/drawingml/2006/main" noGrp="1"/>
          </p:cNvSpPr>
          <p:nvPr/>
        </p:nvSpPr>
        <p:spPr>
          <a:xfrm xmlns:a="http://schemas.openxmlformats.org/drawingml/2006/main">
            <a:off x="666750" y="4953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125" b="1" i="0">
                <a:solidFill>
                  <a:srgbClr val="C89B3C"/>
                </a:solidFill>
                <a:latin typeface="Tahoma"/>
                <a:ea typeface="Tahoma"/>
                <a:cs typeface="Tahoma"/>
              </a:defRPr>
            </a:pPr>
            <a:r>
              <a:rPr sz="1125" b="1" i="0">
                <a:solidFill>
                  <a:srgbClr val="C89B3C"/>
                </a:solidFill>
                <a:latin typeface="Tahoma"/>
                <a:ea typeface="Tahoma"/>
                <a:cs typeface="Tahoma"/>
              </a:rPr>
              <a:t>NARESUAN UNIVERSITY  •  COMPUTER ENGINEERING  •  305341</a:t>
            </a:r>
          </a:p>
        </p:txBody>
      </p:sp>
      <p:sp>
        <p:nvSpPr>
          <p:cNvPr id="4" name="">
            <a:extLst xmlns:a="http://schemas.openxmlformats.org/drawingml/2006/main">
              <a:ext uri="{FF2B5EF4-FFF2-40B4-BE49-F238E27FC236}">
                <a16:creationId xmlns:a16="http://schemas.microsoft.com/office/drawing/2014/main" id="{FA299B22-6D4E-4F52-ADE0-42D1E1274751}"/>
              </a:ext>
            </a:extLst>
          </p:cNvPr>
          <p:cNvSpPr>
            <a:spLocks xmlns:a="http://schemas.openxmlformats.org/drawingml/2006/main" noGrp="1"/>
          </p:cNvSpPr>
          <p:nvPr/>
        </p:nvSpPr>
        <p:spPr>
          <a:xfrm xmlns:a="http://schemas.openxmlformats.org/drawingml/2006/main">
            <a:off x="666750" y="14478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650" b="1" i="0">
                <a:solidFill>
                  <a:srgbClr val="FFFFFF"/>
                </a:solidFill>
                <a:latin typeface="Tahoma"/>
                <a:ea typeface="Tahoma"/>
                <a:cs typeface="Tahoma"/>
              </a:defRPr>
            </a:pPr>
            <a:r>
              <a:rPr sz="4650" b="1" i="0">
                <a:solidFill>
                  <a:srgbClr val="FFFFFF"/>
                </a:solidFill>
                <a:latin typeface="Tahoma"/>
                <a:ea typeface="Tahoma"/>
                <a:cs typeface="Tahoma"/>
              </a:rPr>
              <a:t>Interrupt</a:t>
            </a:r>
          </a:p>
          <a:p xmlns:a="http://schemas.openxmlformats.org/drawingml/2006/main">
            <a:pPr algn="l">
              <a:lnSpc>
                <a:spcPct val="90000"/>
              </a:lnSpc>
              <a:buNone/>
              <a:defRPr sz="4650" b="1" i="0">
                <a:solidFill>
                  <a:srgbClr val="FFFFFF"/>
                </a:solidFill>
                <a:latin typeface="Tahoma"/>
                <a:ea typeface="Tahoma"/>
                <a:cs typeface="Tahoma"/>
              </a:defRPr>
            </a:pPr>
            <a:r>
              <a:rPr sz="4650" b="1" i="0">
                <a:solidFill>
                  <a:srgbClr val="FFFFFF"/>
                </a:solidFill>
                <a:latin typeface="Tahoma"/>
                <a:ea typeface="Tahoma"/>
                <a:cs typeface="Tahoma"/>
              </a:rPr>
              <a:t>Mechanism</a:t>
            </a:r>
          </a:p>
        </p:txBody>
      </p:sp>
      <p:sp>
        <p:nvSpPr>
          <p:cNvPr id="5" name="">
            <a:extLst xmlns:a="http://schemas.openxmlformats.org/drawingml/2006/main">
              <a:ext uri="{FF2B5EF4-FFF2-40B4-BE49-F238E27FC236}">
                <a16:creationId xmlns:a16="http://schemas.microsoft.com/office/drawing/2014/main" id="{02D04EC2-A70D-49E3-B4C7-3CE20E7A1CF9}"/>
              </a:ext>
            </a:extLst>
          </p:cNvPr>
          <p:cNvSpPr>
            <a:spLocks xmlns:a="http://schemas.openxmlformats.org/drawingml/2006/main" noGrp="1"/>
          </p:cNvSpPr>
          <p:nvPr/>
        </p:nvSpPr>
        <p:spPr>
          <a:xfrm xmlns:a="http://schemas.openxmlformats.org/drawingml/2006/main">
            <a:off x="685800" y="310515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875" b="0" i="0">
                <a:solidFill>
                  <a:srgbClr val="C89B3C"/>
                </a:solidFill>
                <a:latin typeface="Tahoma"/>
                <a:ea typeface="Tahoma"/>
                <a:cs typeface="Tahoma"/>
              </a:defRPr>
            </a:pPr>
            <a:r>
              <a:rPr sz="1875" b="0" i="0">
                <a:solidFill>
                  <a:srgbClr val="C89B3C"/>
                </a:solidFill>
                <a:latin typeface="Tahoma"/>
                <a:ea typeface="Tahoma"/>
                <a:cs typeface="Tahoma"/>
              </a:rPr>
              <a:t>CPU ตอบสนองต่อ Event แล้วกลับมาทำงานเดิมอย่างไร</a:t>
            </a:r>
          </a:p>
        </p:txBody>
      </p:sp>
      <p:sp>
        <p:nvSpPr>
          <p:cNvPr id="6" name="">
            <a:extLst xmlns:a="http://schemas.openxmlformats.org/drawingml/2006/main">
              <a:ext uri="{FF2B5EF4-FFF2-40B4-BE49-F238E27FC236}">
                <a16:creationId xmlns:a16="http://schemas.microsoft.com/office/drawing/2014/main" id="{199E6C11-C267-4152-BDD2-20DFE91C5175}"/>
              </a:ext>
            </a:extLst>
          </p:cNvPr>
          <p:cNvSpPr>
            <a:spLocks xmlns:a="http://schemas.openxmlformats.org/drawingml/2006/main" noGrp="1"/>
          </p:cNvSpPr>
          <p:nvPr/>
        </p:nvSpPr>
        <p:spPr>
          <a:xfrm xmlns:a="http://schemas.openxmlformats.org/drawingml/2006/main">
            <a:off x="685800" y="3733800"/>
            <a:ext cx="5124450" cy="0"/>
          </a:xfrm>
          <a:prstGeom xmlns:a="http://schemas.openxmlformats.org/drawingml/2006/main" prst="line">
            <a:avLst/>
          </a:prstGeom>
          <a:noFill xmlns:a="http://schemas.openxmlformats.org/drawingml/2006/main"/>
          <a:ln xmlns:a="http://schemas.openxmlformats.org/drawingml/2006/main" w="19050">
            <a:solidFill>
              <a:srgbClr val="C89B3C"/>
            </a:solidFill>
            <a:prstDash val="solid"/>
          </a:ln>
        </p:spPr>
      </p:sp>
      <p:sp>
        <p:nvSpPr>
          <p:cNvPr id="7" name="">
            <a:extLst xmlns:a="http://schemas.openxmlformats.org/drawingml/2006/main">
              <a:ext uri="{FF2B5EF4-FFF2-40B4-BE49-F238E27FC236}">
                <a16:creationId xmlns:a16="http://schemas.microsoft.com/office/drawing/2014/main" id="{6E512FBE-3BE4-43CC-A3E3-4CF7FF969C68}"/>
              </a:ext>
            </a:extLst>
          </p:cNvPr>
          <p:cNvSpPr>
            <a:spLocks xmlns:a="http://schemas.openxmlformats.org/drawingml/2006/main" noGrp="1"/>
          </p:cNvSpPr>
          <p:nvPr/>
        </p:nvSpPr>
        <p:spPr>
          <a:xfrm xmlns:a="http://schemas.openxmlformats.org/drawingml/2006/main">
            <a:off x="685800" y="40005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0" i="0">
                <a:solidFill>
                  <a:srgbClr val="D9E4EC"/>
                </a:solidFill>
                <a:latin typeface="Tahoma"/>
                <a:ea typeface="Tahoma"/>
                <a:cs typeface="Tahoma"/>
              </a:defRPr>
            </a:pPr>
            <a:r>
              <a:rPr sz="1200" b="0" i="0">
                <a:solidFill>
                  <a:srgbClr val="D9E4EC"/>
                </a:solidFill>
                <a:latin typeface="Tahoma"/>
                <a:ea typeface="Tahoma"/>
                <a:cs typeface="Tahoma"/>
              </a:rPr>
              <a:t>ผู้นำเสนอ</a:t>
            </a:r>
          </a:p>
        </p:txBody>
      </p:sp>
      <p:sp>
        <p:nvSpPr>
          <p:cNvPr id="8" name="">
            <a:extLst xmlns:a="http://schemas.openxmlformats.org/drawingml/2006/main">
              <a:ext uri="{FF2B5EF4-FFF2-40B4-BE49-F238E27FC236}">
                <a16:creationId xmlns:a16="http://schemas.microsoft.com/office/drawing/2014/main" id="{8046789A-2801-4067-B30F-F7BD3AC786E8}"/>
              </a:ext>
            </a:extLst>
          </p:cNvPr>
          <p:cNvSpPr>
            <a:spLocks xmlns:a="http://schemas.openxmlformats.org/drawingml/2006/main" noGrp="1"/>
          </p:cNvSpPr>
          <p:nvPr/>
        </p:nvSpPr>
        <p:spPr>
          <a:xfrm xmlns:a="http://schemas.openxmlformats.org/drawingml/2006/main">
            <a:off x="18097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1" i="0">
                <a:solidFill>
                  <a:srgbClr val="FFFFFF"/>
                </a:solidFill>
                <a:latin typeface="Tahoma"/>
                <a:ea typeface="Tahoma"/>
                <a:cs typeface="Tahoma"/>
              </a:defRPr>
            </a:pPr>
            <a:r>
              <a:rPr sz="1350" b="1" i="0">
                <a:solidFill>
                  <a:srgbClr val="FFFFFF"/>
                </a:solidFill>
                <a:latin typeface="Tahoma"/>
                <a:ea typeface="Tahoma"/>
                <a:cs typeface="Tahoma"/>
              </a:rPr>
              <a:t>ธีรภัทร ภู่ระย้า</a:t>
            </a:r>
          </a:p>
        </p:txBody>
      </p:sp>
      <p:sp>
        <p:nvSpPr>
          <p:cNvPr id="9" name="">
            <a:extLst xmlns:a="http://schemas.openxmlformats.org/drawingml/2006/main">
              <a:ext uri="{FF2B5EF4-FFF2-40B4-BE49-F238E27FC236}">
                <a16:creationId xmlns:a16="http://schemas.microsoft.com/office/drawing/2014/main" id="{26B9ED68-8838-4084-A279-412318B935EB}"/>
              </a:ext>
            </a:extLst>
          </p:cNvPr>
          <p:cNvSpPr>
            <a:spLocks xmlns:a="http://schemas.openxmlformats.org/drawingml/2006/main" noGrp="1"/>
          </p:cNvSpPr>
          <p:nvPr/>
        </p:nvSpPr>
        <p:spPr>
          <a:xfrm xmlns:a="http://schemas.openxmlformats.org/drawingml/2006/main">
            <a:off x="685800" y="436245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0" i="0">
                <a:solidFill>
                  <a:srgbClr val="D9E4EC"/>
                </a:solidFill>
                <a:latin typeface="Tahoma"/>
                <a:ea typeface="Tahoma"/>
                <a:cs typeface="Tahoma"/>
              </a:defRPr>
            </a:pPr>
            <a:r>
              <a:rPr sz="1200" b="0" i="0">
                <a:solidFill>
                  <a:srgbClr val="D9E4EC"/>
                </a:solidFill>
                <a:latin typeface="Tahoma"/>
                <a:ea typeface="Tahoma"/>
                <a:cs typeface="Tahoma"/>
              </a:rPr>
              <a:t>รหัส / ลำดับ</a:t>
            </a:r>
          </a:p>
        </p:txBody>
      </p:sp>
      <p:sp>
        <p:nvSpPr>
          <p:cNvPr id="10" name="">
            <a:extLst xmlns:a="http://schemas.openxmlformats.org/drawingml/2006/main">
              <a:ext uri="{FF2B5EF4-FFF2-40B4-BE49-F238E27FC236}">
                <a16:creationId xmlns:a16="http://schemas.microsoft.com/office/drawing/2014/main" id="{F69EC9B2-ABE3-478E-A12C-072571B5D2EF}"/>
              </a:ext>
            </a:extLst>
          </p:cNvPr>
          <p:cNvSpPr>
            <a:spLocks xmlns:a="http://schemas.openxmlformats.org/drawingml/2006/main" noGrp="1"/>
          </p:cNvSpPr>
          <p:nvPr/>
        </p:nvSpPr>
        <p:spPr>
          <a:xfrm xmlns:a="http://schemas.openxmlformats.org/drawingml/2006/main">
            <a:off x="1809750" y="436245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1" i="0">
                <a:solidFill>
                  <a:srgbClr val="FFFFFF"/>
                </a:solidFill>
                <a:latin typeface="Tahoma"/>
                <a:ea typeface="Tahoma"/>
                <a:cs typeface="Tahoma"/>
              </a:defRPr>
            </a:pPr>
            <a:r>
              <a:rPr sz="1350" b="1" i="0">
                <a:solidFill>
                  <a:srgbClr val="FFFFFF"/>
                </a:solidFill>
                <a:latin typeface="Tahoma"/>
                <a:ea typeface="Tahoma"/>
                <a:cs typeface="Tahoma"/>
              </a:rPr>
              <a:t>66362416  •  กลุ่ม 1  •  ลำดับที่ 4</a:t>
            </a:r>
          </a:p>
        </p:txBody>
      </p:sp>
      <p:sp>
        <p:nvSpPr>
          <p:cNvPr id="11" name="">
            <a:extLst xmlns:a="http://schemas.openxmlformats.org/drawingml/2006/main">
              <a:ext uri="{FF2B5EF4-FFF2-40B4-BE49-F238E27FC236}">
                <a16:creationId xmlns:a16="http://schemas.microsoft.com/office/drawing/2014/main" id="{8108AE73-A681-4D8C-8BBE-42845542D3C3}"/>
              </a:ext>
            </a:extLst>
          </p:cNvPr>
          <p:cNvSpPr>
            <a:spLocks xmlns:a="http://schemas.openxmlformats.org/drawingml/2006/main" noGrp="1"/>
          </p:cNvSpPr>
          <p:nvPr/>
        </p:nvSpPr>
        <p:spPr>
          <a:xfrm xmlns:a="http://schemas.openxmlformats.org/drawingml/2006/main">
            <a:off x="685800" y="4724400"/>
            <a:ext cx="104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0" i="0">
                <a:solidFill>
                  <a:srgbClr val="D9E4EC"/>
                </a:solidFill>
                <a:latin typeface="Tahoma"/>
                <a:ea typeface="Tahoma"/>
                <a:cs typeface="Tahoma"/>
              </a:defRPr>
            </a:pPr>
            <a:r>
              <a:rPr sz="1200" b="0" i="0">
                <a:solidFill>
                  <a:srgbClr val="D9E4EC"/>
                </a:solidFill>
                <a:latin typeface="Tahoma"/>
                <a:ea typeface="Tahoma"/>
                <a:cs typeface="Tahoma"/>
              </a:rPr>
              <a:t>หัวข้อ</a:t>
            </a:r>
          </a:p>
        </p:txBody>
      </p:sp>
      <p:sp>
        <p:nvSpPr>
          <p:cNvPr id="12" name="">
            <a:extLst xmlns:a="http://schemas.openxmlformats.org/drawingml/2006/main">
              <a:ext uri="{FF2B5EF4-FFF2-40B4-BE49-F238E27FC236}">
                <a16:creationId xmlns:a16="http://schemas.microsoft.com/office/drawing/2014/main" id="{2013E1CB-6949-41CE-8596-863D37F9460C}"/>
              </a:ext>
            </a:extLst>
          </p:cNvPr>
          <p:cNvSpPr>
            <a:spLocks xmlns:a="http://schemas.openxmlformats.org/drawingml/2006/main" noGrp="1"/>
          </p:cNvSpPr>
          <p:nvPr/>
        </p:nvSpPr>
        <p:spPr>
          <a:xfrm xmlns:a="http://schemas.openxmlformats.org/drawingml/2006/main">
            <a:off x="1809750" y="472440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1" i="0">
                <a:solidFill>
                  <a:srgbClr val="FFFFFF"/>
                </a:solidFill>
                <a:latin typeface="Tahoma"/>
                <a:ea typeface="Tahoma"/>
                <a:cs typeface="Tahoma"/>
              </a:defRPr>
            </a:pPr>
            <a:r>
              <a:rPr sz="1350" b="1" i="0">
                <a:solidFill>
                  <a:srgbClr val="FFFFFF"/>
                </a:solidFill>
                <a:latin typeface="Tahoma"/>
                <a:ea typeface="Tahoma"/>
                <a:cs typeface="Tahoma"/>
              </a:rPr>
              <a:t>41  •  Interrupt Mechanism</a:t>
            </a:r>
          </a:p>
        </p:txBody>
      </p:sp>
      <p:sp>
        <p:nvSpPr>
          <p:cNvPr id="13" name="">
            <a:extLst xmlns:a="http://schemas.openxmlformats.org/drawingml/2006/main">
              <a:ext uri="{FF2B5EF4-FFF2-40B4-BE49-F238E27FC236}">
                <a16:creationId xmlns:a16="http://schemas.microsoft.com/office/drawing/2014/main" id="{09AE807F-FA53-4354-87D0-68DA3B054D4A}"/>
              </a:ext>
            </a:extLst>
          </p:cNvPr>
          <p:cNvSpPr>
            <a:spLocks xmlns:a="http://schemas.openxmlformats.org/drawingml/2006/main" noGrp="1"/>
          </p:cNvSpPr>
          <p:nvPr/>
        </p:nvSpPr>
        <p:spPr>
          <a:xfrm xmlns:a="http://schemas.openxmlformats.org/drawingml/2006/main">
            <a:off x="8048625" y="11620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i="0">
                <a:solidFill>
                  <a:srgbClr val="C89B3C"/>
                </a:solidFill>
                <a:latin typeface="Tahoma"/>
                <a:ea typeface="Tahoma"/>
                <a:cs typeface="Tahoma"/>
              </a:defRPr>
            </a:pPr>
            <a:r>
              <a:rPr sz="1350" b="1" i="0">
                <a:solidFill>
                  <a:srgbClr val="C89B3C"/>
                </a:solidFill>
                <a:latin typeface="Tahoma"/>
                <a:ea typeface="Tahoma"/>
                <a:cs typeface="Tahoma"/>
              </a:rPr>
              <a:t>EVENT</a:t>
            </a:r>
          </a:p>
        </p:txBody>
      </p:sp>
      <p:sp>
        <p:nvSpPr>
          <p:cNvPr id="14" name="">
            <a:extLst xmlns:a="http://schemas.openxmlformats.org/drawingml/2006/main">
              <a:ext uri="{FF2B5EF4-FFF2-40B4-BE49-F238E27FC236}">
                <a16:creationId xmlns:a16="http://schemas.microsoft.com/office/drawing/2014/main" id="{49EA0E34-2769-4851-A8AA-D441829574FA}"/>
              </a:ext>
            </a:extLst>
          </p:cNvPr>
          <p:cNvSpPr>
            <a:spLocks xmlns:a="http://schemas.openxmlformats.org/drawingml/2006/main" noGrp="1"/>
          </p:cNvSpPr>
          <p:nvPr/>
        </p:nvSpPr>
        <p:spPr>
          <a:xfrm xmlns:a="http://schemas.openxmlformats.org/drawingml/2006/main">
            <a:off x="7905750" y="2476500"/>
            <a:ext cx="2571750" cy="1257300"/>
          </a:xfrm>
          <a:prstGeom xmlns:a="http://schemas.openxmlformats.org/drawingml/2006/main" prst="roundRect">
            <a:avLst>
              <a:gd name="adj" fmla="val 12121"/>
            </a:avLst>
          </a:prstGeom>
          <a:solidFill xmlns:a="http://schemas.openxmlformats.org/drawingml/2006/main">
            <a:srgbClr val="123A61"/>
          </a:solidFill>
          <a:ln xmlns:a="http://schemas.openxmlformats.org/drawingml/2006/main" w="19050">
            <a:solidFill>
              <a:srgbClr val="C89B3C"/>
            </a:solidFill>
            <a:prstDash val="solid"/>
          </a:ln>
        </p:spPr>
      </p:sp>
      <p:sp>
        <p:nvSpPr>
          <p:cNvPr id="15" name="">
            <a:extLst xmlns:a="http://schemas.openxmlformats.org/drawingml/2006/main">
              <a:ext uri="{FF2B5EF4-FFF2-40B4-BE49-F238E27FC236}">
                <a16:creationId xmlns:a16="http://schemas.microsoft.com/office/drawing/2014/main" id="{3C04E4CB-C598-4711-AD12-220E64773D4E}"/>
              </a:ext>
            </a:extLst>
          </p:cNvPr>
          <p:cNvSpPr>
            <a:spLocks xmlns:a="http://schemas.openxmlformats.org/drawingml/2006/main" noGrp="1"/>
          </p:cNvSpPr>
          <p:nvPr/>
        </p:nvSpPr>
        <p:spPr>
          <a:xfrm xmlns:a="http://schemas.openxmlformats.org/drawingml/2006/main">
            <a:off x="7905750" y="25908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2175" b="1" i="0">
                <a:solidFill>
                  <a:srgbClr val="FFFFFF"/>
                </a:solidFill>
                <a:latin typeface="Tahoma"/>
                <a:ea typeface="Tahoma"/>
                <a:cs typeface="Tahoma"/>
              </a:defRPr>
            </a:pPr>
            <a:r>
              <a:rPr sz="2175" b="1" i="0">
                <a:solidFill>
                  <a:srgbClr val="FFFFFF"/>
                </a:solidFill>
                <a:latin typeface="Tahoma"/>
                <a:ea typeface="Tahoma"/>
                <a:cs typeface="Tahoma"/>
              </a:rPr>
              <a:t>CPU</a:t>
            </a:r>
          </a:p>
        </p:txBody>
      </p:sp>
      <p:sp>
        <p:nvSpPr>
          <p:cNvPr id="16" name="">
            <a:extLst xmlns:a="http://schemas.openxmlformats.org/drawingml/2006/main">
              <a:ext uri="{FF2B5EF4-FFF2-40B4-BE49-F238E27FC236}">
                <a16:creationId xmlns:a16="http://schemas.microsoft.com/office/drawing/2014/main" id="{F572DC9D-8E4D-4180-B796-2FB679325237}"/>
              </a:ext>
            </a:extLst>
          </p:cNvPr>
          <p:cNvSpPr>
            <a:spLocks xmlns:a="http://schemas.openxmlformats.org/drawingml/2006/main" noGrp="1"/>
          </p:cNvSpPr>
          <p:nvPr/>
        </p:nvSpPr>
        <p:spPr>
          <a:xfrm xmlns:a="http://schemas.openxmlformats.org/drawingml/2006/main">
            <a:off x="7905750" y="31242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0" i="0">
                <a:solidFill>
                  <a:srgbClr val="FFFFFF"/>
                </a:solidFill>
                <a:latin typeface="Tahoma"/>
                <a:ea typeface="Tahoma"/>
                <a:cs typeface="Tahoma"/>
              </a:defRPr>
            </a:pPr>
            <a:r>
              <a:rPr sz="1275" b="0" i="0">
                <a:solidFill>
                  <a:srgbClr val="FFFFFF"/>
                </a:solidFill>
                <a:latin typeface="Tahoma"/>
                <a:ea typeface="Tahoma"/>
                <a:cs typeface="Tahoma"/>
              </a:rPr>
              <a:t>Main → ISR → Resume</a:t>
            </a:r>
          </a:p>
        </p:txBody>
      </p:sp>
      <p:sp>
        <p:nvSpPr>
          <p:cNvPr id="17" name="">
            <a:extLst xmlns:a="http://schemas.openxmlformats.org/drawingml/2006/main">
              <a:ext uri="{FF2B5EF4-FFF2-40B4-BE49-F238E27FC236}">
                <a16:creationId xmlns:a16="http://schemas.microsoft.com/office/drawing/2014/main" id="{C17BBB81-7261-47AD-B7A1-1BAD1C447010}"/>
              </a:ext>
            </a:extLst>
          </p:cNvPr>
          <p:cNvSpPr>
            <a:spLocks xmlns:a="http://schemas.openxmlformats.org/drawingml/2006/main" noGrp="1"/>
          </p:cNvSpPr>
          <p:nvPr/>
        </p:nvSpPr>
        <p:spPr>
          <a:xfrm xmlns:a="http://schemas.openxmlformats.org/drawingml/2006/main">
            <a:off x="8763000" y="1524000"/>
            <a:ext cx="857250" cy="514350"/>
          </a:xfrm>
          <a:prstGeom xmlns:a="http://schemas.openxmlformats.org/drawingml/2006/main" prst="roundRect">
            <a:avLst>
              <a:gd name="adj" fmla="val 22222"/>
            </a:avLst>
          </a:prstGeom>
          <a:solidFill xmlns:a="http://schemas.openxmlformats.org/drawingml/2006/main">
            <a:srgbClr val="C6473A"/>
          </a:solidFill>
          <a:ln xmlns:a="http://schemas.openxmlformats.org/drawingml/2006/main" w="9525">
            <a:solidFill>
              <a:srgbClr val="C6473A"/>
            </a:solidFill>
            <a:prstDash val="solid"/>
          </a:ln>
        </p:spPr>
      </p:sp>
      <p:sp>
        <p:nvSpPr>
          <p:cNvPr id="18" name="">
            <a:extLst xmlns:a="http://schemas.openxmlformats.org/drawingml/2006/main">
              <a:ext uri="{FF2B5EF4-FFF2-40B4-BE49-F238E27FC236}">
                <a16:creationId xmlns:a16="http://schemas.microsoft.com/office/drawing/2014/main" id="{30CE3BFE-C9C6-4A10-AA59-2F744F894A50}"/>
              </a:ext>
            </a:extLst>
          </p:cNvPr>
          <p:cNvSpPr>
            <a:spLocks xmlns:a="http://schemas.openxmlformats.org/drawingml/2006/main" noGrp="1"/>
          </p:cNvSpPr>
          <p:nvPr/>
        </p:nvSpPr>
        <p:spPr>
          <a:xfrm xmlns:a="http://schemas.openxmlformats.org/drawingml/2006/main">
            <a:off x="8763000" y="1524000"/>
            <a:ext cx="857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IRQ</a:t>
            </a:r>
          </a:p>
        </p:txBody>
      </p:sp>
      <p:cxnSp>
        <p:nvCxnSpPr>
          <p:cNvPr id="159" name=""/>
          <p:cNvCxnSpPr>
            <a:stCxn xmlns:a="http://schemas.openxmlformats.org/drawingml/2006/main" id="17" idx="2"/>
            <a:endCxn xmlns:a="http://schemas.openxmlformats.org/drawingml/2006/main" id="14" idx="0"/>
          </p:cNvCxnSpPr>
          <p:nvPr/>
        </p:nvCxnSpPr>
        <p:spPr>
          <a:xfrm xmlns:a="http://schemas.openxmlformats.org/drawingml/2006/main">
            <a:off x="9191625" y="2038350"/>
            <a:ext cx="0" cy="438150"/>
          </a:xfrm>
          <a:prstGeom xmlns:a="http://schemas.openxmlformats.org/drawingml/2006/main" prst="straightConnector1">
            <a:avLst/>
          </a:prstGeom>
          <a:ln xmlns:a="http://schemas.openxmlformats.org/drawingml/2006/main" w="28575">
            <a:solidFill>
              <a:srgbClr val="C89B3C"/>
            </a:solidFill>
            <a:prstDash val="solid"/>
            <a:headEnd type="none" w="med" len="med"/>
            <a:tailEnd type="arrow" w="med" len="med"/>
          </a:ln>
        </p:spPr>
      </p:cxnSp>
      <p:sp>
        <p:nvSpPr>
          <p:cNvPr id="20" name="">
            <a:extLst xmlns:a="http://schemas.openxmlformats.org/drawingml/2006/main">
              <a:ext uri="{FF2B5EF4-FFF2-40B4-BE49-F238E27FC236}">
                <a16:creationId xmlns:a16="http://schemas.microsoft.com/office/drawing/2014/main" id="{5BD78D1D-46F4-4D69-B174-F3DFB0DEFECD}"/>
              </a:ext>
            </a:extLst>
          </p:cNvPr>
          <p:cNvSpPr>
            <a:spLocks xmlns:a="http://schemas.openxmlformats.org/drawingml/2006/main" noGrp="1"/>
          </p:cNvSpPr>
          <p:nvPr/>
        </p:nvSpPr>
        <p:spPr>
          <a:xfrm xmlns:a="http://schemas.openxmlformats.org/drawingml/2006/main">
            <a:off x="8524875" y="4476750"/>
            <a:ext cx="1333500" cy="666750"/>
          </a:xfrm>
          <a:prstGeom xmlns:a="http://schemas.openxmlformats.org/drawingml/2006/main" prst="roundRect">
            <a:avLst>
              <a:gd name="adj" fmla="val 17143"/>
            </a:avLst>
          </a:prstGeom>
          <a:solidFill xmlns:a="http://schemas.openxmlformats.org/drawingml/2006/main">
            <a:srgbClr val="E7F4F8"/>
          </a:solidFill>
          <a:ln xmlns:a="http://schemas.openxmlformats.org/drawingml/2006/main" w="9525">
            <a:solidFill>
              <a:srgbClr val="CFEAF2"/>
            </a:solidFill>
            <a:prstDash val="solid"/>
          </a:ln>
        </p:spPr>
      </p:sp>
      <p:sp>
        <p:nvSpPr>
          <p:cNvPr id="21" name="">
            <a:extLst xmlns:a="http://schemas.openxmlformats.org/drawingml/2006/main">
              <a:ext uri="{FF2B5EF4-FFF2-40B4-BE49-F238E27FC236}">
                <a16:creationId xmlns:a16="http://schemas.microsoft.com/office/drawing/2014/main" id="{858868F5-3B87-44ED-98E0-82D170B6DBA9}"/>
              </a:ext>
            </a:extLst>
          </p:cNvPr>
          <p:cNvSpPr>
            <a:spLocks xmlns:a="http://schemas.openxmlformats.org/drawingml/2006/main" noGrp="1"/>
          </p:cNvSpPr>
          <p:nvPr/>
        </p:nvSpPr>
        <p:spPr>
          <a:xfrm xmlns:a="http://schemas.openxmlformats.org/drawingml/2006/main">
            <a:off x="8524875" y="4476750"/>
            <a:ext cx="133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i="0">
                <a:solidFill>
                  <a:srgbClr val="0B2A4A"/>
                </a:solidFill>
                <a:latin typeface="Tahoma"/>
                <a:ea typeface="Tahoma"/>
                <a:cs typeface="Tahoma"/>
              </a:defRPr>
            </a:pPr>
            <a:r>
              <a:rPr sz="1350" b="1" i="0">
                <a:solidFill>
                  <a:srgbClr val="0B2A4A"/>
                </a:solidFill>
                <a:latin typeface="Tahoma"/>
                <a:ea typeface="Tahoma"/>
                <a:cs typeface="Tahoma"/>
              </a:rPr>
              <a:t>STACK</a:t>
            </a:r>
          </a:p>
        </p:txBody>
      </p:sp>
      <p:cxnSp>
        <p:nvCxnSpPr>
          <p:cNvPr id="162" name=""/>
          <p:cNvCxnSpPr>
            <a:stCxn xmlns:a="http://schemas.openxmlformats.org/drawingml/2006/main" id="14" idx="2"/>
            <a:endCxn xmlns:a="http://schemas.openxmlformats.org/drawingml/2006/main" id="20" idx="0"/>
          </p:cNvCxnSpPr>
          <p:nvPr/>
        </p:nvCxnSpPr>
        <p:spPr>
          <a:xfrm xmlns:a="http://schemas.openxmlformats.org/drawingml/2006/main">
            <a:off x="9191625" y="3733800"/>
            <a:ext cx="0" cy="742950"/>
          </a:xfrm>
          <a:prstGeom xmlns:a="http://schemas.openxmlformats.org/drawingml/2006/main" prst="straightConnector1">
            <a:avLst/>
          </a:prstGeom>
          <a:ln xmlns:a="http://schemas.openxmlformats.org/drawingml/2006/main" w="28575">
            <a:solidFill>
              <a:srgbClr val="CFEAF2"/>
            </a:solidFill>
            <a:prstDash val="solid"/>
            <a:headEnd type="none" w="med" len="med"/>
            <a:tailEnd type="arrow" w="med" len="med"/>
          </a:ln>
        </p:spPr>
      </p:cxnSp>
      <p:sp>
        <p:nvSpPr>
          <p:cNvPr id="23" name="">
            <a:extLst xmlns:a="http://schemas.openxmlformats.org/drawingml/2006/main">
              <a:ext uri="{FF2B5EF4-FFF2-40B4-BE49-F238E27FC236}">
                <a16:creationId xmlns:a16="http://schemas.microsoft.com/office/drawing/2014/main" id="{942EB7ED-8A82-42AD-89E1-7D0D6250C3E5}"/>
              </a:ext>
            </a:extLst>
          </p:cNvPr>
          <p:cNvSpPr>
            <a:spLocks xmlns:a="http://schemas.openxmlformats.org/drawingml/2006/main" noGrp="1"/>
          </p:cNvSpPr>
          <p:nvPr/>
        </p:nvSpPr>
        <p:spPr>
          <a:xfrm xmlns:a="http://schemas.openxmlformats.org/drawingml/2006/main">
            <a:off x="7239000" y="556260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00" b="0" i="0">
                <a:solidFill>
                  <a:srgbClr val="D9E4EC"/>
                </a:solidFill>
                <a:latin typeface="Tahoma"/>
                <a:ea typeface="Tahoma"/>
                <a:cs typeface="Tahoma"/>
              </a:defRPr>
            </a:pPr>
            <a:r>
              <a:rPr sz="1200" b="0" i="0">
                <a:solidFill>
                  <a:srgbClr val="D9E4EC"/>
                </a:solidFill>
                <a:latin typeface="Tahoma"/>
                <a:ea typeface="Tahoma"/>
                <a:cs typeface="Tahoma"/>
              </a:rPr>
              <a:t>Event  •  Gate  •  Context  •  Vector  •  Return</a:t>
            </a:r>
          </a:p>
        </p:txBody>
      </p:sp>
    </p:spTree>
    <p:extLst>
      <p:ext uri="{BB962C8B-B14F-4D97-AF65-F5344CB8AC3E}">
        <p14:creationId xmlns:p14="http://schemas.microsoft.com/office/powerpoint/2010/main" val="1467542272"/>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06C809A-829C-49D5-B9CD-4F0425F1C88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EEC36BDC-8B09-4DDD-93F3-A10DF28D2DE2}"/>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ความหมาย • ความเป็นมา</a:t>
            </a:r>
          </a:p>
        </p:txBody>
      </p:sp>
      <p:sp>
        <p:nvSpPr>
          <p:cNvPr id="3" name="">
            <a:extLst xmlns:a="http://schemas.openxmlformats.org/drawingml/2006/main">
              <a:ext uri="{FF2B5EF4-FFF2-40B4-BE49-F238E27FC236}">
                <a16:creationId xmlns:a16="http://schemas.microsoft.com/office/drawing/2014/main" id="{8633F06D-3743-4FF8-A3E7-0916974A3E19}"/>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700" b="1" i="0">
                <a:solidFill>
                  <a:srgbClr val="0B2A4A"/>
                </a:solidFill>
                <a:latin typeface="Tahoma"/>
                <a:ea typeface="Tahoma"/>
                <a:cs typeface="Tahoma"/>
              </a:defRPr>
            </a:pPr>
            <a:r>
              <a:rPr sz="2700" b="1" i="0">
                <a:solidFill>
                  <a:srgbClr val="0B2A4A"/>
                </a:solidFill>
                <a:latin typeface="Tahoma"/>
                <a:ea typeface="Tahoma"/>
                <a:cs typeface="Tahoma"/>
              </a:rPr>
              <a:t>เหตุการณ์มาเมื่อไร CPU ค่อยตอบสนอง [5][8]</a:t>
            </a:r>
          </a:p>
        </p:txBody>
      </p:sp>
      <p:sp>
        <p:nvSpPr>
          <p:cNvPr id="4" name="">
            <a:extLst xmlns:a="http://schemas.openxmlformats.org/drawingml/2006/main">
              <a:ext uri="{FF2B5EF4-FFF2-40B4-BE49-F238E27FC236}">
                <a16:creationId xmlns:a16="http://schemas.microsoft.com/office/drawing/2014/main" id="{13634B2A-4D5B-4867-9D18-EA61E1CCB1B4}"/>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02</a:t>
            </a:r>
          </a:p>
        </p:txBody>
      </p:sp>
      <p:sp>
        <p:nvSpPr>
          <p:cNvPr id="5" name="">
            <a:extLst xmlns:a="http://schemas.openxmlformats.org/drawingml/2006/main">
              <a:ext uri="{FF2B5EF4-FFF2-40B4-BE49-F238E27FC236}">
                <a16:creationId xmlns:a16="http://schemas.microsoft.com/office/drawing/2014/main" id="{96472EA3-D50B-4105-A6D3-FE95C755E5C9}"/>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DC14C57C-21F2-4A84-9B35-616D1C8BE543}"/>
              </a:ext>
            </a:extLst>
          </p:cNvPr>
          <p:cNvSpPr>
            <a:spLocks xmlns:a="http://schemas.openxmlformats.org/drawingml/2006/main" noGrp="1"/>
          </p:cNvSpPr>
          <p:nvPr/>
        </p:nvSpPr>
        <p:spPr>
          <a:xfrm xmlns:a="http://schemas.openxmlformats.org/drawingml/2006/main">
            <a:off x="4914900" y="2190750"/>
            <a:ext cx="2381250" cy="2381250"/>
          </a:xfrm>
          <a:prstGeom xmlns:a="http://schemas.openxmlformats.org/drawingml/2006/main" prst="ellipse">
            <a:avLst/>
          </a:prstGeom>
          <a:solidFill xmlns:a="http://schemas.openxmlformats.org/drawingml/2006/main">
            <a:srgbClr val="0B2A4A"/>
          </a:solidFill>
          <a:ln xmlns:a="http://schemas.openxmlformats.org/drawingml/2006/main" w="9525">
            <a:solidFill>
              <a:srgbClr val="0B2A4A"/>
            </a:solidFill>
            <a:prstDash val="solid"/>
          </a:ln>
        </p:spPr>
      </p:sp>
      <p:sp>
        <p:nvSpPr>
          <p:cNvPr id="7" name="">
            <a:extLst xmlns:a="http://schemas.openxmlformats.org/drawingml/2006/main">
              <a:ext uri="{FF2B5EF4-FFF2-40B4-BE49-F238E27FC236}">
                <a16:creationId xmlns:a16="http://schemas.microsoft.com/office/drawing/2014/main" id="{159D7DC0-86E4-4563-92B4-59FA79373E5C}"/>
              </a:ext>
            </a:extLst>
          </p:cNvPr>
          <p:cNvSpPr>
            <a:spLocks xmlns:a="http://schemas.openxmlformats.org/drawingml/2006/main" noGrp="1"/>
          </p:cNvSpPr>
          <p:nvPr/>
        </p:nvSpPr>
        <p:spPr>
          <a:xfrm xmlns:a="http://schemas.openxmlformats.org/drawingml/2006/main">
            <a:off x="4914900" y="28003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2025" b="1" i="0">
                <a:solidFill>
                  <a:srgbClr val="FFFFFF"/>
                </a:solidFill>
                <a:latin typeface="Tahoma"/>
                <a:ea typeface="Tahoma"/>
                <a:cs typeface="Tahoma"/>
              </a:defRPr>
            </a:pPr>
            <a:r>
              <a:rPr sz="2025" b="1" i="0">
                <a:solidFill>
                  <a:srgbClr val="FFFFFF"/>
                </a:solidFill>
                <a:latin typeface="Tahoma"/>
                <a:ea typeface="Tahoma"/>
                <a:cs typeface="Tahoma"/>
              </a:rPr>
              <a:t>MAIN TASK</a:t>
            </a:r>
          </a:p>
        </p:txBody>
      </p:sp>
      <p:sp>
        <p:nvSpPr>
          <p:cNvPr id="8" name="">
            <a:extLst xmlns:a="http://schemas.openxmlformats.org/drawingml/2006/main">
              <a:ext uri="{FF2B5EF4-FFF2-40B4-BE49-F238E27FC236}">
                <a16:creationId xmlns:a16="http://schemas.microsoft.com/office/drawing/2014/main" id="{6D494D5E-C735-4CA5-9731-AA3ECA2AFDA1}"/>
              </a:ext>
            </a:extLst>
          </p:cNvPr>
          <p:cNvSpPr>
            <a:spLocks xmlns:a="http://schemas.openxmlformats.org/drawingml/2006/main" noGrp="1"/>
          </p:cNvSpPr>
          <p:nvPr/>
        </p:nvSpPr>
        <p:spPr>
          <a:xfrm xmlns:a="http://schemas.openxmlformats.org/drawingml/2006/main">
            <a:off x="4914900" y="32956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0" i="0">
                <a:solidFill>
                  <a:srgbClr val="FFFFFF"/>
                </a:solidFill>
                <a:latin typeface="Tahoma"/>
                <a:ea typeface="Tahoma"/>
                <a:cs typeface="Tahoma"/>
              </a:defRPr>
            </a:pPr>
            <a:r>
              <a:rPr sz="1275" b="0" i="0">
                <a:solidFill>
                  <a:srgbClr val="FFFFFF"/>
                </a:solidFill>
                <a:latin typeface="Tahoma"/>
                <a:ea typeface="Tahoma"/>
                <a:cs typeface="Tahoma"/>
              </a:rPr>
              <a:t>ไถนา • ทำงานหลัก</a:t>
            </a:r>
          </a:p>
        </p:txBody>
      </p:sp>
      <p:sp>
        <p:nvSpPr>
          <p:cNvPr id="9" name="">
            <a:extLst xmlns:a="http://schemas.openxmlformats.org/drawingml/2006/main">
              <a:ext uri="{FF2B5EF4-FFF2-40B4-BE49-F238E27FC236}">
                <a16:creationId xmlns:a16="http://schemas.microsoft.com/office/drawing/2014/main" id="{C5B69966-6075-4B15-AB55-14E6867FD07D}"/>
              </a:ext>
            </a:extLst>
          </p:cNvPr>
          <p:cNvSpPr>
            <a:spLocks xmlns:a="http://schemas.openxmlformats.org/drawingml/2006/main" noGrp="1"/>
          </p:cNvSpPr>
          <p:nvPr/>
        </p:nvSpPr>
        <p:spPr>
          <a:xfrm xmlns:a="http://schemas.openxmlformats.org/drawingml/2006/main">
            <a:off x="857250" y="1790700"/>
            <a:ext cx="2667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9050">
            <a:solidFill>
              <a:srgbClr val="1677A7"/>
            </a:solidFill>
            <a:prstDash val="solid"/>
          </a:ln>
        </p:spPr>
      </p:sp>
      <p:sp>
        <p:nvSpPr>
          <p:cNvPr id="10" name="">
            <a:extLst xmlns:a="http://schemas.openxmlformats.org/drawingml/2006/main">
              <a:ext uri="{FF2B5EF4-FFF2-40B4-BE49-F238E27FC236}">
                <a16:creationId xmlns:a16="http://schemas.microsoft.com/office/drawing/2014/main" id="{01FF262B-CB9D-4222-B230-9BA4F76A8CB4}"/>
              </a:ext>
            </a:extLst>
          </p:cNvPr>
          <p:cNvSpPr>
            <a:spLocks xmlns:a="http://schemas.openxmlformats.org/drawingml/2006/main" noGrp="1"/>
          </p:cNvSpPr>
          <p:nvPr/>
        </p:nvSpPr>
        <p:spPr>
          <a:xfrm xmlns:a="http://schemas.openxmlformats.org/drawingml/2006/main">
            <a:off x="1009650" y="1905000"/>
            <a:ext cx="2362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INTERRUPT [8]</a:t>
            </a:r>
          </a:p>
        </p:txBody>
      </p:sp>
      <p:sp>
        <p:nvSpPr>
          <p:cNvPr id="11" name="">
            <a:extLst xmlns:a="http://schemas.openxmlformats.org/drawingml/2006/main">
              <a:ext uri="{FF2B5EF4-FFF2-40B4-BE49-F238E27FC236}">
                <a16:creationId xmlns:a16="http://schemas.microsoft.com/office/drawing/2014/main" id="{5DF5776B-3A12-47A3-9586-07794A71D5AB}"/>
              </a:ext>
            </a:extLst>
          </p:cNvPr>
          <p:cNvSpPr>
            <a:spLocks xmlns:a="http://schemas.openxmlformats.org/drawingml/2006/main" noGrp="1"/>
          </p:cNvSpPr>
          <p:nvPr/>
        </p:nvSpPr>
        <p:spPr>
          <a:xfrm xmlns:a="http://schemas.openxmlformats.org/drawingml/2006/main">
            <a:off x="1009650" y="2209800"/>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เสียงไก่ดัง → หยุดไถ</a:t>
            </a:r>
          </a:p>
          <a:p xmlns:a="http://schemas.openxmlformats.org/drawingml/2006/main">
            <a:pPr algn="l">
              <a:lnSpc>
                <a:spcPct val="110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ไปจัดการชั่วคราว</a:t>
            </a:r>
          </a:p>
        </p:txBody>
      </p:sp>
      <p:sp>
        <p:nvSpPr>
          <p:cNvPr id="12" name="">
            <a:extLst xmlns:a="http://schemas.openxmlformats.org/drawingml/2006/main">
              <a:ext uri="{FF2B5EF4-FFF2-40B4-BE49-F238E27FC236}">
                <a16:creationId xmlns:a16="http://schemas.microsoft.com/office/drawing/2014/main" id="{C5526A0A-8037-4955-B15E-4A8A8ED19FE2}"/>
              </a:ext>
            </a:extLst>
          </p:cNvPr>
          <p:cNvSpPr>
            <a:spLocks xmlns:a="http://schemas.openxmlformats.org/drawingml/2006/main" noGrp="1"/>
          </p:cNvSpPr>
          <p:nvPr/>
        </p:nvSpPr>
        <p:spPr>
          <a:xfrm xmlns:a="http://schemas.openxmlformats.org/drawingml/2006/main">
            <a:off x="8667750" y="1790700"/>
            <a:ext cx="2667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9050">
            <a:solidFill>
              <a:srgbClr val="C6473A"/>
            </a:solidFill>
            <a:prstDash val="solid"/>
          </a:ln>
        </p:spPr>
      </p:sp>
      <p:sp>
        <p:nvSpPr>
          <p:cNvPr id="13" name="">
            <a:extLst xmlns:a="http://schemas.openxmlformats.org/drawingml/2006/main">
              <a:ext uri="{FF2B5EF4-FFF2-40B4-BE49-F238E27FC236}">
                <a16:creationId xmlns:a16="http://schemas.microsoft.com/office/drawing/2014/main" id="{D09ECCCE-7DC1-4280-A2B2-8EF0B3ECC172}"/>
              </a:ext>
            </a:extLst>
          </p:cNvPr>
          <p:cNvSpPr>
            <a:spLocks xmlns:a="http://schemas.openxmlformats.org/drawingml/2006/main" noGrp="1"/>
          </p:cNvSpPr>
          <p:nvPr/>
        </p:nvSpPr>
        <p:spPr>
          <a:xfrm xmlns:a="http://schemas.openxmlformats.org/drawingml/2006/main">
            <a:off x="8820150" y="1905000"/>
            <a:ext cx="2362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1" i="0">
                <a:solidFill>
                  <a:srgbClr val="D1493F"/>
                </a:solidFill>
                <a:latin typeface="Tahoma"/>
                <a:ea typeface="Tahoma"/>
                <a:cs typeface="Tahoma"/>
              </a:defRPr>
            </a:pPr>
            <a:r>
              <a:rPr sz="1200" b="1" i="0">
                <a:solidFill>
                  <a:srgbClr val="D1493F"/>
                </a:solidFill>
                <a:latin typeface="Tahoma"/>
                <a:ea typeface="Tahoma"/>
                <a:cs typeface="Tahoma"/>
              </a:rPr>
              <a:t>ตรวจซ้ำ (POLLING) [5]</a:t>
            </a:r>
          </a:p>
        </p:txBody>
      </p:sp>
      <p:sp>
        <p:nvSpPr>
          <p:cNvPr id="14" name="">
            <a:extLst xmlns:a="http://schemas.openxmlformats.org/drawingml/2006/main">
              <a:ext uri="{FF2B5EF4-FFF2-40B4-BE49-F238E27FC236}">
                <a16:creationId xmlns:a16="http://schemas.microsoft.com/office/drawing/2014/main" id="{5E340D96-BF79-4744-BEB2-40E39E5804AB}"/>
              </a:ext>
            </a:extLst>
          </p:cNvPr>
          <p:cNvSpPr>
            <a:spLocks xmlns:a="http://schemas.openxmlformats.org/drawingml/2006/main" noGrp="1"/>
          </p:cNvSpPr>
          <p:nvPr/>
        </p:nvSpPr>
        <p:spPr>
          <a:xfrm xmlns:a="http://schemas.openxmlformats.org/drawingml/2006/main">
            <a:off x="8820150" y="2209800"/>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หยุดไถไปตรวจเล้า</a:t>
            </a:r>
          </a:p>
          <a:p xmlns:a="http://schemas.openxmlformats.org/drawingml/2006/main">
            <a:pPr algn="l">
              <a:lnSpc>
                <a:spcPct val="110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ทุกช่วงเวลา</a:t>
            </a:r>
          </a:p>
        </p:txBody>
      </p:sp>
      <p:sp>
        <p:nvSpPr>
          <p:cNvPr id="15" name="">
            <a:extLst xmlns:a="http://schemas.openxmlformats.org/drawingml/2006/main">
              <a:ext uri="{FF2B5EF4-FFF2-40B4-BE49-F238E27FC236}">
                <a16:creationId xmlns:a16="http://schemas.microsoft.com/office/drawing/2014/main" id="{B1DCB1FF-9532-4B6B-A719-168E7154B541}"/>
              </a:ext>
            </a:extLst>
          </p:cNvPr>
          <p:cNvSpPr>
            <a:spLocks xmlns:a="http://schemas.openxmlformats.org/drawingml/2006/main" noGrp="1"/>
          </p:cNvSpPr>
          <p:nvPr/>
        </p:nvSpPr>
        <p:spPr>
          <a:xfrm xmlns:a="http://schemas.openxmlformats.org/drawingml/2006/main">
            <a:off x="857250" y="4333875"/>
            <a:ext cx="2667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9050">
            <a:solidFill>
              <a:srgbClr val="D97706"/>
            </a:solidFill>
            <a:prstDash val="solid"/>
          </a:ln>
        </p:spPr>
      </p:sp>
      <p:sp>
        <p:nvSpPr>
          <p:cNvPr id="16" name="">
            <a:extLst xmlns:a="http://schemas.openxmlformats.org/drawingml/2006/main">
              <a:ext uri="{FF2B5EF4-FFF2-40B4-BE49-F238E27FC236}">
                <a16:creationId xmlns:a16="http://schemas.microsoft.com/office/drawing/2014/main" id="{B51706B0-EDDE-46CE-97EA-21C0F8490B1E}"/>
              </a:ext>
            </a:extLst>
          </p:cNvPr>
          <p:cNvSpPr>
            <a:spLocks xmlns:a="http://schemas.openxmlformats.org/drawingml/2006/main" noGrp="1"/>
          </p:cNvSpPr>
          <p:nvPr/>
        </p:nvSpPr>
        <p:spPr>
          <a:xfrm xmlns:a="http://schemas.openxmlformats.org/drawingml/2006/main">
            <a:off x="1009650" y="4448175"/>
            <a:ext cx="2362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1" i="0">
                <a:solidFill>
                  <a:srgbClr val="DE7B00"/>
                </a:solidFill>
                <a:latin typeface="Tahoma"/>
                <a:ea typeface="Tahoma"/>
                <a:cs typeface="Tahoma"/>
              </a:defRPr>
            </a:pPr>
            <a:r>
              <a:rPr sz="1200" b="1" i="0">
                <a:solidFill>
                  <a:srgbClr val="DE7B00"/>
                </a:solidFill>
                <a:latin typeface="Tahoma"/>
                <a:ea typeface="Tahoma"/>
                <a:cs typeface="Tahoma"/>
              </a:rPr>
              <a:t>EVENT SOURCES [2][6]</a:t>
            </a:r>
          </a:p>
        </p:txBody>
      </p:sp>
      <p:sp>
        <p:nvSpPr>
          <p:cNvPr id="17" name="">
            <a:extLst xmlns:a="http://schemas.openxmlformats.org/drawingml/2006/main">
              <a:ext uri="{FF2B5EF4-FFF2-40B4-BE49-F238E27FC236}">
                <a16:creationId xmlns:a16="http://schemas.microsoft.com/office/drawing/2014/main" id="{0169F148-CA3D-4AFC-8F56-9D5ED26D935C}"/>
              </a:ext>
            </a:extLst>
          </p:cNvPr>
          <p:cNvSpPr>
            <a:spLocks xmlns:a="http://schemas.openxmlformats.org/drawingml/2006/main" noGrp="1"/>
          </p:cNvSpPr>
          <p:nvPr/>
        </p:nvSpPr>
        <p:spPr>
          <a:xfrm xmlns:a="http://schemas.openxmlformats.org/drawingml/2006/main">
            <a:off x="1009650" y="4752975"/>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Timer • Peripheral</a:t>
            </a:r>
          </a:p>
          <a:p xmlns:a="http://schemas.openxmlformats.org/drawingml/2006/main">
            <a:pPr algn="l">
              <a:lnSpc>
                <a:spcPct val="110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INT0/INT1 • PCINT</a:t>
            </a:r>
          </a:p>
        </p:txBody>
      </p:sp>
      <p:sp>
        <p:nvSpPr>
          <p:cNvPr id="18" name="">
            <a:extLst xmlns:a="http://schemas.openxmlformats.org/drawingml/2006/main">
              <a:ext uri="{FF2B5EF4-FFF2-40B4-BE49-F238E27FC236}">
                <a16:creationId xmlns:a16="http://schemas.microsoft.com/office/drawing/2014/main" id="{F0F1D5AE-D494-4E22-B2AC-CA475104A590}"/>
              </a:ext>
            </a:extLst>
          </p:cNvPr>
          <p:cNvSpPr>
            <a:spLocks xmlns:a="http://schemas.openxmlformats.org/drawingml/2006/main" noGrp="1"/>
          </p:cNvSpPr>
          <p:nvPr/>
        </p:nvSpPr>
        <p:spPr>
          <a:xfrm xmlns:a="http://schemas.openxmlformats.org/drawingml/2006/main">
            <a:off x="8667750" y="4333875"/>
            <a:ext cx="2667000" cy="933450"/>
          </a:xfrm>
          <a:prstGeom xmlns:a="http://schemas.openxmlformats.org/drawingml/2006/main" prst="roundRect">
            <a:avLst>
              <a:gd name="adj" fmla="val 12245"/>
            </a:avLst>
          </a:prstGeom>
          <a:solidFill xmlns:a="http://schemas.openxmlformats.org/drawingml/2006/main">
            <a:srgbClr val="FFFFFF"/>
          </a:solidFill>
          <a:ln xmlns:a="http://schemas.openxmlformats.org/drawingml/2006/main" w="19050">
            <a:solidFill>
              <a:srgbClr val="2E7D5B"/>
            </a:solidFill>
            <a:prstDash val="solid"/>
          </a:ln>
        </p:spPr>
      </p:sp>
      <p:sp>
        <p:nvSpPr>
          <p:cNvPr id="19" name="">
            <a:extLst xmlns:a="http://schemas.openxmlformats.org/drawingml/2006/main">
              <a:ext uri="{FF2B5EF4-FFF2-40B4-BE49-F238E27FC236}">
                <a16:creationId xmlns:a16="http://schemas.microsoft.com/office/drawing/2014/main" id="{A8FC98CB-69B1-46F2-9743-CA67CC8BC123}"/>
              </a:ext>
            </a:extLst>
          </p:cNvPr>
          <p:cNvSpPr>
            <a:spLocks xmlns:a="http://schemas.openxmlformats.org/drawingml/2006/main" noGrp="1"/>
          </p:cNvSpPr>
          <p:nvPr/>
        </p:nvSpPr>
        <p:spPr>
          <a:xfrm xmlns:a="http://schemas.openxmlformats.org/drawingml/2006/main">
            <a:off x="8820150" y="4448175"/>
            <a:ext cx="2362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2D8B67"/>
                </a:solidFill>
                <a:latin typeface="Tahoma"/>
                <a:ea typeface="Tahoma"/>
                <a:cs typeface="Tahoma"/>
              </a:defRPr>
            </a:pPr>
            <a:r>
              <a:rPr sz="1275" b="1" i="0">
                <a:solidFill>
                  <a:srgbClr val="2D8B67"/>
                </a:solidFill>
                <a:latin typeface="Tahoma"/>
                <a:ea typeface="Tahoma"/>
                <a:cs typeface="Tahoma"/>
              </a:rPr>
              <a:t>RESUME [5][7]</a:t>
            </a:r>
          </a:p>
        </p:txBody>
      </p:sp>
      <p:sp>
        <p:nvSpPr>
          <p:cNvPr id="20" name="">
            <a:extLst xmlns:a="http://schemas.openxmlformats.org/drawingml/2006/main">
              <a:ext uri="{FF2B5EF4-FFF2-40B4-BE49-F238E27FC236}">
                <a16:creationId xmlns:a16="http://schemas.microsoft.com/office/drawing/2014/main" id="{AC3B2FB4-44BD-49BB-B819-62373591B482}"/>
              </a:ext>
            </a:extLst>
          </p:cNvPr>
          <p:cNvSpPr>
            <a:spLocks xmlns:a="http://schemas.openxmlformats.org/drawingml/2006/main" noGrp="1"/>
          </p:cNvSpPr>
          <p:nvPr/>
        </p:nvSpPr>
        <p:spPr>
          <a:xfrm xmlns:a="http://schemas.openxmlformats.org/drawingml/2006/main">
            <a:off x="8820150" y="4752975"/>
            <a:ext cx="2362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จัดการเหตุ → กลับมา</a:t>
            </a:r>
          </a:p>
          <a:p xmlns:a="http://schemas.openxmlformats.org/drawingml/2006/main">
            <a:pPr algn="l">
              <a:lnSpc>
                <a:spcPct val="110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ทำงานหลักต่อ</a:t>
            </a:r>
          </a:p>
        </p:txBody>
      </p:sp>
      <p:cxnSp>
        <p:nvCxnSpPr>
          <p:cNvPr id="174" name=""/>
          <p:cNvCxnSpPr>
            <a:stCxn xmlns:a="http://schemas.openxmlformats.org/drawingml/2006/main" id="9" idx="3"/>
            <a:endCxn xmlns:a="http://schemas.openxmlformats.org/drawingml/2006/main" id="6" idx="2"/>
          </p:cNvCxnSpPr>
          <p:nvPr/>
        </p:nvCxnSpPr>
        <p:spPr>
          <a:xfrm xmlns:a="http://schemas.openxmlformats.org/drawingml/2006/main">
            <a:off x="3524250" y="2257425"/>
            <a:ext cx="1390650" cy="1123950"/>
          </a:xfrm>
          <a:prstGeom xmlns:a="http://schemas.openxmlformats.org/drawingml/2006/main" prst="straightConnector1">
            <a:avLst/>
          </a:prstGeom>
          <a:ln xmlns:a="http://schemas.openxmlformats.org/drawingml/2006/main" w="19050">
            <a:solidFill>
              <a:srgbClr val="1677A7"/>
            </a:solidFill>
            <a:prstDash val="solid"/>
            <a:headEnd type="none" w="med" len="med"/>
            <a:tailEnd type="none" w="med" len="med"/>
          </a:ln>
        </p:spPr>
      </p:cxnSp>
      <p:cxnSp>
        <p:nvCxnSpPr>
          <p:cNvPr id="175" name=""/>
          <p:cNvCxnSpPr>
            <a:stCxn xmlns:a="http://schemas.openxmlformats.org/drawingml/2006/main" id="12" idx="1"/>
            <a:endCxn xmlns:a="http://schemas.openxmlformats.org/drawingml/2006/main" id="6" idx="6"/>
          </p:cNvCxnSpPr>
          <p:nvPr/>
        </p:nvCxnSpPr>
        <p:spPr>
          <a:xfrm xmlns:a="http://schemas.openxmlformats.org/drawingml/2006/main" flipH="1">
            <a:off x="7296150" y="2257425"/>
            <a:ext cx="1371600" cy="1123950"/>
          </a:xfrm>
          <a:prstGeom xmlns:a="http://schemas.openxmlformats.org/drawingml/2006/main" prst="straightConnector1">
            <a:avLst/>
          </a:prstGeom>
          <a:ln xmlns:a="http://schemas.openxmlformats.org/drawingml/2006/main" w="19050">
            <a:solidFill>
              <a:srgbClr val="C6473A"/>
            </a:solidFill>
            <a:prstDash val="solid"/>
            <a:headEnd type="none" w="med" len="med"/>
            <a:tailEnd type="none" w="med" len="med"/>
          </a:ln>
        </p:spPr>
      </p:cxnSp>
      <p:cxnSp>
        <p:nvCxnSpPr>
          <p:cNvPr id="176" name=""/>
          <p:cNvCxnSpPr>
            <a:stCxn xmlns:a="http://schemas.openxmlformats.org/drawingml/2006/main" id="15" idx="3"/>
            <a:endCxn xmlns:a="http://schemas.openxmlformats.org/drawingml/2006/main" id="6" idx="2"/>
          </p:cNvCxnSpPr>
          <p:nvPr/>
        </p:nvCxnSpPr>
        <p:spPr>
          <a:xfrm xmlns:a="http://schemas.openxmlformats.org/drawingml/2006/main" flipV="1">
            <a:off x="3524250" y="3381375"/>
            <a:ext cx="1390650" cy="1419225"/>
          </a:xfrm>
          <a:prstGeom xmlns:a="http://schemas.openxmlformats.org/drawingml/2006/main" prst="straightConnector1">
            <a:avLst/>
          </a:prstGeom>
          <a:ln xmlns:a="http://schemas.openxmlformats.org/drawingml/2006/main" w="19050">
            <a:solidFill>
              <a:srgbClr val="D97706"/>
            </a:solidFill>
            <a:prstDash val="solid"/>
            <a:headEnd type="none" w="med" len="med"/>
            <a:tailEnd type="none" w="med" len="med"/>
          </a:ln>
        </p:spPr>
      </p:cxnSp>
      <p:cxnSp>
        <p:nvCxnSpPr>
          <p:cNvPr id="177" name=""/>
          <p:cNvCxnSpPr>
            <a:stCxn xmlns:a="http://schemas.openxmlformats.org/drawingml/2006/main" id="18" idx="1"/>
            <a:endCxn xmlns:a="http://schemas.openxmlformats.org/drawingml/2006/main" id="6" idx="6"/>
          </p:cNvCxnSpPr>
          <p:nvPr/>
        </p:nvCxnSpPr>
        <p:spPr>
          <a:xfrm xmlns:a="http://schemas.openxmlformats.org/drawingml/2006/main" flipH="1" flipV="1">
            <a:off x="7296150" y="3381375"/>
            <a:ext cx="1371600" cy="1419225"/>
          </a:xfrm>
          <a:prstGeom xmlns:a="http://schemas.openxmlformats.org/drawingml/2006/main" prst="straightConnector1">
            <a:avLst/>
          </a:prstGeom>
          <a:ln xmlns:a="http://schemas.openxmlformats.org/drawingml/2006/main" w="19050">
            <a:solidFill>
              <a:srgbClr val="2E7D5B"/>
            </a:solidFill>
            <a:prstDash val="solid"/>
            <a:headEnd type="none" w="med" len="med"/>
            <a:tailEnd type="none" w="med" len="med"/>
          </a:ln>
        </p:spPr>
      </p:cxnSp>
      <p:sp>
        <p:nvSpPr>
          <p:cNvPr id="25" name="">
            <a:extLst xmlns:a="http://schemas.openxmlformats.org/drawingml/2006/main">
              <a:ext uri="{FF2B5EF4-FFF2-40B4-BE49-F238E27FC236}">
                <a16:creationId xmlns:a16="http://schemas.microsoft.com/office/drawing/2014/main" id="{540F133B-8AA6-4E33-9FCB-05FD392AD4AD}"/>
              </a:ext>
            </a:extLst>
          </p:cNvPr>
          <p:cNvSpPr>
            <a:spLocks xmlns:a="http://schemas.openxmlformats.org/drawingml/2006/main" noGrp="1"/>
          </p:cNvSpPr>
          <p:nvPr/>
        </p:nvSpPr>
        <p:spPr>
          <a:xfrm xmlns:a="http://schemas.openxmlformats.org/drawingml/2006/main">
            <a:off x="1524000" y="5715000"/>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800" b="1" i="0">
                <a:solidFill>
                  <a:srgbClr val="0B2A4A"/>
                </a:solidFill>
                <a:latin typeface="Tahoma"/>
                <a:ea typeface="Tahoma"/>
                <a:cs typeface="Tahoma"/>
              </a:defRPr>
            </a:pPr>
            <a:r>
              <a:rPr sz="1800" b="1" i="0">
                <a:solidFill>
                  <a:srgbClr val="0B2A4A"/>
                </a:solidFill>
                <a:latin typeface="Tahoma"/>
                <a:ea typeface="Tahoma"/>
                <a:cs typeface="Tahoma"/>
              </a:rPr>
              <a:t>ขัดจังหวะเมื่อจำเป็น - ไม่หยุดตรวจซ้ำ [5][8]</a:t>
            </a:r>
          </a:p>
        </p:txBody>
      </p:sp>
      <p:sp>
        <p:nvSpPr>
          <p:cNvPr id="26" name="">
            <a:extLst xmlns:a="http://schemas.openxmlformats.org/drawingml/2006/main">
              <a:ext uri="{FF2B5EF4-FFF2-40B4-BE49-F238E27FC236}">
                <a16:creationId xmlns:a16="http://schemas.microsoft.com/office/drawing/2014/main" id="{45BDC627-07C5-4BB4-8615-117A5894AF41}"/>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7" name="">
            <a:extLst xmlns:a="http://schemas.openxmlformats.org/drawingml/2006/main">
              <a:ext uri="{FF2B5EF4-FFF2-40B4-BE49-F238E27FC236}">
                <a16:creationId xmlns:a16="http://schemas.microsoft.com/office/drawing/2014/main" id="{A0D65657-B7F5-4F21-A10B-1CE1796B2A52}"/>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825" b="0" i="0">
                <a:solidFill>
                  <a:srgbClr val="667382"/>
                </a:solidFill>
                <a:latin typeface="Tahoma"/>
                <a:ea typeface="Tahoma"/>
                <a:cs typeface="Tahoma"/>
              </a:defRPr>
            </a:pPr>
            <a:r>
              <a:rPr sz="825" b="0" i="0">
                <a:solidFill>
                  <a:srgbClr val="667382"/>
                </a:solidFill>
                <a:latin typeface="Tahoma"/>
                <a:ea typeface="Tahoma"/>
                <a:cs typeface="Tahoma"/>
              </a:rPr>
              <a:t>อ้างอิงหัวข้อ: [2] Lecture 2 หน้า 2-3 • [5] Mazidi หน้า 375 • [8] Valvano หน้า 208</a:t>
            </a:r>
          </a:p>
        </p:txBody>
      </p:sp>
      <p:sp>
        <p:nvSpPr>
          <p:cNvPr id="28" name="">
            <a:extLst xmlns:a="http://schemas.openxmlformats.org/drawingml/2006/main">
              <a:ext uri="{FF2B5EF4-FFF2-40B4-BE49-F238E27FC236}">
                <a16:creationId xmlns:a16="http://schemas.microsoft.com/office/drawing/2014/main" id="{0EA5C958-2F80-4987-9C64-1189C54ED008}"/>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825" b="0" i="0">
                <a:solidFill>
                  <a:srgbClr val="667382"/>
                </a:solidFill>
                <a:latin typeface="Tahoma"/>
                <a:ea typeface="Tahoma"/>
                <a:cs typeface="Tahoma"/>
              </a:defRPr>
            </a:pPr>
            <a:r>
              <a:rPr sz="825" b="0" i="0">
                <a:solidFill>
                  <a:srgbClr val="667382"/>
                </a:solidFill>
                <a:latin typeface="Tahoma"/>
                <a:ea typeface="Tahoma"/>
                <a:cs typeface="Tahoma"/>
              </a:rPr>
              <a:t>305341 • ธีรภัทร 66362416 • 02</a:t>
            </a:r>
          </a:p>
        </p:txBody>
      </p:sp>
    </p:spTree>
    <p:extLst>
      <p:ext uri="{BB962C8B-B14F-4D97-AF65-F5344CB8AC3E}">
        <p14:creationId xmlns:p14="http://schemas.microsoft.com/office/powerpoint/2010/main" val="1262229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57C69CDA-8F42-45E4-8EBC-D4404B8E4F6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47DFA52B-7336-4E6C-8E26-97BC45A6DD62}"/>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กลไก • การทำงาน</a:t>
            </a:r>
          </a:p>
        </p:txBody>
      </p:sp>
      <p:sp>
        <p:nvSpPr>
          <p:cNvPr id="3" name="">
            <a:extLst xmlns:a="http://schemas.openxmlformats.org/drawingml/2006/main">
              <a:ext uri="{FF2B5EF4-FFF2-40B4-BE49-F238E27FC236}">
                <a16:creationId xmlns:a16="http://schemas.microsoft.com/office/drawing/2014/main" id="{33903F68-60CB-482A-9518-248E25655D22}"/>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700" b="1" i="0">
                <a:solidFill>
                  <a:srgbClr val="0B2A4A"/>
                </a:solidFill>
                <a:latin typeface="Tahoma"/>
                <a:ea typeface="Tahoma"/>
                <a:cs typeface="Tahoma"/>
              </a:defRPr>
            </a:pPr>
            <a:r>
              <a:rPr sz="2700" b="1" i="0">
                <a:solidFill>
                  <a:srgbClr val="0B2A4A"/>
                </a:solidFill>
                <a:latin typeface="Tahoma"/>
                <a:ea typeface="Tahoma"/>
                <a:cs typeface="Tahoma"/>
              </a:rPr>
              <a:t>เส้นทาง 6 ขั้น: Event ถึง Resume [5][6][7]</a:t>
            </a:r>
          </a:p>
        </p:txBody>
      </p:sp>
      <p:sp>
        <p:nvSpPr>
          <p:cNvPr id="4" name="">
            <a:extLst xmlns:a="http://schemas.openxmlformats.org/drawingml/2006/main">
              <a:ext uri="{FF2B5EF4-FFF2-40B4-BE49-F238E27FC236}">
                <a16:creationId xmlns:a16="http://schemas.microsoft.com/office/drawing/2014/main" id="{61D6541D-C030-4F21-A0AF-602CC3195DBF}"/>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03</a:t>
            </a:r>
          </a:p>
        </p:txBody>
      </p:sp>
      <p:sp>
        <p:nvSpPr>
          <p:cNvPr id="5" name="">
            <a:extLst xmlns:a="http://schemas.openxmlformats.org/drawingml/2006/main">
              <a:ext uri="{FF2B5EF4-FFF2-40B4-BE49-F238E27FC236}">
                <a16:creationId xmlns:a16="http://schemas.microsoft.com/office/drawing/2014/main" id="{12486133-4834-4C17-BE8F-23C59418A63A}"/>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E816ECDA-D159-4818-B762-BACFE7B31D8C}"/>
              </a:ext>
            </a:extLst>
          </p:cNvPr>
          <p:cNvSpPr>
            <a:spLocks xmlns:a="http://schemas.openxmlformats.org/drawingml/2006/main" noGrp="1"/>
          </p:cNvSpPr>
          <p:nvPr/>
        </p:nvSpPr>
        <p:spPr>
          <a:xfrm xmlns:a="http://schemas.openxmlformats.org/drawingml/2006/main">
            <a:off x="876300" y="1809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1677A7"/>
            </a:solidFill>
            <a:prstDash val="solid"/>
          </a:ln>
        </p:spPr>
      </p:sp>
      <p:sp>
        <p:nvSpPr>
          <p:cNvPr id="7" name="">
            <a:extLst xmlns:a="http://schemas.openxmlformats.org/drawingml/2006/main">
              <a:ext uri="{FF2B5EF4-FFF2-40B4-BE49-F238E27FC236}">
                <a16:creationId xmlns:a16="http://schemas.microsoft.com/office/drawing/2014/main" id="{775937C4-1D2B-4403-835A-1C815F45FF47}"/>
              </a:ext>
            </a:extLst>
          </p:cNvPr>
          <p:cNvSpPr>
            <a:spLocks xmlns:a="http://schemas.openxmlformats.org/drawingml/2006/main" noGrp="1"/>
          </p:cNvSpPr>
          <p:nvPr/>
        </p:nvSpPr>
        <p:spPr>
          <a:xfrm xmlns:a="http://schemas.openxmlformats.org/drawingml/2006/main">
            <a:off x="1047750" y="1981200"/>
            <a:ext cx="400050" cy="400050"/>
          </a:xfrm>
          <a:prstGeom xmlns:a="http://schemas.openxmlformats.org/drawingml/2006/main" prst="ellipse">
            <a:avLst/>
          </a:prstGeom>
          <a:solidFill xmlns:a="http://schemas.openxmlformats.org/drawingml/2006/main">
            <a:srgbClr val="1677A7"/>
          </a:solidFill>
          <a:ln xmlns:a="http://schemas.openxmlformats.org/drawingml/2006/main" w="9525">
            <a:solidFill>
              <a:srgbClr val="1677A7"/>
            </a:solidFill>
            <a:prstDash val="solid"/>
          </a:ln>
        </p:spPr>
      </p:sp>
      <p:sp>
        <p:nvSpPr>
          <p:cNvPr id="8" name="">
            <a:extLst xmlns:a="http://schemas.openxmlformats.org/drawingml/2006/main">
              <a:ext uri="{FF2B5EF4-FFF2-40B4-BE49-F238E27FC236}">
                <a16:creationId xmlns:a16="http://schemas.microsoft.com/office/drawing/2014/main" id="{4199DD05-AF1A-4ACF-B8DA-E0B72CB22AE6}"/>
              </a:ext>
            </a:extLst>
          </p:cNvPr>
          <p:cNvSpPr>
            <a:spLocks xmlns:a="http://schemas.openxmlformats.org/drawingml/2006/main" noGrp="1"/>
          </p:cNvSpPr>
          <p:nvPr/>
        </p:nvSpPr>
        <p:spPr>
          <a:xfrm xmlns:a="http://schemas.openxmlformats.org/drawingml/2006/main">
            <a:off x="1047750" y="1981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FFFFFF"/>
                </a:solidFill>
                <a:latin typeface="Tahoma"/>
                <a:ea typeface="Tahoma"/>
                <a:cs typeface="Tahoma"/>
              </a:defRPr>
            </a:pPr>
            <a:r>
              <a:rPr sz="1425" b="1" i="0">
                <a:solidFill>
                  <a:srgbClr val="FFFFFF"/>
                </a:solidFill>
                <a:latin typeface="Tahoma"/>
                <a:ea typeface="Tahoma"/>
                <a:cs typeface="Tahoma"/>
              </a:rPr>
              <a:t>1</a:t>
            </a:r>
          </a:p>
        </p:txBody>
      </p:sp>
      <p:sp>
        <p:nvSpPr>
          <p:cNvPr id="9" name="">
            <a:extLst xmlns:a="http://schemas.openxmlformats.org/drawingml/2006/main">
              <a:ext uri="{FF2B5EF4-FFF2-40B4-BE49-F238E27FC236}">
                <a16:creationId xmlns:a16="http://schemas.microsoft.com/office/drawing/2014/main" id="{709FA57A-FC4B-44FE-8CFB-B778AAF5E9C5}"/>
              </a:ext>
            </a:extLst>
          </p:cNvPr>
          <p:cNvSpPr>
            <a:spLocks xmlns:a="http://schemas.openxmlformats.org/drawingml/2006/main" noGrp="1"/>
          </p:cNvSpPr>
          <p:nvPr/>
        </p:nvSpPr>
        <p:spPr>
          <a:xfrm xmlns:a="http://schemas.openxmlformats.org/drawingml/2006/main">
            <a:off x="1600200" y="2000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725" b="1" i="0">
                <a:solidFill>
                  <a:srgbClr val="1677A7"/>
                </a:solidFill>
                <a:latin typeface="Tahoma"/>
                <a:ea typeface="Tahoma"/>
                <a:cs typeface="Tahoma"/>
              </a:defRPr>
            </a:pPr>
            <a:r>
              <a:rPr sz="1725" b="1" i="0">
                <a:solidFill>
                  <a:srgbClr val="1677A7"/>
                </a:solidFill>
                <a:latin typeface="Tahoma"/>
                <a:ea typeface="Tahoma"/>
                <a:cs typeface="Tahoma"/>
              </a:rPr>
              <a:t>EVENT</a:t>
            </a:r>
          </a:p>
        </p:txBody>
      </p:sp>
      <p:sp>
        <p:nvSpPr>
          <p:cNvPr id="10" name="">
            <a:extLst xmlns:a="http://schemas.openxmlformats.org/drawingml/2006/main">
              <a:ext uri="{FF2B5EF4-FFF2-40B4-BE49-F238E27FC236}">
                <a16:creationId xmlns:a16="http://schemas.microsoft.com/office/drawing/2014/main" id="{C47FAB22-273A-455C-B038-25B844E4C278}"/>
              </a:ext>
            </a:extLst>
          </p:cNvPr>
          <p:cNvSpPr>
            <a:spLocks xmlns:a="http://schemas.openxmlformats.org/drawingml/2006/main" noGrp="1"/>
          </p:cNvSpPr>
          <p:nvPr/>
        </p:nvSpPr>
        <p:spPr>
          <a:xfrm xmlns:a="http://schemas.openxmlformats.org/drawingml/2006/main">
            <a:off x="1600200" y="2381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Request / Flag</a:t>
            </a:r>
          </a:p>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เข้าสถานะ Pending</a:t>
            </a:r>
          </a:p>
        </p:txBody>
      </p:sp>
      <p:sp>
        <p:nvSpPr>
          <p:cNvPr id="11" name="">
            <a:extLst xmlns:a="http://schemas.openxmlformats.org/drawingml/2006/main">
              <a:ext uri="{FF2B5EF4-FFF2-40B4-BE49-F238E27FC236}">
                <a16:creationId xmlns:a16="http://schemas.microsoft.com/office/drawing/2014/main" id="{935CF6D8-D6DA-450C-B046-440C1783C958}"/>
              </a:ext>
            </a:extLst>
          </p:cNvPr>
          <p:cNvSpPr>
            <a:spLocks xmlns:a="http://schemas.openxmlformats.org/drawingml/2006/main" noGrp="1"/>
          </p:cNvSpPr>
          <p:nvPr/>
        </p:nvSpPr>
        <p:spPr>
          <a:xfrm xmlns:a="http://schemas.openxmlformats.org/drawingml/2006/main">
            <a:off x="4591050" y="1809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0B2A4A"/>
            </a:solidFill>
            <a:prstDash val="solid"/>
          </a:ln>
        </p:spPr>
      </p:sp>
      <p:sp>
        <p:nvSpPr>
          <p:cNvPr id="12" name="">
            <a:extLst xmlns:a="http://schemas.openxmlformats.org/drawingml/2006/main">
              <a:ext uri="{FF2B5EF4-FFF2-40B4-BE49-F238E27FC236}">
                <a16:creationId xmlns:a16="http://schemas.microsoft.com/office/drawing/2014/main" id="{3825C325-8259-4C5F-B69D-ED4C0B795F10}"/>
              </a:ext>
            </a:extLst>
          </p:cNvPr>
          <p:cNvSpPr>
            <a:spLocks xmlns:a="http://schemas.openxmlformats.org/drawingml/2006/main" noGrp="1"/>
          </p:cNvSpPr>
          <p:nvPr/>
        </p:nvSpPr>
        <p:spPr>
          <a:xfrm xmlns:a="http://schemas.openxmlformats.org/drawingml/2006/main">
            <a:off x="4762500" y="1981200"/>
            <a:ext cx="400050" cy="400050"/>
          </a:xfrm>
          <a:prstGeom xmlns:a="http://schemas.openxmlformats.org/drawingml/2006/main" prst="ellipse">
            <a:avLst/>
          </a:prstGeom>
          <a:solidFill xmlns:a="http://schemas.openxmlformats.org/drawingml/2006/main">
            <a:srgbClr val="0B2A4A"/>
          </a:solidFill>
          <a:ln xmlns:a="http://schemas.openxmlformats.org/drawingml/2006/main" w="9525">
            <a:solidFill>
              <a:srgbClr val="0B2A4A"/>
            </a:solidFill>
            <a:prstDash val="solid"/>
          </a:ln>
        </p:spPr>
      </p:sp>
      <p:sp>
        <p:nvSpPr>
          <p:cNvPr id="13" name="">
            <a:extLst xmlns:a="http://schemas.openxmlformats.org/drawingml/2006/main">
              <a:ext uri="{FF2B5EF4-FFF2-40B4-BE49-F238E27FC236}">
                <a16:creationId xmlns:a16="http://schemas.microsoft.com/office/drawing/2014/main" id="{5685887E-6C72-4BAE-9A85-D80CE0EF1193}"/>
              </a:ext>
            </a:extLst>
          </p:cNvPr>
          <p:cNvSpPr>
            <a:spLocks xmlns:a="http://schemas.openxmlformats.org/drawingml/2006/main" noGrp="1"/>
          </p:cNvSpPr>
          <p:nvPr/>
        </p:nvSpPr>
        <p:spPr>
          <a:xfrm xmlns:a="http://schemas.openxmlformats.org/drawingml/2006/main">
            <a:off x="4762500" y="1981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FFFFFF"/>
                </a:solidFill>
                <a:latin typeface="Tahoma"/>
                <a:ea typeface="Tahoma"/>
                <a:cs typeface="Tahoma"/>
              </a:defRPr>
            </a:pPr>
            <a:r>
              <a:rPr sz="1425" b="1" i="0">
                <a:solidFill>
                  <a:srgbClr val="FFFFFF"/>
                </a:solidFill>
                <a:latin typeface="Tahoma"/>
                <a:ea typeface="Tahoma"/>
                <a:cs typeface="Tahoma"/>
              </a:rPr>
              <a:t>2</a:t>
            </a:r>
          </a:p>
        </p:txBody>
      </p:sp>
      <p:sp>
        <p:nvSpPr>
          <p:cNvPr id="14" name="">
            <a:extLst xmlns:a="http://schemas.openxmlformats.org/drawingml/2006/main">
              <a:ext uri="{FF2B5EF4-FFF2-40B4-BE49-F238E27FC236}">
                <a16:creationId xmlns:a16="http://schemas.microsoft.com/office/drawing/2014/main" id="{24C05B99-F84A-470B-8773-FB8CCBF072F7}"/>
              </a:ext>
            </a:extLst>
          </p:cNvPr>
          <p:cNvSpPr>
            <a:spLocks xmlns:a="http://schemas.openxmlformats.org/drawingml/2006/main" noGrp="1"/>
          </p:cNvSpPr>
          <p:nvPr/>
        </p:nvSpPr>
        <p:spPr>
          <a:xfrm xmlns:a="http://schemas.openxmlformats.org/drawingml/2006/main">
            <a:off x="5314950" y="2000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725" b="1" i="0">
                <a:solidFill>
                  <a:srgbClr val="0B2A4A"/>
                </a:solidFill>
                <a:latin typeface="Tahoma"/>
                <a:ea typeface="Tahoma"/>
                <a:cs typeface="Tahoma"/>
              </a:defRPr>
            </a:pPr>
            <a:r>
              <a:rPr sz="1725" b="1" i="0">
                <a:solidFill>
                  <a:srgbClr val="0B2A4A"/>
                </a:solidFill>
                <a:latin typeface="Tahoma"/>
                <a:ea typeface="Tahoma"/>
                <a:cs typeface="Tahoma"/>
              </a:rPr>
              <a:t>GATE</a:t>
            </a:r>
          </a:p>
        </p:txBody>
      </p:sp>
      <p:sp>
        <p:nvSpPr>
          <p:cNvPr id="15" name="">
            <a:extLst xmlns:a="http://schemas.openxmlformats.org/drawingml/2006/main">
              <a:ext uri="{FF2B5EF4-FFF2-40B4-BE49-F238E27FC236}">
                <a16:creationId xmlns:a16="http://schemas.microsoft.com/office/drawing/2014/main" id="{24905711-518E-4ABC-BA40-D8F072AAAE71}"/>
              </a:ext>
            </a:extLst>
          </p:cNvPr>
          <p:cNvSpPr>
            <a:spLocks xmlns:a="http://schemas.openxmlformats.org/drawingml/2006/main" noGrp="1"/>
          </p:cNvSpPr>
          <p:nvPr/>
        </p:nvSpPr>
        <p:spPr>
          <a:xfrm xmlns:a="http://schemas.openxmlformats.org/drawingml/2006/main">
            <a:off x="5314950" y="2381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Enable • Mask</a:t>
            </a:r>
          </a:p>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Priority ตัดสิน</a:t>
            </a:r>
          </a:p>
        </p:txBody>
      </p:sp>
      <p:sp>
        <p:nvSpPr>
          <p:cNvPr id="16" name="">
            <a:extLst xmlns:a="http://schemas.openxmlformats.org/drawingml/2006/main">
              <a:ext uri="{FF2B5EF4-FFF2-40B4-BE49-F238E27FC236}">
                <a16:creationId xmlns:a16="http://schemas.microsoft.com/office/drawing/2014/main" id="{9CD3D15B-C019-4309-89A2-14CD2B673F36}"/>
              </a:ext>
            </a:extLst>
          </p:cNvPr>
          <p:cNvSpPr>
            <a:spLocks xmlns:a="http://schemas.openxmlformats.org/drawingml/2006/main" noGrp="1"/>
          </p:cNvSpPr>
          <p:nvPr/>
        </p:nvSpPr>
        <p:spPr>
          <a:xfrm xmlns:a="http://schemas.openxmlformats.org/drawingml/2006/main">
            <a:off x="8305800" y="1809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2E7D5B"/>
            </a:solidFill>
            <a:prstDash val="solid"/>
          </a:ln>
        </p:spPr>
      </p:sp>
      <p:sp>
        <p:nvSpPr>
          <p:cNvPr id="17" name="">
            <a:extLst xmlns:a="http://schemas.openxmlformats.org/drawingml/2006/main">
              <a:ext uri="{FF2B5EF4-FFF2-40B4-BE49-F238E27FC236}">
                <a16:creationId xmlns:a16="http://schemas.microsoft.com/office/drawing/2014/main" id="{79F8BDEE-2CF6-471D-A617-0FCA218DFD54}"/>
              </a:ext>
            </a:extLst>
          </p:cNvPr>
          <p:cNvSpPr>
            <a:spLocks xmlns:a="http://schemas.openxmlformats.org/drawingml/2006/main" noGrp="1"/>
          </p:cNvSpPr>
          <p:nvPr/>
        </p:nvSpPr>
        <p:spPr>
          <a:xfrm xmlns:a="http://schemas.openxmlformats.org/drawingml/2006/main">
            <a:off x="8477250" y="1981200"/>
            <a:ext cx="400050" cy="400050"/>
          </a:xfrm>
          <a:prstGeom xmlns:a="http://schemas.openxmlformats.org/drawingml/2006/main" prst="ellipse">
            <a:avLst/>
          </a:prstGeom>
          <a:solidFill xmlns:a="http://schemas.openxmlformats.org/drawingml/2006/main">
            <a:srgbClr val="2E7D5B"/>
          </a:solidFill>
          <a:ln xmlns:a="http://schemas.openxmlformats.org/drawingml/2006/main" w="9525">
            <a:solidFill>
              <a:srgbClr val="2E7D5B"/>
            </a:solidFill>
            <a:prstDash val="solid"/>
          </a:ln>
        </p:spPr>
      </p:sp>
      <p:sp>
        <p:nvSpPr>
          <p:cNvPr id="18" name="">
            <a:extLst xmlns:a="http://schemas.openxmlformats.org/drawingml/2006/main">
              <a:ext uri="{FF2B5EF4-FFF2-40B4-BE49-F238E27FC236}">
                <a16:creationId xmlns:a16="http://schemas.microsoft.com/office/drawing/2014/main" id="{BB6E54AF-A368-4617-AA26-98F5FB70D156}"/>
              </a:ext>
            </a:extLst>
          </p:cNvPr>
          <p:cNvSpPr>
            <a:spLocks xmlns:a="http://schemas.openxmlformats.org/drawingml/2006/main" noGrp="1"/>
          </p:cNvSpPr>
          <p:nvPr/>
        </p:nvSpPr>
        <p:spPr>
          <a:xfrm xmlns:a="http://schemas.openxmlformats.org/drawingml/2006/main">
            <a:off x="8477250" y="1981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FFFFFF"/>
                </a:solidFill>
                <a:latin typeface="Tahoma"/>
                <a:ea typeface="Tahoma"/>
                <a:cs typeface="Tahoma"/>
              </a:defRPr>
            </a:pPr>
            <a:r>
              <a:rPr sz="1425" b="1" i="0">
                <a:solidFill>
                  <a:srgbClr val="FFFFFF"/>
                </a:solidFill>
                <a:latin typeface="Tahoma"/>
                <a:ea typeface="Tahoma"/>
                <a:cs typeface="Tahoma"/>
              </a:rPr>
              <a:t>3</a:t>
            </a:r>
          </a:p>
        </p:txBody>
      </p:sp>
      <p:sp>
        <p:nvSpPr>
          <p:cNvPr id="19" name="">
            <a:extLst xmlns:a="http://schemas.openxmlformats.org/drawingml/2006/main">
              <a:ext uri="{FF2B5EF4-FFF2-40B4-BE49-F238E27FC236}">
                <a16:creationId xmlns:a16="http://schemas.microsoft.com/office/drawing/2014/main" id="{5BC787F1-E052-4213-A2C7-AA04662E0A76}"/>
              </a:ext>
            </a:extLst>
          </p:cNvPr>
          <p:cNvSpPr>
            <a:spLocks xmlns:a="http://schemas.openxmlformats.org/drawingml/2006/main" noGrp="1"/>
          </p:cNvSpPr>
          <p:nvPr/>
        </p:nvSpPr>
        <p:spPr>
          <a:xfrm xmlns:a="http://schemas.openxmlformats.org/drawingml/2006/main">
            <a:off x="9029700" y="2000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725" b="1" i="0">
                <a:solidFill>
                  <a:srgbClr val="2D8B67"/>
                </a:solidFill>
                <a:latin typeface="Tahoma"/>
                <a:ea typeface="Tahoma"/>
                <a:cs typeface="Tahoma"/>
              </a:defRPr>
            </a:pPr>
            <a:r>
              <a:rPr sz="1725" b="1" i="0">
                <a:solidFill>
                  <a:srgbClr val="2D8B67"/>
                </a:solidFill>
                <a:latin typeface="Tahoma"/>
                <a:ea typeface="Tahoma"/>
                <a:cs typeface="Tahoma"/>
              </a:rPr>
              <a:t>SAVE</a:t>
            </a:r>
          </a:p>
        </p:txBody>
      </p:sp>
      <p:sp>
        <p:nvSpPr>
          <p:cNvPr id="20" name="">
            <a:extLst xmlns:a="http://schemas.openxmlformats.org/drawingml/2006/main">
              <a:ext uri="{FF2B5EF4-FFF2-40B4-BE49-F238E27FC236}">
                <a16:creationId xmlns:a16="http://schemas.microsoft.com/office/drawing/2014/main" id="{61A08D69-9BAF-44DA-9864-CF5F3EFE668A}"/>
              </a:ext>
            </a:extLst>
          </p:cNvPr>
          <p:cNvSpPr>
            <a:spLocks xmlns:a="http://schemas.openxmlformats.org/drawingml/2006/main" noGrp="1"/>
          </p:cNvSpPr>
          <p:nvPr/>
        </p:nvSpPr>
        <p:spPr>
          <a:xfrm xmlns:a="http://schemas.openxmlformats.org/drawingml/2006/main">
            <a:off x="9029700" y="2381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จบคำสั่ง • เก็บ PC</a:t>
            </a:r>
          </a:p>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และ Context ที่จำเป็น</a:t>
            </a:r>
          </a:p>
        </p:txBody>
      </p:sp>
      <p:sp>
        <p:nvSpPr>
          <p:cNvPr id="21" name="">
            <a:extLst xmlns:a="http://schemas.openxmlformats.org/drawingml/2006/main">
              <a:ext uri="{FF2B5EF4-FFF2-40B4-BE49-F238E27FC236}">
                <a16:creationId xmlns:a16="http://schemas.microsoft.com/office/drawing/2014/main" id="{7A171424-8C9A-4194-822A-90720CEC01B2}"/>
              </a:ext>
            </a:extLst>
          </p:cNvPr>
          <p:cNvSpPr>
            <a:spLocks xmlns:a="http://schemas.openxmlformats.org/drawingml/2006/main" noGrp="1"/>
          </p:cNvSpPr>
          <p:nvPr/>
        </p:nvSpPr>
        <p:spPr>
          <a:xfrm xmlns:a="http://schemas.openxmlformats.org/drawingml/2006/main">
            <a:off x="8305800" y="4095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D97706"/>
            </a:solidFill>
            <a:prstDash val="solid"/>
          </a:ln>
        </p:spPr>
      </p:sp>
      <p:sp>
        <p:nvSpPr>
          <p:cNvPr id="22" name="">
            <a:extLst xmlns:a="http://schemas.openxmlformats.org/drawingml/2006/main">
              <a:ext uri="{FF2B5EF4-FFF2-40B4-BE49-F238E27FC236}">
                <a16:creationId xmlns:a16="http://schemas.microsoft.com/office/drawing/2014/main" id="{D0852999-F059-4422-8E80-F643CEB4B3DD}"/>
              </a:ext>
            </a:extLst>
          </p:cNvPr>
          <p:cNvSpPr>
            <a:spLocks xmlns:a="http://schemas.openxmlformats.org/drawingml/2006/main" noGrp="1"/>
          </p:cNvSpPr>
          <p:nvPr/>
        </p:nvSpPr>
        <p:spPr>
          <a:xfrm xmlns:a="http://schemas.openxmlformats.org/drawingml/2006/main">
            <a:off x="8477250" y="4267200"/>
            <a:ext cx="400050" cy="40005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23" name="">
            <a:extLst xmlns:a="http://schemas.openxmlformats.org/drawingml/2006/main">
              <a:ext uri="{FF2B5EF4-FFF2-40B4-BE49-F238E27FC236}">
                <a16:creationId xmlns:a16="http://schemas.microsoft.com/office/drawing/2014/main" id="{FACAD2C2-ED20-4CA9-B2B1-8ED66F02C9BE}"/>
              </a:ext>
            </a:extLst>
          </p:cNvPr>
          <p:cNvSpPr>
            <a:spLocks xmlns:a="http://schemas.openxmlformats.org/drawingml/2006/main" noGrp="1"/>
          </p:cNvSpPr>
          <p:nvPr/>
        </p:nvSpPr>
        <p:spPr>
          <a:xfrm xmlns:a="http://schemas.openxmlformats.org/drawingml/2006/main">
            <a:off x="8477250" y="426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FFFFFF"/>
                </a:solidFill>
                <a:latin typeface="Tahoma"/>
                <a:ea typeface="Tahoma"/>
                <a:cs typeface="Tahoma"/>
              </a:defRPr>
            </a:pPr>
            <a:r>
              <a:rPr sz="1425" b="1" i="0">
                <a:solidFill>
                  <a:srgbClr val="FFFFFF"/>
                </a:solidFill>
                <a:latin typeface="Tahoma"/>
                <a:ea typeface="Tahoma"/>
                <a:cs typeface="Tahoma"/>
              </a:rPr>
              <a:t>4</a:t>
            </a:r>
          </a:p>
        </p:txBody>
      </p:sp>
      <p:sp>
        <p:nvSpPr>
          <p:cNvPr id="24" name="">
            <a:extLst xmlns:a="http://schemas.openxmlformats.org/drawingml/2006/main">
              <a:ext uri="{FF2B5EF4-FFF2-40B4-BE49-F238E27FC236}">
                <a16:creationId xmlns:a16="http://schemas.microsoft.com/office/drawing/2014/main" id="{F6DAE249-54D1-4996-B01E-4760FBAEC7D0}"/>
              </a:ext>
            </a:extLst>
          </p:cNvPr>
          <p:cNvSpPr>
            <a:spLocks xmlns:a="http://schemas.openxmlformats.org/drawingml/2006/main" noGrp="1"/>
          </p:cNvSpPr>
          <p:nvPr/>
        </p:nvSpPr>
        <p:spPr>
          <a:xfrm xmlns:a="http://schemas.openxmlformats.org/drawingml/2006/main">
            <a:off x="9029700" y="4286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725" b="1" i="0">
                <a:solidFill>
                  <a:srgbClr val="DE7B00"/>
                </a:solidFill>
                <a:latin typeface="Tahoma"/>
                <a:ea typeface="Tahoma"/>
                <a:cs typeface="Tahoma"/>
              </a:defRPr>
            </a:pPr>
            <a:r>
              <a:rPr sz="1725" b="1" i="0">
                <a:solidFill>
                  <a:srgbClr val="DE7B00"/>
                </a:solidFill>
                <a:latin typeface="Tahoma"/>
                <a:ea typeface="Tahoma"/>
                <a:cs typeface="Tahoma"/>
              </a:rPr>
              <a:t>VECTOR</a:t>
            </a:r>
          </a:p>
        </p:txBody>
      </p:sp>
      <p:sp>
        <p:nvSpPr>
          <p:cNvPr id="25" name="">
            <a:extLst xmlns:a="http://schemas.openxmlformats.org/drawingml/2006/main">
              <a:ext uri="{FF2B5EF4-FFF2-40B4-BE49-F238E27FC236}">
                <a16:creationId xmlns:a16="http://schemas.microsoft.com/office/drawing/2014/main" id="{A36D8F46-D157-487B-8BFC-D07FA914B65C}"/>
              </a:ext>
            </a:extLst>
          </p:cNvPr>
          <p:cNvSpPr>
            <a:spLocks xmlns:a="http://schemas.openxmlformats.org/drawingml/2006/main" noGrp="1"/>
          </p:cNvSpPr>
          <p:nvPr/>
        </p:nvSpPr>
        <p:spPr>
          <a:xfrm xmlns:a="http://schemas.openxmlformats.org/drawingml/2006/main">
            <a:off x="9029700" y="4667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โหลดตำแหน่ง ISR</a:t>
            </a:r>
          </a:p>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จาก Vector Table</a:t>
            </a:r>
          </a:p>
        </p:txBody>
      </p:sp>
      <p:sp>
        <p:nvSpPr>
          <p:cNvPr id="26" name="">
            <a:extLst xmlns:a="http://schemas.openxmlformats.org/drawingml/2006/main">
              <a:ext uri="{FF2B5EF4-FFF2-40B4-BE49-F238E27FC236}">
                <a16:creationId xmlns:a16="http://schemas.microsoft.com/office/drawing/2014/main" id="{80497FAE-8ADD-4581-94E7-7F89BA8A72F7}"/>
              </a:ext>
            </a:extLst>
          </p:cNvPr>
          <p:cNvSpPr>
            <a:spLocks xmlns:a="http://schemas.openxmlformats.org/drawingml/2006/main" noGrp="1"/>
          </p:cNvSpPr>
          <p:nvPr/>
        </p:nvSpPr>
        <p:spPr>
          <a:xfrm xmlns:a="http://schemas.openxmlformats.org/drawingml/2006/main">
            <a:off x="4591050" y="4095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C6473A"/>
            </a:solidFill>
            <a:prstDash val="solid"/>
          </a:ln>
        </p:spPr>
      </p:sp>
      <p:sp>
        <p:nvSpPr>
          <p:cNvPr id="27" name="">
            <a:extLst xmlns:a="http://schemas.openxmlformats.org/drawingml/2006/main">
              <a:ext uri="{FF2B5EF4-FFF2-40B4-BE49-F238E27FC236}">
                <a16:creationId xmlns:a16="http://schemas.microsoft.com/office/drawing/2014/main" id="{F7BF9F0B-66C2-4C32-979C-BBC7072B1FBD}"/>
              </a:ext>
            </a:extLst>
          </p:cNvPr>
          <p:cNvSpPr>
            <a:spLocks xmlns:a="http://schemas.openxmlformats.org/drawingml/2006/main" noGrp="1"/>
          </p:cNvSpPr>
          <p:nvPr/>
        </p:nvSpPr>
        <p:spPr>
          <a:xfrm xmlns:a="http://schemas.openxmlformats.org/drawingml/2006/main">
            <a:off x="4762500" y="4267200"/>
            <a:ext cx="400050" cy="400050"/>
          </a:xfrm>
          <a:prstGeom xmlns:a="http://schemas.openxmlformats.org/drawingml/2006/main" prst="ellipse">
            <a:avLst/>
          </a:prstGeom>
          <a:solidFill xmlns:a="http://schemas.openxmlformats.org/drawingml/2006/main">
            <a:srgbClr val="C6473A"/>
          </a:solidFill>
          <a:ln xmlns:a="http://schemas.openxmlformats.org/drawingml/2006/main" w="9525">
            <a:solidFill>
              <a:srgbClr val="C6473A"/>
            </a:solidFill>
            <a:prstDash val="solid"/>
          </a:ln>
        </p:spPr>
      </p:sp>
      <p:sp>
        <p:nvSpPr>
          <p:cNvPr id="28" name="">
            <a:extLst xmlns:a="http://schemas.openxmlformats.org/drawingml/2006/main">
              <a:ext uri="{FF2B5EF4-FFF2-40B4-BE49-F238E27FC236}">
                <a16:creationId xmlns:a16="http://schemas.microsoft.com/office/drawing/2014/main" id="{1F8F0AC4-BFA4-480B-9DF7-508E5B625C45}"/>
              </a:ext>
            </a:extLst>
          </p:cNvPr>
          <p:cNvSpPr>
            <a:spLocks xmlns:a="http://schemas.openxmlformats.org/drawingml/2006/main" noGrp="1"/>
          </p:cNvSpPr>
          <p:nvPr/>
        </p:nvSpPr>
        <p:spPr>
          <a:xfrm xmlns:a="http://schemas.openxmlformats.org/drawingml/2006/main">
            <a:off x="4762500" y="426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FFFFFF"/>
                </a:solidFill>
                <a:latin typeface="Tahoma"/>
                <a:ea typeface="Tahoma"/>
                <a:cs typeface="Tahoma"/>
              </a:defRPr>
            </a:pPr>
            <a:r>
              <a:rPr sz="1425" b="1" i="0">
                <a:solidFill>
                  <a:srgbClr val="FFFFFF"/>
                </a:solidFill>
                <a:latin typeface="Tahoma"/>
                <a:ea typeface="Tahoma"/>
                <a:cs typeface="Tahoma"/>
              </a:rPr>
              <a:t>5</a:t>
            </a:r>
          </a:p>
        </p:txBody>
      </p:sp>
      <p:sp>
        <p:nvSpPr>
          <p:cNvPr id="29" name="">
            <a:extLst xmlns:a="http://schemas.openxmlformats.org/drawingml/2006/main">
              <a:ext uri="{FF2B5EF4-FFF2-40B4-BE49-F238E27FC236}">
                <a16:creationId xmlns:a16="http://schemas.microsoft.com/office/drawing/2014/main" id="{41005BC1-277B-47F6-8605-1F3C616C6E05}"/>
              </a:ext>
            </a:extLst>
          </p:cNvPr>
          <p:cNvSpPr>
            <a:spLocks xmlns:a="http://schemas.openxmlformats.org/drawingml/2006/main" noGrp="1"/>
          </p:cNvSpPr>
          <p:nvPr/>
        </p:nvSpPr>
        <p:spPr>
          <a:xfrm xmlns:a="http://schemas.openxmlformats.org/drawingml/2006/main">
            <a:off x="5314950" y="4286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650" b="1" i="0">
                <a:solidFill>
                  <a:srgbClr val="D1493F"/>
                </a:solidFill>
                <a:latin typeface="Tahoma"/>
                <a:ea typeface="Tahoma"/>
                <a:cs typeface="Tahoma"/>
              </a:defRPr>
            </a:pPr>
            <a:r>
              <a:rPr sz="1650" b="1" i="0">
                <a:solidFill>
                  <a:srgbClr val="D1493F"/>
                </a:solidFill>
                <a:latin typeface="Tahoma"/>
                <a:ea typeface="Tahoma"/>
                <a:cs typeface="Tahoma"/>
              </a:rPr>
              <a:t>ISR / ACK</a:t>
            </a:r>
          </a:p>
        </p:txBody>
      </p:sp>
      <p:sp>
        <p:nvSpPr>
          <p:cNvPr id="30" name="">
            <a:extLst xmlns:a="http://schemas.openxmlformats.org/drawingml/2006/main">
              <a:ext uri="{FF2B5EF4-FFF2-40B4-BE49-F238E27FC236}">
                <a16:creationId xmlns:a16="http://schemas.microsoft.com/office/drawing/2014/main" id="{BB758B77-A97A-4BB8-8D1D-12947018D36F}"/>
              </a:ext>
            </a:extLst>
          </p:cNvPr>
          <p:cNvSpPr>
            <a:spLocks xmlns:a="http://schemas.openxmlformats.org/drawingml/2006/main" noGrp="1"/>
          </p:cNvSpPr>
          <p:nvPr/>
        </p:nvSpPr>
        <p:spPr>
          <a:xfrm xmlns:a="http://schemas.openxmlformats.org/drawingml/2006/main">
            <a:off x="5314950" y="4667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จัดการเหตุ • Clear</a:t>
            </a:r>
          </a:p>
          <a:p xmlns:a="http://schemas.openxmlformats.org/drawingml/2006/main">
            <a:pPr algn="l">
              <a:lnSpc>
                <a:spcPct val="115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หรือ Acknowledge แหล่งคำขอ</a:t>
            </a:r>
          </a:p>
        </p:txBody>
      </p:sp>
      <p:sp>
        <p:nvSpPr>
          <p:cNvPr id="31" name="">
            <a:extLst xmlns:a="http://schemas.openxmlformats.org/drawingml/2006/main">
              <a:ext uri="{FF2B5EF4-FFF2-40B4-BE49-F238E27FC236}">
                <a16:creationId xmlns:a16="http://schemas.microsoft.com/office/drawing/2014/main" id="{AE20DB14-870C-48AA-A6B4-799109711872}"/>
              </a:ext>
            </a:extLst>
          </p:cNvPr>
          <p:cNvSpPr>
            <a:spLocks xmlns:a="http://schemas.openxmlformats.org/drawingml/2006/main" noGrp="1"/>
          </p:cNvSpPr>
          <p:nvPr/>
        </p:nvSpPr>
        <p:spPr>
          <a:xfrm xmlns:a="http://schemas.openxmlformats.org/drawingml/2006/main">
            <a:off x="876300" y="4095750"/>
            <a:ext cx="2952750" cy="1295400"/>
          </a:xfrm>
          <a:prstGeom xmlns:a="http://schemas.openxmlformats.org/drawingml/2006/main" prst="roundRect">
            <a:avLst>
              <a:gd name="adj" fmla="val 8824"/>
            </a:avLst>
          </a:prstGeom>
          <a:solidFill xmlns:a="http://schemas.openxmlformats.org/drawingml/2006/main">
            <a:srgbClr val="F7F8FA"/>
          </a:solidFill>
          <a:ln xmlns:a="http://schemas.openxmlformats.org/drawingml/2006/main" w="19050">
            <a:solidFill>
              <a:srgbClr val="1677A7"/>
            </a:solidFill>
            <a:prstDash val="solid"/>
          </a:ln>
        </p:spPr>
      </p:sp>
      <p:sp>
        <p:nvSpPr>
          <p:cNvPr id="32" name="">
            <a:extLst xmlns:a="http://schemas.openxmlformats.org/drawingml/2006/main">
              <a:ext uri="{FF2B5EF4-FFF2-40B4-BE49-F238E27FC236}">
                <a16:creationId xmlns:a16="http://schemas.microsoft.com/office/drawing/2014/main" id="{5DE57D21-8C1E-4D94-85E6-47BADB97A78C}"/>
              </a:ext>
            </a:extLst>
          </p:cNvPr>
          <p:cNvSpPr>
            <a:spLocks xmlns:a="http://schemas.openxmlformats.org/drawingml/2006/main" noGrp="1"/>
          </p:cNvSpPr>
          <p:nvPr/>
        </p:nvSpPr>
        <p:spPr>
          <a:xfrm xmlns:a="http://schemas.openxmlformats.org/drawingml/2006/main">
            <a:off x="1047750" y="4267200"/>
            <a:ext cx="400050" cy="400050"/>
          </a:xfrm>
          <a:prstGeom xmlns:a="http://schemas.openxmlformats.org/drawingml/2006/main" prst="ellipse">
            <a:avLst/>
          </a:prstGeom>
          <a:solidFill xmlns:a="http://schemas.openxmlformats.org/drawingml/2006/main">
            <a:srgbClr val="1677A7"/>
          </a:solidFill>
          <a:ln xmlns:a="http://schemas.openxmlformats.org/drawingml/2006/main" w="9525">
            <a:solidFill>
              <a:srgbClr val="1677A7"/>
            </a:solidFill>
            <a:prstDash val="solid"/>
          </a:ln>
        </p:spPr>
      </p:sp>
      <p:sp>
        <p:nvSpPr>
          <p:cNvPr id="33" name="">
            <a:extLst xmlns:a="http://schemas.openxmlformats.org/drawingml/2006/main">
              <a:ext uri="{FF2B5EF4-FFF2-40B4-BE49-F238E27FC236}">
                <a16:creationId xmlns:a16="http://schemas.microsoft.com/office/drawing/2014/main" id="{E356B649-81E3-4A90-995D-4A8AD9BE64BE}"/>
              </a:ext>
            </a:extLst>
          </p:cNvPr>
          <p:cNvSpPr>
            <a:spLocks xmlns:a="http://schemas.openxmlformats.org/drawingml/2006/main" noGrp="1"/>
          </p:cNvSpPr>
          <p:nvPr/>
        </p:nvSpPr>
        <p:spPr>
          <a:xfrm xmlns:a="http://schemas.openxmlformats.org/drawingml/2006/main">
            <a:off x="1047750" y="42672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425" b="1" i="0">
                <a:solidFill>
                  <a:srgbClr val="FFFFFF"/>
                </a:solidFill>
                <a:latin typeface="Tahoma"/>
                <a:ea typeface="Tahoma"/>
                <a:cs typeface="Tahoma"/>
              </a:defRPr>
            </a:pPr>
            <a:r>
              <a:rPr sz="1425" b="1" i="0">
                <a:solidFill>
                  <a:srgbClr val="FFFFFF"/>
                </a:solidFill>
                <a:latin typeface="Tahoma"/>
                <a:ea typeface="Tahoma"/>
                <a:cs typeface="Tahoma"/>
              </a:rPr>
              <a:t>6</a:t>
            </a:r>
          </a:p>
        </p:txBody>
      </p:sp>
      <p:sp>
        <p:nvSpPr>
          <p:cNvPr id="34" name="">
            <a:extLst xmlns:a="http://schemas.openxmlformats.org/drawingml/2006/main">
              <a:ext uri="{FF2B5EF4-FFF2-40B4-BE49-F238E27FC236}">
                <a16:creationId xmlns:a16="http://schemas.microsoft.com/office/drawing/2014/main" id="{65A9093D-A1E3-4B7A-AECB-AD5F8BD75261}"/>
              </a:ext>
            </a:extLst>
          </p:cNvPr>
          <p:cNvSpPr>
            <a:spLocks xmlns:a="http://schemas.openxmlformats.org/drawingml/2006/main" noGrp="1"/>
          </p:cNvSpPr>
          <p:nvPr/>
        </p:nvSpPr>
        <p:spPr>
          <a:xfrm xmlns:a="http://schemas.openxmlformats.org/drawingml/2006/main">
            <a:off x="1600200" y="4286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725" b="1" i="0">
                <a:solidFill>
                  <a:srgbClr val="1677A7"/>
                </a:solidFill>
                <a:latin typeface="Tahoma"/>
                <a:ea typeface="Tahoma"/>
                <a:cs typeface="Tahoma"/>
              </a:defRPr>
            </a:pPr>
            <a:r>
              <a:rPr sz="1725" b="1" i="0">
                <a:solidFill>
                  <a:srgbClr val="1677A7"/>
                </a:solidFill>
                <a:latin typeface="Tahoma"/>
                <a:ea typeface="Tahoma"/>
                <a:cs typeface="Tahoma"/>
              </a:rPr>
              <a:t>RETURN</a:t>
            </a:r>
          </a:p>
        </p:txBody>
      </p:sp>
      <p:sp>
        <p:nvSpPr>
          <p:cNvPr id="35" name="">
            <a:extLst xmlns:a="http://schemas.openxmlformats.org/drawingml/2006/main">
              <a:ext uri="{FF2B5EF4-FFF2-40B4-BE49-F238E27FC236}">
                <a16:creationId xmlns:a16="http://schemas.microsoft.com/office/drawing/2014/main" id="{33EEAB03-17F1-4FE9-A31F-08B99D14939C}"/>
              </a:ext>
            </a:extLst>
          </p:cNvPr>
          <p:cNvSpPr>
            <a:spLocks xmlns:a="http://schemas.openxmlformats.org/drawingml/2006/main" noGrp="1"/>
          </p:cNvSpPr>
          <p:nvPr/>
        </p:nvSpPr>
        <p:spPr>
          <a:xfrm xmlns:a="http://schemas.openxmlformats.org/drawingml/2006/main">
            <a:off x="1600200" y="4667250"/>
            <a:ext cx="2000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Restore • RETI</a:t>
            </a:r>
          </a:p>
          <a:p xmlns:a="http://schemas.openxmlformats.org/drawingml/2006/main">
            <a:pPr algn="l">
              <a:lnSpc>
                <a:spcPct val="115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หรือ EXC_RETURN</a:t>
            </a:r>
          </a:p>
        </p:txBody>
      </p:sp>
      <p:cxnSp>
        <p:nvCxnSpPr>
          <p:cNvPr id="281" name=""/>
          <p:cNvCxnSpPr>
            <a:stCxn xmlns:a="http://schemas.openxmlformats.org/drawingml/2006/main" id="6" idx="3"/>
            <a:endCxn xmlns:a="http://schemas.openxmlformats.org/drawingml/2006/main" id="11" idx="1"/>
          </p:cNvCxnSpPr>
          <p:nvPr/>
        </p:nvCxnSpPr>
        <p:spPr>
          <a:xfrm xmlns:a="http://schemas.openxmlformats.org/drawingml/2006/main">
            <a:off x="3829050" y="2457450"/>
            <a:ext cx="762000" cy="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cxnSp>
        <p:nvCxnSpPr>
          <p:cNvPr id="282" name=""/>
          <p:cNvCxnSpPr>
            <a:stCxn xmlns:a="http://schemas.openxmlformats.org/drawingml/2006/main" id="11" idx="3"/>
            <a:endCxn xmlns:a="http://schemas.openxmlformats.org/drawingml/2006/main" id="16" idx="1"/>
          </p:cNvCxnSpPr>
          <p:nvPr/>
        </p:nvCxnSpPr>
        <p:spPr>
          <a:xfrm xmlns:a="http://schemas.openxmlformats.org/drawingml/2006/main">
            <a:off x="7543800" y="2457450"/>
            <a:ext cx="762000" cy="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cxnSp>
        <p:nvCxnSpPr>
          <p:cNvPr id="283" name=""/>
          <p:cNvCxnSpPr>
            <a:stCxn xmlns:a="http://schemas.openxmlformats.org/drawingml/2006/main" id="16" idx="2"/>
            <a:endCxn xmlns:a="http://schemas.openxmlformats.org/drawingml/2006/main" id="21" idx="0"/>
          </p:cNvCxnSpPr>
          <p:nvPr/>
        </p:nvCxnSpPr>
        <p:spPr>
          <a:xfrm xmlns:a="http://schemas.openxmlformats.org/drawingml/2006/main">
            <a:off x="9782175" y="3105150"/>
            <a:ext cx="0" cy="99060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cxnSp>
        <p:nvCxnSpPr>
          <p:cNvPr id="284" name=""/>
          <p:cNvCxnSpPr>
            <a:stCxn xmlns:a="http://schemas.openxmlformats.org/drawingml/2006/main" id="21" idx="1"/>
            <a:endCxn xmlns:a="http://schemas.openxmlformats.org/drawingml/2006/main" id="26" idx="3"/>
          </p:cNvCxnSpPr>
          <p:nvPr/>
        </p:nvCxnSpPr>
        <p:spPr>
          <a:xfrm xmlns:a="http://schemas.openxmlformats.org/drawingml/2006/main" flipH="1">
            <a:off x="7543800" y="4743450"/>
            <a:ext cx="762000" cy="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cxnSp>
        <p:nvCxnSpPr>
          <p:cNvPr id="285" name=""/>
          <p:cNvCxnSpPr>
            <a:stCxn xmlns:a="http://schemas.openxmlformats.org/drawingml/2006/main" id="26" idx="1"/>
            <a:endCxn xmlns:a="http://schemas.openxmlformats.org/drawingml/2006/main" id="31" idx="3"/>
          </p:cNvCxnSpPr>
          <p:nvPr/>
        </p:nvCxnSpPr>
        <p:spPr>
          <a:xfrm xmlns:a="http://schemas.openxmlformats.org/drawingml/2006/main" flipH="1">
            <a:off x="3829050" y="4743450"/>
            <a:ext cx="762000" cy="0"/>
          </a:xfrm>
          <a:prstGeom xmlns:a="http://schemas.openxmlformats.org/drawingml/2006/main" prst="straightConnector1">
            <a:avLst/>
          </a:prstGeom>
          <a:ln xmlns:a="http://schemas.openxmlformats.org/drawingml/2006/main" w="19050">
            <a:solidFill>
              <a:srgbClr val="5D6B78"/>
            </a:solidFill>
            <a:prstDash val="solid"/>
            <a:headEnd type="none" w="med" len="med"/>
            <a:tailEnd type="arrow" w="med" len="med"/>
          </a:ln>
        </p:spPr>
      </p:cxnSp>
      <p:sp>
        <p:nvSpPr>
          <p:cNvPr id="41" name="">
            <a:extLst xmlns:a="http://schemas.openxmlformats.org/drawingml/2006/main">
              <a:ext uri="{FF2B5EF4-FFF2-40B4-BE49-F238E27FC236}">
                <a16:creationId xmlns:a16="http://schemas.microsoft.com/office/drawing/2014/main" id="{0F2296AB-04E1-49B8-B4F9-44C9AA39489B}"/>
              </a:ext>
            </a:extLst>
          </p:cNvPr>
          <p:cNvSpPr>
            <a:spLocks xmlns:a="http://schemas.openxmlformats.org/drawingml/2006/main" noGrp="1"/>
          </p:cNvSpPr>
          <p:nvPr/>
        </p:nvSpPr>
        <p:spPr>
          <a:xfrm xmlns:a="http://schemas.openxmlformats.org/drawingml/2006/main">
            <a:off x="876300" y="5715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ทำงานต่อจาก instruction ถัดไป</a:t>
            </a:r>
          </a:p>
        </p:txBody>
      </p:sp>
      <p:sp>
        <p:nvSpPr>
          <p:cNvPr id="42" name="">
            <a:extLst xmlns:a="http://schemas.openxmlformats.org/drawingml/2006/main">
              <a:ext uri="{FF2B5EF4-FFF2-40B4-BE49-F238E27FC236}">
                <a16:creationId xmlns:a16="http://schemas.microsoft.com/office/drawing/2014/main" id="{D31DFBC6-882E-4CE6-8040-BDD732EEC95C}"/>
              </a:ext>
            </a:extLst>
          </p:cNvPr>
          <p:cNvSpPr>
            <a:spLocks xmlns:a="http://schemas.openxmlformats.org/drawingml/2006/main" noGrp="1"/>
          </p:cNvSpPr>
          <p:nvPr/>
        </p:nvSpPr>
        <p:spPr>
          <a:xfrm xmlns:a="http://schemas.openxmlformats.org/drawingml/2006/main">
            <a:off x="2352675" y="5448300"/>
            <a:ext cx="0" cy="209550"/>
          </a:xfrm>
          <a:prstGeom xmlns:a="http://schemas.openxmlformats.org/drawingml/2006/main" prst="line">
            <a:avLst/>
          </a:prstGeom>
          <a:noFill xmlns:a="http://schemas.openxmlformats.org/drawingml/2006/main"/>
          <a:ln xmlns:a="http://schemas.openxmlformats.org/drawingml/2006/main" w="28575">
            <a:solidFill>
              <a:srgbClr val="1677A7"/>
            </a:solidFill>
            <a:prstDash val="solid"/>
          </a:ln>
        </p:spPr>
      </p:sp>
      <p:sp>
        <p:nvSpPr>
          <p:cNvPr id="43" name="">
            <a:extLst xmlns:a="http://schemas.openxmlformats.org/drawingml/2006/main">
              <a:ext uri="{FF2B5EF4-FFF2-40B4-BE49-F238E27FC236}">
                <a16:creationId xmlns:a16="http://schemas.microsoft.com/office/drawing/2014/main" id="{42E7D618-6BBA-4255-A30D-202A3CE37B3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4" name="">
            <a:extLst xmlns:a="http://schemas.openxmlformats.org/drawingml/2006/main">
              <a:ext uri="{FF2B5EF4-FFF2-40B4-BE49-F238E27FC236}">
                <a16:creationId xmlns:a16="http://schemas.microsoft.com/office/drawing/2014/main" id="{66BB370A-0C1D-457D-AB5C-AAB512591577}"/>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825" b="0" i="0">
                <a:solidFill>
                  <a:srgbClr val="667382"/>
                </a:solidFill>
                <a:latin typeface="Tahoma"/>
                <a:ea typeface="Tahoma"/>
                <a:cs typeface="Tahoma"/>
              </a:defRPr>
            </a:pPr>
            <a:r>
              <a:rPr sz="825" b="0" i="0">
                <a:solidFill>
                  <a:srgbClr val="667382"/>
                </a:solidFill>
                <a:latin typeface="Tahoma"/>
                <a:ea typeface="Tahoma"/>
                <a:cs typeface="Tahoma"/>
                <a:hlinkClick xmlns:r="http://schemas.openxmlformats.org/officeDocument/2006/relationships" r:id="Ref426f205b2c4a23"/>
              </a:rPr>
              <a:t>อ้างอิงหัวข้อ: [5] Mazidi หน้า 376 • [6] ATmega328/P หน้า 33-35 • [7] Yiu หน้า 172-175</a:t>
            </a:r>
          </a:p>
        </p:txBody>
      </p:sp>
      <p:sp>
        <p:nvSpPr>
          <p:cNvPr id="45" name="">
            <a:extLst xmlns:a="http://schemas.openxmlformats.org/drawingml/2006/main">
              <a:ext uri="{FF2B5EF4-FFF2-40B4-BE49-F238E27FC236}">
                <a16:creationId xmlns:a16="http://schemas.microsoft.com/office/drawing/2014/main" id="{B5C1E0A8-1AE0-4875-95DB-344F023C7ACA}"/>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825" b="0" i="0">
                <a:solidFill>
                  <a:srgbClr val="667382"/>
                </a:solidFill>
                <a:latin typeface="Tahoma"/>
                <a:ea typeface="Tahoma"/>
                <a:cs typeface="Tahoma"/>
              </a:defRPr>
            </a:pPr>
            <a:r>
              <a:rPr sz="825" b="0" i="0">
                <a:solidFill>
                  <a:srgbClr val="667382"/>
                </a:solidFill>
                <a:latin typeface="Tahoma"/>
                <a:ea typeface="Tahoma"/>
                <a:cs typeface="Tahoma"/>
              </a:rPr>
              <a:t>305341 Embedded System 1 • ธีรภัทร 66362416 • 03</a:t>
            </a:r>
          </a:p>
        </p:txBody>
      </p:sp>
    </p:spTree>
    <p:extLst>
      <p:ext uri="{BB962C8B-B14F-4D97-AF65-F5344CB8AC3E}">
        <p14:creationId xmlns:p14="http://schemas.microsoft.com/office/powerpoint/2010/main" val="2090534034"/>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573C8EEC-BCC2-4A27-929D-FDAE04F6FF9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93D147DC-E1C8-43B1-ACF8-708BCAC4491C}"/>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กลไก • การทำงาน</a:t>
            </a:r>
          </a:p>
        </p:txBody>
      </p:sp>
      <p:sp>
        <p:nvSpPr>
          <p:cNvPr id="3" name="">
            <a:extLst xmlns:a="http://schemas.openxmlformats.org/drawingml/2006/main">
              <a:ext uri="{FF2B5EF4-FFF2-40B4-BE49-F238E27FC236}">
                <a16:creationId xmlns:a16="http://schemas.microsoft.com/office/drawing/2014/main" id="{54DB6AD0-E6E4-4BB7-8022-E7741CA59812}"/>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550" b="1" i="0">
                <a:solidFill>
                  <a:srgbClr val="0B2A4A"/>
                </a:solidFill>
                <a:latin typeface="Tahoma"/>
                <a:ea typeface="Tahoma"/>
                <a:cs typeface="Tahoma"/>
              </a:defRPr>
            </a:pPr>
            <a:r>
              <a:rPr sz="2550" b="1" i="0">
                <a:solidFill>
                  <a:srgbClr val="0B2A4A"/>
                </a:solidFill>
                <a:latin typeface="Tahoma"/>
                <a:ea typeface="Tahoma"/>
                <a:cs typeface="Tahoma"/>
              </a:rPr>
              <a:t>Context เดียวกัน - Hardware Save ต่างกัน [3][6][7]</a:t>
            </a:r>
          </a:p>
        </p:txBody>
      </p:sp>
      <p:sp>
        <p:nvSpPr>
          <p:cNvPr id="4" name="">
            <a:extLst xmlns:a="http://schemas.openxmlformats.org/drawingml/2006/main">
              <a:ext uri="{FF2B5EF4-FFF2-40B4-BE49-F238E27FC236}">
                <a16:creationId xmlns:a16="http://schemas.microsoft.com/office/drawing/2014/main" id="{9595645F-9A6C-4564-BDCD-2EF20294C943}"/>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04</a:t>
            </a:r>
          </a:p>
        </p:txBody>
      </p:sp>
      <p:sp>
        <p:nvSpPr>
          <p:cNvPr id="5" name="">
            <a:extLst xmlns:a="http://schemas.openxmlformats.org/drawingml/2006/main">
              <a:ext uri="{FF2B5EF4-FFF2-40B4-BE49-F238E27FC236}">
                <a16:creationId xmlns:a16="http://schemas.microsoft.com/office/drawing/2014/main" id="{8CEEBDC5-5013-44A6-89F1-2B361571AF37}"/>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1584E650-6D40-4CBD-9843-26CB8DF868F7}"/>
              </a:ext>
            </a:extLst>
          </p:cNvPr>
          <p:cNvSpPr>
            <a:spLocks xmlns:a="http://schemas.openxmlformats.org/drawingml/2006/main" noGrp="1"/>
          </p:cNvSpPr>
          <p:nvPr/>
        </p:nvSpPr>
        <p:spPr>
          <a:xfrm xmlns:a="http://schemas.openxmlformats.org/drawingml/2006/main">
            <a:off x="876300" y="15621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875" b="1" i="0">
                <a:solidFill>
                  <a:srgbClr val="1677A7"/>
                </a:solidFill>
                <a:latin typeface="Tahoma"/>
                <a:ea typeface="Tahoma"/>
                <a:cs typeface="Tahoma"/>
              </a:defRPr>
            </a:pPr>
            <a:r>
              <a:rPr sz="1875" b="1" i="0">
                <a:solidFill>
                  <a:srgbClr val="1677A7"/>
                </a:solidFill>
                <a:latin typeface="Tahoma"/>
                <a:ea typeface="Tahoma"/>
                <a:cs typeface="Tahoma"/>
              </a:rPr>
              <a:t>8051 / AVR: เก็บ PC เป็นหลัก</a:t>
            </a:r>
          </a:p>
        </p:txBody>
      </p:sp>
      <p:sp>
        <p:nvSpPr>
          <p:cNvPr id="7" name="">
            <a:extLst xmlns:a="http://schemas.openxmlformats.org/drawingml/2006/main">
              <a:ext uri="{FF2B5EF4-FFF2-40B4-BE49-F238E27FC236}">
                <a16:creationId xmlns:a16="http://schemas.microsoft.com/office/drawing/2014/main" id="{528DDC46-B691-4EF5-BFA8-B755F85205CF}"/>
              </a:ext>
            </a:extLst>
          </p:cNvPr>
          <p:cNvSpPr>
            <a:spLocks xmlns:a="http://schemas.openxmlformats.org/drawingml/2006/main" noGrp="1"/>
          </p:cNvSpPr>
          <p:nvPr/>
        </p:nvSpPr>
        <p:spPr>
          <a:xfrm xmlns:a="http://schemas.openxmlformats.org/drawingml/2006/main">
            <a:off x="7029450" y="15621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800" b="1" i="0">
                <a:solidFill>
                  <a:srgbClr val="D1493F"/>
                </a:solidFill>
                <a:latin typeface="Tahoma"/>
                <a:ea typeface="Tahoma"/>
                <a:cs typeface="Tahoma"/>
              </a:defRPr>
            </a:pPr>
            <a:r>
              <a:rPr sz="1800" b="1" i="0">
                <a:solidFill>
                  <a:srgbClr val="D1493F"/>
                </a:solidFill>
                <a:latin typeface="Tahoma"/>
                <a:ea typeface="Tahoma"/>
                <a:cs typeface="Tahoma"/>
              </a:rPr>
              <a:t>Cortex-M: Hardware stack 8 รีจิสเตอร์</a:t>
            </a:r>
          </a:p>
        </p:txBody>
      </p:sp>
      <p:sp>
        <p:nvSpPr>
          <p:cNvPr id="8" name="">
            <a:extLst xmlns:a="http://schemas.openxmlformats.org/drawingml/2006/main">
              <a:ext uri="{FF2B5EF4-FFF2-40B4-BE49-F238E27FC236}">
                <a16:creationId xmlns:a16="http://schemas.microsoft.com/office/drawing/2014/main" id="{FD8356E8-328A-4645-B457-1ACBF2624536}"/>
              </a:ext>
            </a:extLst>
          </p:cNvPr>
          <p:cNvSpPr>
            <a:spLocks xmlns:a="http://schemas.openxmlformats.org/drawingml/2006/main" noGrp="1"/>
          </p:cNvSpPr>
          <p:nvPr/>
        </p:nvSpPr>
        <p:spPr>
          <a:xfrm xmlns:a="http://schemas.openxmlformats.org/drawingml/2006/main">
            <a:off x="1143000" y="2133600"/>
            <a:ext cx="3429000" cy="5143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19050">
            <a:solidFill>
              <a:srgbClr val="DCE3E8"/>
            </a:solidFill>
            <a:prstDash val="solid"/>
          </a:ln>
        </p:spPr>
      </p:sp>
      <p:sp>
        <p:nvSpPr>
          <p:cNvPr id="9" name="">
            <a:extLst xmlns:a="http://schemas.openxmlformats.org/drawingml/2006/main">
              <a:ext uri="{FF2B5EF4-FFF2-40B4-BE49-F238E27FC236}">
                <a16:creationId xmlns:a16="http://schemas.microsoft.com/office/drawing/2014/main" id="{BE543695-D024-4EDF-91FD-27C469F7A2FC}"/>
              </a:ext>
            </a:extLst>
          </p:cNvPr>
          <p:cNvSpPr>
            <a:spLocks xmlns:a="http://schemas.openxmlformats.org/drawingml/2006/main" noGrp="1"/>
          </p:cNvSpPr>
          <p:nvPr/>
        </p:nvSpPr>
        <p:spPr>
          <a:xfrm xmlns:a="http://schemas.openxmlformats.org/drawingml/2006/main">
            <a:off x="1295400" y="213360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8051: IE / IP = Enable + Priority</a:t>
            </a:r>
          </a:p>
        </p:txBody>
      </p:sp>
      <p:sp>
        <p:nvSpPr>
          <p:cNvPr id="10" name="">
            <a:extLst xmlns:a="http://schemas.openxmlformats.org/drawingml/2006/main">
              <a:ext uri="{FF2B5EF4-FFF2-40B4-BE49-F238E27FC236}">
                <a16:creationId xmlns:a16="http://schemas.microsoft.com/office/drawing/2014/main" id="{D54A79EE-3ADF-4D80-BCD1-199D7DA3E743}"/>
              </a:ext>
            </a:extLst>
          </p:cNvPr>
          <p:cNvSpPr>
            <a:spLocks xmlns:a="http://schemas.openxmlformats.org/drawingml/2006/main" noGrp="1"/>
          </p:cNvSpPr>
          <p:nvPr/>
        </p:nvSpPr>
        <p:spPr>
          <a:xfrm xmlns:a="http://schemas.openxmlformats.org/drawingml/2006/main">
            <a:off x="1143000" y="2838450"/>
            <a:ext cx="3429000" cy="514350"/>
          </a:xfrm>
          <a:prstGeom xmlns:a="http://schemas.openxmlformats.org/drawingml/2006/main" prst="roundRect">
            <a:avLst>
              <a:gd name="adj" fmla="val 11111"/>
            </a:avLst>
          </a:prstGeom>
          <a:solidFill xmlns:a="http://schemas.openxmlformats.org/drawingml/2006/main">
            <a:srgbClr val="E7F4F8"/>
          </a:solidFill>
          <a:ln xmlns:a="http://schemas.openxmlformats.org/drawingml/2006/main" w="19050">
            <a:solidFill>
              <a:srgbClr val="1677A7"/>
            </a:solidFill>
            <a:prstDash val="solid"/>
          </a:ln>
        </p:spPr>
      </p:sp>
      <p:sp>
        <p:nvSpPr>
          <p:cNvPr id="11" name="">
            <a:extLst xmlns:a="http://schemas.openxmlformats.org/drawingml/2006/main">
              <a:ext uri="{FF2B5EF4-FFF2-40B4-BE49-F238E27FC236}">
                <a16:creationId xmlns:a16="http://schemas.microsoft.com/office/drawing/2014/main" id="{3907426C-E5B3-4F26-A770-8798796FDAE3}"/>
              </a:ext>
            </a:extLst>
          </p:cNvPr>
          <p:cNvSpPr>
            <a:spLocks xmlns:a="http://schemas.openxmlformats.org/drawingml/2006/main" noGrp="1"/>
          </p:cNvSpPr>
          <p:nvPr/>
        </p:nvSpPr>
        <p:spPr>
          <a:xfrm xmlns:a="http://schemas.openxmlformats.org/drawingml/2006/main">
            <a:off x="1295400" y="283845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AVR: SREG.I = Global Enable</a:t>
            </a:r>
          </a:p>
        </p:txBody>
      </p:sp>
      <p:sp>
        <p:nvSpPr>
          <p:cNvPr id="12" name="">
            <a:extLst xmlns:a="http://schemas.openxmlformats.org/drawingml/2006/main">
              <a:ext uri="{FF2B5EF4-FFF2-40B4-BE49-F238E27FC236}">
                <a16:creationId xmlns:a16="http://schemas.microsoft.com/office/drawing/2014/main" id="{3975F628-8A0A-4F56-92F8-679837348870}"/>
              </a:ext>
            </a:extLst>
          </p:cNvPr>
          <p:cNvSpPr>
            <a:spLocks xmlns:a="http://schemas.openxmlformats.org/drawingml/2006/main" noGrp="1"/>
          </p:cNvSpPr>
          <p:nvPr/>
        </p:nvSpPr>
        <p:spPr>
          <a:xfrm xmlns:a="http://schemas.openxmlformats.org/drawingml/2006/main">
            <a:off x="1143000" y="3543300"/>
            <a:ext cx="3429000" cy="514350"/>
          </a:xfrm>
          <a:prstGeom xmlns:a="http://schemas.openxmlformats.org/drawingml/2006/main" prst="roundRect">
            <a:avLst>
              <a:gd name="adj" fmla="val 11111"/>
            </a:avLst>
          </a:prstGeom>
          <a:solidFill xmlns:a="http://schemas.openxmlformats.org/drawingml/2006/main">
            <a:srgbClr val="FFF1DF"/>
          </a:solidFill>
          <a:ln xmlns:a="http://schemas.openxmlformats.org/drawingml/2006/main" w="19050">
            <a:solidFill>
              <a:srgbClr val="D97706"/>
            </a:solidFill>
            <a:prstDash val="solid"/>
          </a:ln>
        </p:spPr>
      </p:sp>
      <p:sp>
        <p:nvSpPr>
          <p:cNvPr id="13" name="">
            <a:extLst xmlns:a="http://schemas.openxmlformats.org/drawingml/2006/main">
              <a:ext uri="{FF2B5EF4-FFF2-40B4-BE49-F238E27FC236}">
                <a16:creationId xmlns:a16="http://schemas.microsoft.com/office/drawing/2014/main" id="{57930079-F89F-43E3-A84A-BA32F271F1E0}"/>
              </a:ext>
            </a:extLst>
          </p:cNvPr>
          <p:cNvSpPr>
            <a:spLocks xmlns:a="http://schemas.openxmlformats.org/drawingml/2006/main" noGrp="1"/>
          </p:cNvSpPr>
          <p:nvPr/>
        </p:nvSpPr>
        <p:spPr>
          <a:xfrm xmlns:a="http://schemas.openxmlformats.org/drawingml/2006/main">
            <a:off x="1295400" y="354330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350" b="0" i="0">
                <a:solidFill>
                  <a:srgbClr val="202A36"/>
                </a:solidFill>
                <a:latin typeface="Tahoma"/>
                <a:ea typeface="Tahoma"/>
                <a:cs typeface="Tahoma"/>
              </a:defRPr>
            </a:pPr>
            <a:r>
              <a:rPr sz="1350" b="0" i="0">
                <a:solidFill>
                  <a:srgbClr val="202A36"/>
                </a:solidFill>
                <a:latin typeface="Tahoma"/>
                <a:ea typeface="Tahoma"/>
                <a:cs typeface="Tahoma"/>
              </a:rPr>
              <a:t>Hardware: Push return PC</a:t>
            </a:r>
          </a:p>
        </p:txBody>
      </p:sp>
      <p:sp>
        <p:nvSpPr>
          <p:cNvPr id="14" name="">
            <a:extLst xmlns:a="http://schemas.openxmlformats.org/drawingml/2006/main">
              <a:ext uri="{FF2B5EF4-FFF2-40B4-BE49-F238E27FC236}">
                <a16:creationId xmlns:a16="http://schemas.microsoft.com/office/drawing/2014/main" id="{4FDA8DB1-A0A8-4C82-81AE-9145219D89E0}"/>
              </a:ext>
            </a:extLst>
          </p:cNvPr>
          <p:cNvSpPr>
            <a:spLocks xmlns:a="http://schemas.openxmlformats.org/drawingml/2006/main" noGrp="1"/>
          </p:cNvSpPr>
          <p:nvPr/>
        </p:nvSpPr>
        <p:spPr>
          <a:xfrm xmlns:a="http://schemas.openxmlformats.org/drawingml/2006/main">
            <a:off x="1143000" y="4248150"/>
            <a:ext cx="3429000" cy="514350"/>
          </a:xfrm>
          <a:prstGeom xmlns:a="http://schemas.openxmlformats.org/drawingml/2006/main" prst="roundRect">
            <a:avLst>
              <a:gd name="adj" fmla="val 11111"/>
            </a:avLst>
          </a:prstGeom>
          <a:solidFill xmlns:a="http://schemas.openxmlformats.org/drawingml/2006/main">
            <a:srgbClr val="E6F3ED"/>
          </a:solidFill>
          <a:ln xmlns:a="http://schemas.openxmlformats.org/drawingml/2006/main" w="19050">
            <a:solidFill>
              <a:srgbClr val="2E7D5B"/>
            </a:solidFill>
            <a:prstDash val="solid"/>
          </a:ln>
        </p:spPr>
      </p:sp>
      <p:sp>
        <p:nvSpPr>
          <p:cNvPr id="15" name="">
            <a:extLst xmlns:a="http://schemas.openxmlformats.org/drawingml/2006/main">
              <a:ext uri="{FF2B5EF4-FFF2-40B4-BE49-F238E27FC236}">
                <a16:creationId xmlns:a16="http://schemas.microsoft.com/office/drawing/2014/main" id="{0DAFAC67-ED84-488B-AB12-CDB1CB71B28B}"/>
              </a:ext>
            </a:extLst>
          </p:cNvPr>
          <p:cNvSpPr>
            <a:spLocks xmlns:a="http://schemas.openxmlformats.org/drawingml/2006/main" noGrp="1"/>
          </p:cNvSpPr>
          <p:nvPr/>
        </p:nvSpPr>
        <p:spPr>
          <a:xfrm xmlns:a="http://schemas.openxmlformats.org/drawingml/2006/main">
            <a:off x="1295400" y="4248150"/>
            <a:ext cx="3124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0" i="0">
                <a:solidFill>
                  <a:srgbClr val="202A36"/>
                </a:solidFill>
                <a:latin typeface="Tahoma"/>
                <a:ea typeface="Tahoma"/>
                <a:cs typeface="Tahoma"/>
              </a:defRPr>
            </a:pPr>
            <a:r>
              <a:rPr sz="1275" b="0" i="0">
                <a:solidFill>
                  <a:srgbClr val="202A36"/>
                </a:solidFill>
                <a:latin typeface="Tahoma"/>
                <a:ea typeface="Tahoma"/>
                <a:cs typeface="Tahoma"/>
              </a:rPr>
              <a:t>Software/compiler: Save status + regs</a:t>
            </a:r>
          </a:p>
        </p:txBody>
      </p:sp>
      <p:sp>
        <p:nvSpPr>
          <p:cNvPr id="16" name="">
            <a:extLst xmlns:a="http://schemas.openxmlformats.org/drawingml/2006/main">
              <a:ext uri="{FF2B5EF4-FFF2-40B4-BE49-F238E27FC236}">
                <a16:creationId xmlns:a16="http://schemas.microsoft.com/office/drawing/2014/main" id="{C2D30DDA-7E2A-4C92-87F3-C11698CA9832}"/>
              </a:ext>
            </a:extLst>
          </p:cNvPr>
          <p:cNvSpPr>
            <a:spLocks xmlns:a="http://schemas.openxmlformats.org/drawingml/2006/main" noGrp="1"/>
          </p:cNvSpPr>
          <p:nvPr/>
        </p:nvSpPr>
        <p:spPr>
          <a:xfrm xmlns:a="http://schemas.openxmlformats.org/drawingml/2006/main">
            <a:off x="4762500" y="2838450"/>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1" i="0">
                <a:solidFill>
                  <a:srgbClr val="1677A7"/>
                </a:solidFill>
                <a:latin typeface="Tahoma"/>
                <a:ea typeface="Tahoma"/>
                <a:cs typeface="Tahoma"/>
              </a:defRPr>
            </a:pPr>
            <a:r>
              <a:rPr sz="1200" b="1" i="0">
                <a:solidFill>
                  <a:srgbClr val="1677A7"/>
                </a:solidFill>
                <a:latin typeface="Tahoma"/>
                <a:ea typeface="Tahoma"/>
                <a:cs typeface="Tahoma"/>
              </a:rPr>
              <a:t>GATE</a:t>
            </a:r>
          </a:p>
        </p:txBody>
      </p:sp>
      <p:sp>
        <p:nvSpPr>
          <p:cNvPr id="17" name="">
            <a:extLst xmlns:a="http://schemas.openxmlformats.org/drawingml/2006/main">
              <a:ext uri="{FF2B5EF4-FFF2-40B4-BE49-F238E27FC236}">
                <a16:creationId xmlns:a16="http://schemas.microsoft.com/office/drawing/2014/main" id="{D7D0B590-FAAB-4CA0-87DC-1DA8207146AC}"/>
              </a:ext>
            </a:extLst>
          </p:cNvPr>
          <p:cNvSpPr>
            <a:spLocks xmlns:a="http://schemas.openxmlformats.org/drawingml/2006/main" noGrp="1"/>
          </p:cNvSpPr>
          <p:nvPr/>
        </p:nvSpPr>
        <p:spPr>
          <a:xfrm xmlns:a="http://schemas.openxmlformats.org/drawingml/2006/main">
            <a:off x="4762500" y="3543300"/>
            <a:ext cx="1285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00" b="1" i="0">
                <a:solidFill>
                  <a:srgbClr val="DE7B00"/>
                </a:solidFill>
                <a:latin typeface="Tahoma"/>
                <a:ea typeface="Tahoma"/>
                <a:cs typeface="Tahoma"/>
              </a:defRPr>
            </a:pPr>
            <a:r>
              <a:rPr sz="1200" b="1" i="0">
                <a:solidFill>
                  <a:srgbClr val="DE7B00"/>
                </a:solidFill>
                <a:latin typeface="Tahoma"/>
                <a:ea typeface="Tahoma"/>
                <a:cs typeface="Tahoma"/>
              </a:rPr>
              <a:t>SAVE</a:t>
            </a:r>
          </a:p>
        </p:txBody>
      </p:sp>
      <p:sp>
        <p:nvSpPr>
          <p:cNvPr id="18" name="">
            <a:extLst xmlns:a="http://schemas.openxmlformats.org/drawingml/2006/main">
              <a:ext uri="{FF2B5EF4-FFF2-40B4-BE49-F238E27FC236}">
                <a16:creationId xmlns:a16="http://schemas.microsoft.com/office/drawing/2014/main" id="{1A469130-BEA8-422F-8EC2-DD1123C43546}"/>
              </a:ext>
            </a:extLst>
          </p:cNvPr>
          <p:cNvSpPr>
            <a:spLocks xmlns:a="http://schemas.openxmlformats.org/drawingml/2006/main" noGrp="1"/>
          </p:cNvSpPr>
          <p:nvPr/>
        </p:nvSpPr>
        <p:spPr>
          <a:xfrm xmlns:a="http://schemas.openxmlformats.org/drawingml/2006/main">
            <a:off x="4572000" y="3009900"/>
            <a:ext cx="95250" cy="0"/>
          </a:xfrm>
          <a:prstGeom xmlns:a="http://schemas.openxmlformats.org/drawingml/2006/main" prst="line">
            <a:avLst/>
          </a:prstGeom>
          <a:noFill xmlns:a="http://schemas.openxmlformats.org/drawingml/2006/main"/>
          <a:ln xmlns:a="http://schemas.openxmlformats.org/drawingml/2006/main" w="28575">
            <a:solidFill>
              <a:srgbClr val="1677A7"/>
            </a:solidFill>
            <a:prstDash val="solid"/>
          </a:ln>
        </p:spPr>
      </p:sp>
      <p:sp>
        <p:nvSpPr>
          <p:cNvPr id="19" name="">
            <a:extLst xmlns:a="http://schemas.openxmlformats.org/drawingml/2006/main">
              <a:ext uri="{FF2B5EF4-FFF2-40B4-BE49-F238E27FC236}">
                <a16:creationId xmlns:a16="http://schemas.microsoft.com/office/drawing/2014/main" id="{C7319974-B4E8-46FF-AAB4-657E33FFE698}"/>
              </a:ext>
            </a:extLst>
          </p:cNvPr>
          <p:cNvSpPr>
            <a:spLocks xmlns:a="http://schemas.openxmlformats.org/drawingml/2006/main" noGrp="1"/>
          </p:cNvSpPr>
          <p:nvPr/>
        </p:nvSpPr>
        <p:spPr>
          <a:xfrm xmlns:a="http://schemas.openxmlformats.org/drawingml/2006/main">
            <a:off x="4572000" y="3714750"/>
            <a:ext cx="95250" cy="0"/>
          </a:xfrm>
          <a:prstGeom xmlns:a="http://schemas.openxmlformats.org/drawingml/2006/main" prst="line">
            <a:avLst/>
          </a:prstGeom>
          <a:noFill xmlns:a="http://schemas.openxmlformats.org/drawingml/2006/main"/>
          <a:ln xmlns:a="http://schemas.openxmlformats.org/drawingml/2006/main" w="28575">
            <a:solidFill>
              <a:srgbClr val="D97706"/>
            </a:solidFill>
            <a:prstDash val="solid"/>
          </a:ln>
        </p:spPr>
      </p:sp>
      <p:sp>
        <p:nvSpPr>
          <p:cNvPr id="20" name="">
            <a:extLst xmlns:a="http://schemas.openxmlformats.org/drawingml/2006/main">
              <a:ext uri="{FF2B5EF4-FFF2-40B4-BE49-F238E27FC236}">
                <a16:creationId xmlns:a16="http://schemas.microsoft.com/office/drawing/2014/main" id="{42851D29-889F-4DE3-A888-1327A251F53E}"/>
              </a:ext>
            </a:extLst>
          </p:cNvPr>
          <p:cNvSpPr>
            <a:spLocks xmlns:a="http://schemas.openxmlformats.org/drawingml/2006/main" noGrp="1"/>
          </p:cNvSpPr>
          <p:nvPr/>
        </p:nvSpPr>
        <p:spPr>
          <a:xfrm xmlns:a="http://schemas.openxmlformats.org/drawingml/2006/main">
            <a:off x="6953250" y="2190750"/>
            <a:ext cx="914400" cy="666750"/>
          </a:xfrm>
          <a:prstGeom xmlns:a="http://schemas.openxmlformats.org/drawingml/2006/main" prst="roundRect">
            <a:avLst>
              <a:gd name="adj" fmla="val 11429"/>
            </a:avLst>
          </a:prstGeom>
          <a:solidFill xmlns:a="http://schemas.openxmlformats.org/drawingml/2006/main">
            <a:srgbClr val="F8EAE8"/>
          </a:solidFill>
          <a:ln xmlns:a="http://schemas.openxmlformats.org/drawingml/2006/main" w="19050">
            <a:solidFill>
              <a:srgbClr val="C6473A"/>
            </a:solidFill>
            <a:prstDash val="solid"/>
          </a:ln>
        </p:spPr>
      </p:sp>
      <p:sp>
        <p:nvSpPr>
          <p:cNvPr id="21" name="">
            <a:extLst xmlns:a="http://schemas.openxmlformats.org/drawingml/2006/main">
              <a:ext uri="{FF2B5EF4-FFF2-40B4-BE49-F238E27FC236}">
                <a16:creationId xmlns:a16="http://schemas.microsoft.com/office/drawing/2014/main" id="{15436F72-48B6-42BC-BB84-7154FE194445}"/>
              </a:ext>
            </a:extLst>
          </p:cNvPr>
          <p:cNvSpPr>
            <a:spLocks xmlns:a="http://schemas.openxmlformats.org/drawingml/2006/main" noGrp="1"/>
          </p:cNvSpPr>
          <p:nvPr/>
        </p:nvSpPr>
        <p:spPr>
          <a:xfrm xmlns:a="http://schemas.openxmlformats.org/drawingml/2006/main">
            <a:off x="6953250" y="219075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xPSR</a:t>
            </a:r>
          </a:p>
        </p:txBody>
      </p:sp>
      <p:sp>
        <p:nvSpPr>
          <p:cNvPr id="22" name="">
            <a:extLst xmlns:a="http://schemas.openxmlformats.org/drawingml/2006/main">
              <a:ext uri="{FF2B5EF4-FFF2-40B4-BE49-F238E27FC236}">
                <a16:creationId xmlns:a16="http://schemas.microsoft.com/office/drawing/2014/main" id="{50E0A28A-31D3-4A1D-B681-1AC850AAC086}"/>
              </a:ext>
            </a:extLst>
          </p:cNvPr>
          <p:cNvSpPr>
            <a:spLocks xmlns:a="http://schemas.openxmlformats.org/drawingml/2006/main" noGrp="1"/>
          </p:cNvSpPr>
          <p:nvPr/>
        </p:nvSpPr>
        <p:spPr>
          <a:xfrm xmlns:a="http://schemas.openxmlformats.org/drawingml/2006/main">
            <a:off x="8020050" y="2190750"/>
            <a:ext cx="914400" cy="666750"/>
          </a:xfrm>
          <a:prstGeom xmlns:a="http://schemas.openxmlformats.org/drawingml/2006/main" prst="roundRect">
            <a:avLst>
              <a:gd name="adj" fmla="val 11429"/>
            </a:avLst>
          </a:prstGeom>
          <a:solidFill xmlns:a="http://schemas.openxmlformats.org/drawingml/2006/main">
            <a:srgbClr val="F8EAE8"/>
          </a:solidFill>
          <a:ln xmlns:a="http://schemas.openxmlformats.org/drawingml/2006/main" w="19050">
            <a:solidFill>
              <a:srgbClr val="C6473A"/>
            </a:solidFill>
            <a:prstDash val="solid"/>
          </a:ln>
        </p:spPr>
      </p:sp>
      <p:sp>
        <p:nvSpPr>
          <p:cNvPr id="23" name="">
            <a:extLst xmlns:a="http://schemas.openxmlformats.org/drawingml/2006/main">
              <a:ext uri="{FF2B5EF4-FFF2-40B4-BE49-F238E27FC236}">
                <a16:creationId xmlns:a16="http://schemas.microsoft.com/office/drawing/2014/main" id="{C616B821-9B65-4472-A9E7-1906149D6F12}"/>
              </a:ext>
            </a:extLst>
          </p:cNvPr>
          <p:cNvSpPr>
            <a:spLocks xmlns:a="http://schemas.openxmlformats.org/drawingml/2006/main" noGrp="1"/>
          </p:cNvSpPr>
          <p:nvPr/>
        </p:nvSpPr>
        <p:spPr>
          <a:xfrm xmlns:a="http://schemas.openxmlformats.org/drawingml/2006/main">
            <a:off x="8020050" y="219075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PC</a:t>
            </a:r>
          </a:p>
        </p:txBody>
      </p:sp>
      <p:sp>
        <p:nvSpPr>
          <p:cNvPr id="24" name="">
            <a:extLst xmlns:a="http://schemas.openxmlformats.org/drawingml/2006/main">
              <a:ext uri="{FF2B5EF4-FFF2-40B4-BE49-F238E27FC236}">
                <a16:creationId xmlns:a16="http://schemas.microsoft.com/office/drawing/2014/main" id="{44E76BE6-6482-433A-BF8A-778453AABD34}"/>
              </a:ext>
            </a:extLst>
          </p:cNvPr>
          <p:cNvSpPr>
            <a:spLocks xmlns:a="http://schemas.openxmlformats.org/drawingml/2006/main" noGrp="1"/>
          </p:cNvSpPr>
          <p:nvPr/>
        </p:nvSpPr>
        <p:spPr>
          <a:xfrm xmlns:a="http://schemas.openxmlformats.org/drawingml/2006/main">
            <a:off x="9086850" y="2190750"/>
            <a:ext cx="914400" cy="666750"/>
          </a:xfrm>
          <a:prstGeom xmlns:a="http://schemas.openxmlformats.org/drawingml/2006/main" prst="roundRect">
            <a:avLst>
              <a:gd name="adj" fmla="val 11429"/>
            </a:avLst>
          </a:prstGeom>
          <a:solidFill xmlns:a="http://schemas.openxmlformats.org/drawingml/2006/main">
            <a:srgbClr val="F8EAE8"/>
          </a:solidFill>
          <a:ln xmlns:a="http://schemas.openxmlformats.org/drawingml/2006/main" w="19050">
            <a:solidFill>
              <a:srgbClr val="C6473A"/>
            </a:solidFill>
            <a:prstDash val="solid"/>
          </a:ln>
        </p:spPr>
      </p:sp>
      <p:sp>
        <p:nvSpPr>
          <p:cNvPr id="25" name="">
            <a:extLst xmlns:a="http://schemas.openxmlformats.org/drawingml/2006/main">
              <a:ext uri="{FF2B5EF4-FFF2-40B4-BE49-F238E27FC236}">
                <a16:creationId xmlns:a16="http://schemas.microsoft.com/office/drawing/2014/main" id="{F4FED1E3-21FB-4EF2-ACC0-1C7A5C9ADEEB}"/>
              </a:ext>
            </a:extLst>
          </p:cNvPr>
          <p:cNvSpPr>
            <a:spLocks xmlns:a="http://schemas.openxmlformats.org/drawingml/2006/main" noGrp="1"/>
          </p:cNvSpPr>
          <p:nvPr/>
        </p:nvSpPr>
        <p:spPr>
          <a:xfrm xmlns:a="http://schemas.openxmlformats.org/drawingml/2006/main">
            <a:off x="9086850" y="219075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LR</a:t>
            </a:r>
          </a:p>
        </p:txBody>
      </p:sp>
      <p:sp>
        <p:nvSpPr>
          <p:cNvPr id="26" name="">
            <a:extLst xmlns:a="http://schemas.openxmlformats.org/drawingml/2006/main">
              <a:ext uri="{FF2B5EF4-FFF2-40B4-BE49-F238E27FC236}">
                <a16:creationId xmlns:a16="http://schemas.microsoft.com/office/drawing/2014/main" id="{746448BB-F598-411A-BE4A-E55901DFC3C5}"/>
              </a:ext>
            </a:extLst>
          </p:cNvPr>
          <p:cNvSpPr>
            <a:spLocks xmlns:a="http://schemas.openxmlformats.org/drawingml/2006/main" noGrp="1"/>
          </p:cNvSpPr>
          <p:nvPr/>
        </p:nvSpPr>
        <p:spPr>
          <a:xfrm xmlns:a="http://schemas.openxmlformats.org/drawingml/2006/main">
            <a:off x="10153650" y="2190750"/>
            <a:ext cx="914400" cy="666750"/>
          </a:xfrm>
          <a:prstGeom xmlns:a="http://schemas.openxmlformats.org/drawingml/2006/main" prst="roundRect">
            <a:avLst>
              <a:gd name="adj" fmla="val 11429"/>
            </a:avLst>
          </a:prstGeom>
          <a:solidFill xmlns:a="http://schemas.openxmlformats.org/drawingml/2006/main">
            <a:srgbClr val="F8EAE8"/>
          </a:solidFill>
          <a:ln xmlns:a="http://schemas.openxmlformats.org/drawingml/2006/main" w="19050">
            <a:solidFill>
              <a:srgbClr val="C6473A"/>
            </a:solidFill>
            <a:prstDash val="solid"/>
          </a:ln>
        </p:spPr>
      </p:sp>
      <p:sp>
        <p:nvSpPr>
          <p:cNvPr id="27" name="">
            <a:extLst xmlns:a="http://schemas.openxmlformats.org/drawingml/2006/main">
              <a:ext uri="{FF2B5EF4-FFF2-40B4-BE49-F238E27FC236}">
                <a16:creationId xmlns:a16="http://schemas.microsoft.com/office/drawing/2014/main" id="{AB69DB18-5B53-4538-94EE-7B1EBBF64D3E}"/>
              </a:ext>
            </a:extLst>
          </p:cNvPr>
          <p:cNvSpPr>
            <a:spLocks xmlns:a="http://schemas.openxmlformats.org/drawingml/2006/main" noGrp="1"/>
          </p:cNvSpPr>
          <p:nvPr/>
        </p:nvSpPr>
        <p:spPr>
          <a:xfrm xmlns:a="http://schemas.openxmlformats.org/drawingml/2006/main">
            <a:off x="10153650" y="219075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R12</a:t>
            </a:r>
          </a:p>
        </p:txBody>
      </p:sp>
      <p:sp>
        <p:nvSpPr>
          <p:cNvPr id="28" name="">
            <a:extLst xmlns:a="http://schemas.openxmlformats.org/drawingml/2006/main">
              <a:ext uri="{FF2B5EF4-FFF2-40B4-BE49-F238E27FC236}">
                <a16:creationId xmlns:a16="http://schemas.microsoft.com/office/drawing/2014/main" id="{E2281482-ABE8-42E0-AC60-EC76BFFA77C9}"/>
              </a:ext>
            </a:extLst>
          </p:cNvPr>
          <p:cNvSpPr>
            <a:spLocks xmlns:a="http://schemas.openxmlformats.org/drawingml/2006/main" noGrp="1"/>
          </p:cNvSpPr>
          <p:nvPr/>
        </p:nvSpPr>
        <p:spPr>
          <a:xfrm xmlns:a="http://schemas.openxmlformats.org/drawingml/2006/main">
            <a:off x="6953250" y="3086100"/>
            <a:ext cx="914400" cy="666750"/>
          </a:xfrm>
          <a:prstGeom xmlns:a="http://schemas.openxmlformats.org/drawingml/2006/main" prst="roundRect">
            <a:avLst>
              <a:gd name="adj" fmla="val 11429"/>
            </a:avLst>
          </a:prstGeom>
          <a:solidFill xmlns:a="http://schemas.openxmlformats.org/drawingml/2006/main">
            <a:srgbClr val="E7F4F8"/>
          </a:solidFill>
          <a:ln xmlns:a="http://schemas.openxmlformats.org/drawingml/2006/main" w="19050">
            <a:solidFill>
              <a:srgbClr val="1677A7"/>
            </a:solidFill>
            <a:prstDash val="solid"/>
          </a:ln>
        </p:spPr>
      </p:sp>
      <p:sp>
        <p:nvSpPr>
          <p:cNvPr id="29" name="">
            <a:extLst xmlns:a="http://schemas.openxmlformats.org/drawingml/2006/main">
              <a:ext uri="{FF2B5EF4-FFF2-40B4-BE49-F238E27FC236}">
                <a16:creationId xmlns:a16="http://schemas.microsoft.com/office/drawing/2014/main" id="{6A3E48CF-A3F2-469C-81BA-815CCF402DDD}"/>
              </a:ext>
            </a:extLst>
          </p:cNvPr>
          <p:cNvSpPr>
            <a:spLocks xmlns:a="http://schemas.openxmlformats.org/drawingml/2006/main" noGrp="1"/>
          </p:cNvSpPr>
          <p:nvPr/>
        </p:nvSpPr>
        <p:spPr>
          <a:xfrm xmlns:a="http://schemas.openxmlformats.org/drawingml/2006/main">
            <a:off x="6953250" y="308610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R3</a:t>
            </a:r>
          </a:p>
        </p:txBody>
      </p:sp>
      <p:sp>
        <p:nvSpPr>
          <p:cNvPr id="30" name="">
            <a:extLst xmlns:a="http://schemas.openxmlformats.org/drawingml/2006/main">
              <a:ext uri="{FF2B5EF4-FFF2-40B4-BE49-F238E27FC236}">
                <a16:creationId xmlns:a16="http://schemas.microsoft.com/office/drawing/2014/main" id="{C4E57E44-58BC-463A-ABD5-EFB6083D4503}"/>
              </a:ext>
            </a:extLst>
          </p:cNvPr>
          <p:cNvSpPr>
            <a:spLocks xmlns:a="http://schemas.openxmlformats.org/drawingml/2006/main" noGrp="1"/>
          </p:cNvSpPr>
          <p:nvPr/>
        </p:nvSpPr>
        <p:spPr>
          <a:xfrm xmlns:a="http://schemas.openxmlformats.org/drawingml/2006/main">
            <a:off x="8020050" y="3086100"/>
            <a:ext cx="914400" cy="666750"/>
          </a:xfrm>
          <a:prstGeom xmlns:a="http://schemas.openxmlformats.org/drawingml/2006/main" prst="roundRect">
            <a:avLst>
              <a:gd name="adj" fmla="val 11429"/>
            </a:avLst>
          </a:prstGeom>
          <a:solidFill xmlns:a="http://schemas.openxmlformats.org/drawingml/2006/main">
            <a:srgbClr val="E7F4F8"/>
          </a:solidFill>
          <a:ln xmlns:a="http://schemas.openxmlformats.org/drawingml/2006/main" w="19050">
            <a:solidFill>
              <a:srgbClr val="1677A7"/>
            </a:solidFill>
            <a:prstDash val="solid"/>
          </a:ln>
        </p:spPr>
      </p:sp>
      <p:sp>
        <p:nvSpPr>
          <p:cNvPr id="31" name="">
            <a:extLst xmlns:a="http://schemas.openxmlformats.org/drawingml/2006/main">
              <a:ext uri="{FF2B5EF4-FFF2-40B4-BE49-F238E27FC236}">
                <a16:creationId xmlns:a16="http://schemas.microsoft.com/office/drawing/2014/main" id="{329B011D-AD19-4345-9D73-20D877D412AB}"/>
              </a:ext>
            </a:extLst>
          </p:cNvPr>
          <p:cNvSpPr>
            <a:spLocks xmlns:a="http://schemas.openxmlformats.org/drawingml/2006/main" noGrp="1"/>
          </p:cNvSpPr>
          <p:nvPr/>
        </p:nvSpPr>
        <p:spPr>
          <a:xfrm xmlns:a="http://schemas.openxmlformats.org/drawingml/2006/main">
            <a:off x="8020050" y="308610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R2</a:t>
            </a:r>
          </a:p>
        </p:txBody>
      </p:sp>
      <p:sp>
        <p:nvSpPr>
          <p:cNvPr id="32" name="">
            <a:extLst xmlns:a="http://schemas.openxmlformats.org/drawingml/2006/main">
              <a:ext uri="{FF2B5EF4-FFF2-40B4-BE49-F238E27FC236}">
                <a16:creationId xmlns:a16="http://schemas.microsoft.com/office/drawing/2014/main" id="{FE58C636-29BF-43BA-B828-37F915575A49}"/>
              </a:ext>
            </a:extLst>
          </p:cNvPr>
          <p:cNvSpPr>
            <a:spLocks xmlns:a="http://schemas.openxmlformats.org/drawingml/2006/main" noGrp="1"/>
          </p:cNvSpPr>
          <p:nvPr/>
        </p:nvSpPr>
        <p:spPr>
          <a:xfrm xmlns:a="http://schemas.openxmlformats.org/drawingml/2006/main">
            <a:off x="9086850" y="3086100"/>
            <a:ext cx="914400" cy="666750"/>
          </a:xfrm>
          <a:prstGeom xmlns:a="http://schemas.openxmlformats.org/drawingml/2006/main" prst="roundRect">
            <a:avLst>
              <a:gd name="adj" fmla="val 11429"/>
            </a:avLst>
          </a:prstGeom>
          <a:solidFill xmlns:a="http://schemas.openxmlformats.org/drawingml/2006/main">
            <a:srgbClr val="E7F4F8"/>
          </a:solidFill>
          <a:ln xmlns:a="http://schemas.openxmlformats.org/drawingml/2006/main" w="19050">
            <a:solidFill>
              <a:srgbClr val="1677A7"/>
            </a:solidFill>
            <a:prstDash val="solid"/>
          </a:ln>
        </p:spPr>
      </p:sp>
      <p:sp>
        <p:nvSpPr>
          <p:cNvPr id="33" name="">
            <a:extLst xmlns:a="http://schemas.openxmlformats.org/drawingml/2006/main">
              <a:ext uri="{FF2B5EF4-FFF2-40B4-BE49-F238E27FC236}">
                <a16:creationId xmlns:a16="http://schemas.microsoft.com/office/drawing/2014/main" id="{DDD947FD-CCEF-4EA6-903A-1952F27A2C18}"/>
              </a:ext>
            </a:extLst>
          </p:cNvPr>
          <p:cNvSpPr>
            <a:spLocks xmlns:a="http://schemas.openxmlformats.org/drawingml/2006/main" noGrp="1"/>
          </p:cNvSpPr>
          <p:nvPr/>
        </p:nvSpPr>
        <p:spPr>
          <a:xfrm xmlns:a="http://schemas.openxmlformats.org/drawingml/2006/main">
            <a:off x="9086850" y="308610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R1</a:t>
            </a:r>
          </a:p>
        </p:txBody>
      </p:sp>
      <p:sp>
        <p:nvSpPr>
          <p:cNvPr id="34" name="">
            <a:extLst xmlns:a="http://schemas.openxmlformats.org/drawingml/2006/main">
              <a:ext uri="{FF2B5EF4-FFF2-40B4-BE49-F238E27FC236}">
                <a16:creationId xmlns:a16="http://schemas.microsoft.com/office/drawing/2014/main" id="{88218717-4C4C-459B-B768-1B47F6EF275F}"/>
              </a:ext>
            </a:extLst>
          </p:cNvPr>
          <p:cNvSpPr>
            <a:spLocks xmlns:a="http://schemas.openxmlformats.org/drawingml/2006/main" noGrp="1"/>
          </p:cNvSpPr>
          <p:nvPr/>
        </p:nvSpPr>
        <p:spPr>
          <a:xfrm xmlns:a="http://schemas.openxmlformats.org/drawingml/2006/main">
            <a:off x="10153650" y="3086100"/>
            <a:ext cx="914400" cy="666750"/>
          </a:xfrm>
          <a:prstGeom xmlns:a="http://schemas.openxmlformats.org/drawingml/2006/main" prst="roundRect">
            <a:avLst>
              <a:gd name="adj" fmla="val 11429"/>
            </a:avLst>
          </a:prstGeom>
          <a:solidFill xmlns:a="http://schemas.openxmlformats.org/drawingml/2006/main">
            <a:srgbClr val="E7F4F8"/>
          </a:solidFill>
          <a:ln xmlns:a="http://schemas.openxmlformats.org/drawingml/2006/main" w="19050">
            <a:solidFill>
              <a:srgbClr val="1677A7"/>
            </a:solidFill>
            <a:prstDash val="solid"/>
          </a:ln>
        </p:spPr>
      </p:sp>
      <p:sp>
        <p:nvSpPr>
          <p:cNvPr id="35" name="">
            <a:extLst xmlns:a="http://schemas.openxmlformats.org/drawingml/2006/main">
              <a:ext uri="{FF2B5EF4-FFF2-40B4-BE49-F238E27FC236}">
                <a16:creationId xmlns:a16="http://schemas.microsoft.com/office/drawing/2014/main" id="{63FE5977-C2D8-47BD-95E7-DE179C93B557}"/>
              </a:ext>
            </a:extLst>
          </p:cNvPr>
          <p:cNvSpPr>
            <a:spLocks xmlns:a="http://schemas.openxmlformats.org/drawingml/2006/main" noGrp="1"/>
          </p:cNvSpPr>
          <p:nvPr/>
        </p:nvSpPr>
        <p:spPr>
          <a:xfrm xmlns:a="http://schemas.openxmlformats.org/drawingml/2006/main">
            <a:off x="10153650" y="3086100"/>
            <a:ext cx="914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00" b="1" i="0">
                <a:solidFill>
                  <a:srgbClr val="0B2A4A"/>
                </a:solidFill>
                <a:latin typeface="Tahoma"/>
                <a:ea typeface="Tahoma"/>
                <a:cs typeface="Tahoma"/>
              </a:defRPr>
            </a:pPr>
            <a:r>
              <a:rPr sz="1500" b="1" i="0">
                <a:solidFill>
                  <a:srgbClr val="0B2A4A"/>
                </a:solidFill>
                <a:latin typeface="Tahoma"/>
                <a:ea typeface="Tahoma"/>
                <a:cs typeface="Tahoma"/>
              </a:rPr>
              <a:t>R0</a:t>
            </a:r>
          </a:p>
        </p:txBody>
      </p:sp>
      <p:sp>
        <p:nvSpPr>
          <p:cNvPr id="36" name="">
            <a:extLst xmlns:a="http://schemas.openxmlformats.org/drawingml/2006/main">
              <a:ext uri="{FF2B5EF4-FFF2-40B4-BE49-F238E27FC236}">
                <a16:creationId xmlns:a16="http://schemas.microsoft.com/office/drawing/2014/main" id="{73C20C48-E633-40B7-9507-9B1C8ABE6D29}"/>
              </a:ext>
            </a:extLst>
          </p:cNvPr>
          <p:cNvSpPr>
            <a:spLocks xmlns:a="http://schemas.openxmlformats.org/drawingml/2006/main" noGrp="1"/>
          </p:cNvSpPr>
          <p:nvPr/>
        </p:nvSpPr>
        <p:spPr>
          <a:xfrm xmlns:a="http://schemas.openxmlformats.org/drawingml/2006/main">
            <a:off x="6953250" y="4133850"/>
            <a:ext cx="411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i="0">
                <a:solidFill>
                  <a:srgbClr val="0B2A4A"/>
                </a:solidFill>
                <a:latin typeface="Tahoma"/>
                <a:ea typeface="Tahoma"/>
                <a:cs typeface="Tahoma"/>
              </a:defRPr>
            </a:pPr>
            <a:r>
              <a:rPr sz="1350" b="1" i="0">
                <a:solidFill>
                  <a:srgbClr val="0B2A4A"/>
                </a:solidFill>
                <a:latin typeface="Tahoma"/>
                <a:ea typeface="Tahoma"/>
                <a:cs typeface="Tahoma"/>
              </a:rPr>
              <a:t>R0-R3, R12, LR, PC, xPSR = 32 bytes</a:t>
            </a:r>
          </a:p>
        </p:txBody>
      </p:sp>
      <p:sp>
        <p:nvSpPr>
          <p:cNvPr id="37" name="">
            <a:extLst xmlns:a="http://schemas.openxmlformats.org/drawingml/2006/main">
              <a:ext uri="{FF2B5EF4-FFF2-40B4-BE49-F238E27FC236}">
                <a16:creationId xmlns:a16="http://schemas.microsoft.com/office/drawing/2014/main" id="{5152E6DB-C26A-404B-8B3D-30864858C61D}"/>
              </a:ext>
            </a:extLst>
          </p:cNvPr>
          <p:cNvSpPr>
            <a:spLocks xmlns:a="http://schemas.openxmlformats.org/drawingml/2006/main" noGrp="1"/>
          </p:cNvSpPr>
          <p:nvPr/>
        </p:nvSpPr>
        <p:spPr>
          <a:xfrm xmlns:a="http://schemas.openxmlformats.org/drawingml/2006/main">
            <a:off x="6953250" y="4533900"/>
            <a:ext cx="4114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D1493F"/>
                </a:solidFill>
                <a:latin typeface="Tahoma"/>
                <a:ea typeface="Tahoma"/>
                <a:cs typeface="Tahoma"/>
              </a:defRPr>
            </a:pPr>
            <a:r>
              <a:rPr sz="1275" b="1" i="0">
                <a:solidFill>
                  <a:srgbClr val="D1493F"/>
                </a:solidFill>
                <a:latin typeface="Tahoma"/>
                <a:ea typeface="Tahoma"/>
                <a:cs typeface="Tahoma"/>
              </a:rPr>
              <a:t>EXC_RETURN → Hardware unstack</a:t>
            </a:r>
          </a:p>
        </p:txBody>
      </p:sp>
      <p:sp>
        <p:nvSpPr>
          <p:cNvPr id="38" name="">
            <a:extLst xmlns:a="http://schemas.openxmlformats.org/drawingml/2006/main">
              <a:ext uri="{FF2B5EF4-FFF2-40B4-BE49-F238E27FC236}">
                <a16:creationId xmlns:a16="http://schemas.microsoft.com/office/drawing/2014/main" id="{D4F9B3F8-CBFB-4353-8A4F-3006D14D0546}"/>
              </a:ext>
            </a:extLst>
          </p:cNvPr>
          <p:cNvSpPr>
            <a:spLocks xmlns:a="http://schemas.openxmlformats.org/drawingml/2006/main" noGrp="1"/>
          </p:cNvSpPr>
          <p:nvPr/>
        </p:nvSpPr>
        <p:spPr>
          <a:xfrm xmlns:a="http://schemas.openxmlformats.org/drawingml/2006/main">
            <a:off x="876300" y="5238750"/>
            <a:ext cx="10287000" cy="704850"/>
          </a:xfrm>
          <a:prstGeom xmlns:a="http://schemas.openxmlformats.org/drawingml/2006/main" prst="roundRect">
            <a:avLst>
              <a:gd name="adj" fmla="val 16216"/>
            </a:avLst>
          </a:prstGeom>
          <a:solidFill xmlns:a="http://schemas.openxmlformats.org/drawingml/2006/main">
            <a:srgbClr val="0B2A4A"/>
          </a:solidFill>
          <a:ln xmlns:a="http://schemas.openxmlformats.org/drawingml/2006/main" w="9525">
            <a:solidFill>
              <a:srgbClr val="0B2A4A"/>
            </a:solidFill>
            <a:prstDash val="solid"/>
          </a:ln>
        </p:spPr>
      </p:sp>
      <p:sp>
        <p:nvSpPr>
          <p:cNvPr id="39" name="">
            <a:extLst xmlns:a="http://schemas.openxmlformats.org/drawingml/2006/main">
              <a:ext uri="{FF2B5EF4-FFF2-40B4-BE49-F238E27FC236}">
                <a16:creationId xmlns:a16="http://schemas.microsoft.com/office/drawing/2014/main" id="{A4D26B6F-20E8-4C2C-8940-8D7623C4A4CD}"/>
              </a:ext>
            </a:extLst>
          </p:cNvPr>
          <p:cNvSpPr>
            <a:spLocks xmlns:a="http://schemas.openxmlformats.org/drawingml/2006/main" noGrp="1"/>
          </p:cNvSpPr>
          <p:nvPr/>
        </p:nvSpPr>
        <p:spPr>
          <a:xfrm xmlns:a="http://schemas.openxmlformats.org/drawingml/2006/main">
            <a:off x="1162050" y="5238750"/>
            <a:ext cx="971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i="0">
                <a:solidFill>
                  <a:srgbClr val="FFFFFF"/>
                </a:solidFill>
                <a:latin typeface="Tahoma"/>
                <a:ea typeface="Tahoma"/>
                <a:cs typeface="Tahoma"/>
              </a:defRPr>
            </a:pPr>
            <a:r>
              <a:rPr sz="1725" b="1" i="0">
                <a:solidFill>
                  <a:srgbClr val="FFFFFF"/>
                </a:solidFill>
                <a:latin typeface="Tahoma"/>
                <a:ea typeface="Tahoma"/>
                <a:cs typeface="Tahoma"/>
              </a:rPr>
              <a:t>อย่าเหมารวม: Full-context stacking ไม่ได้เกิดด้วย Hardware ในทุกสถาปัตยกรรม</a:t>
            </a:r>
          </a:p>
        </p:txBody>
      </p:sp>
      <p:sp>
        <p:nvSpPr>
          <p:cNvPr id="40" name="">
            <a:extLst xmlns:a="http://schemas.openxmlformats.org/drawingml/2006/main">
              <a:ext uri="{FF2B5EF4-FFF2-40B4-BE49-F238E27FC236}">
                <a16:creationId xmlns:a16="http://schemas.microsoft.com/office/drawing/2014/main" id="{D393E151-0DED-4005-81EA-91C9EFAE2532}"/>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1" name="">
            <a:extLst xmlns:a="http://schemas.openxmlformats.org/drawingml/2006/main">
              <a:ext uri="{FF2B5EF4-FFF2-40B4-BE49-F238E27FC236}">
                <a16:creationId xmlns:a16="http://schemas.microsoft.com/office/drawing/2014/main" id="{3825B9BC-0659-4993-9861-19CF7E4C8987}"/>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825" b="0" i="0">
                <a:solidFill>
                  <a:srgbClr val="667382"/>
                </a:solidFill>
                <a:latin typeface="Tahoma"/>
                <a:ea typeface="Tahoma"/>
                <a:cs typeface="Tahoma"/>
              </a:defRPr>
            </a:pPr>
            <a:r>
              <a:rPr sz="825" b="0" i="0">
                <a:solidFill>
                  <a:srgbClr val="667382"/>
                </a:solidFill>
                <a:latin typeface="Tahoma"/>
                <a:ea typeface="Tahoma"/>
                <a:cs typeface="Tahoma"/>
              </a:rPr>
              <a:t>อ้างอิงหัวข้อ: [3] Lecture 3 หน้า 9,12 • [4] Lecture 4 หน้า 28 • [6] ATmega หน้า 26,33-35 • [7] Yiu หน้า 172-175</a:t>
            </a:r>
          </a:p>
        </p:txBody>
      </p:sp>
      <p:sp>
        <p:nvSpPr>
          <p:cNvPr id="42" name="">
            <a:extLst xmlns:a="http://schemas.openxmlformats.org/drawingml/2006/main">
              <a:ext uri="{FF2B5EF4-FFF2-40B4-BE49-F238E27FC236}">
                <a16:creationId xmlns:a16="http://schemas.microsoft.com/office/drawing/2014/main" id="{F6996964-9410-4F90-A4A5-2563742DFB01}"/>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825" b="0" i="0">
                <a:solidFill>
                  <a:srgbClr val="667382"/>
                </a:solidFill>
                <a:latin typeface="Tahoma"/>
                <a:ea typeface="Tahoma"/>
                <a:cs typeface="Tahoma"/>
              </a:defRPr>
            </a:pPr>
            <a:r>
              <a:rPr sz="825" b="0" i="0">
                <a:solidFill>
                  <a:srgbClr val="667382"/>
                </a:solidFill>
                <a:latin typeface="Tahoma"/>
                <a:ea typeface="Tahoma"/>
                <a:cs typeface="Tahoma"/>
              </a:rPr>
              <a:t>305341 Embedded System 1 • ธีรภัทร 66362416 • 04</a:t>
            </a:r>
          </a:p>
        </p:txBody>
      </p:sp>
    </p:spTree>
    <p:extLst>
      <p:ext uri="{BB962C8B-B14F-4D97-AF65-F5344CB8AC3E}">
        <p14:creationId xmlns:p14="http://schemas.microsoft.com/office/powerpoint/2010/main" val="1602941000"/>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2EE31CAA-E771-4307-8612-DBBB50AE2AA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89B3C"/>
          </a:solidFill>
          <a:ln xmlns:a="http://schemas.openxmlformats.org/drawingml/2006/main" w="9525">
            <a:solidFill>
              <a:srgbClr val="C89B3C"/>
            </a:solidFill>
            <a:prstDash val="solid"/>
          </a:ln>
        </p:spPr>
      </p:sp>
      <p:sp>
        <p:nvSpPr>
          <p:cNvPr id="2" name="">
            <a:extLst xmlns:a="http://schemas.openxmlformats.org/drawingml/2006/main">
              <a:ext uri="{FF2B5EF4-FFF2-40B4-BE49-F238E27FC236}">
                <a16:creationId xmlns:a16="http://schemas.microsoft.com/office/drawing/2014/main" id="{BA90DDE6-408D-45DC-9010-057B4E5C1A47}"/>
              </a:ext>
            </a:extLst>
          </p:cNvPr>
          <p:cNvSpPr>
            <a:spLocks xmlns:a="http://schemas.openxmlformats.org/drawingml/2006/main" noGrp="1"/>
          </p:cNvSpPr>
          <p:nvPr/>
        </p:nvSpPr>
        <p:spPr>
          <a:xfrm xmlns:a="http://schemas.openxmlformats.org/drawingml/2006/main">
            <a:off x="609600" y="30480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050" b="1" i="0">
                <a:solidFill>
                  <a:srgbClr val="1677A7"/>
                </a:solidFill>
                <a:latin typeface="Tahoma"/>
                <a:ea typeface="Tahoma"/>
                <a:cs typeface="Tahoma"/>
              </a:defRPr>
            </a:pPr>
            <a:r>
              <a:rPr sz="1050" b="1" i="0">
                <a:solidFill>
                  <a:srgbClr val="1677A7"/>
                </a:solidFill>
                <a:latin typeface="Tahoma"/>
                <a:ea typeface="Tahoma"/>
                <a:cs typeface="Tahoma"/>
              </a:rPr>
              <a:t>REFERENCES • เอกสารอ้างอิง</a:t>
            </a:r>
          </a:p>
        </p:txBody>
      </p:sp>
      <p:sp>
        <p:nvSpPr>
          <p:cNvPr id="3" name="">
            <a:extLst xmlns:a="http://schemas.openxmlformats.org/drawingml/2006/main">
              <a:ext uri="{FF2B5EF4-FFF2-40B4-BE49-F238E27FC236}">
                <a16:creationId xmlns:a16="http://schemas.microsoft.com/office/drawing/2014/main" id="{58643DBB-CE3E-46C2-8B65-138571B4A1B5}"/>
              </a:ext>
            </a:extLst>
          </p:cNvPr>
          <p:cNvSpPr>
            <a:spLocks xmlns:a="http://schemas.openxmlformats.org/drawingml/2006/main" noGrp="1"/>
          </p:cNvSpPr>
          <p:nvPr/>
        </p:nvSpPr>
        <p:spPr>
          <a:xfrm xmlns:a="http://schemas.openxmlformats.org/drawingml/2006/main">
            <a:off x="609600" y="571500"/>
            <a:ext cx="1028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2700" b="1" i="0">
                <a:solidFill>
                  <a:srgbClr val="0B2A4A"/>
                </a:solidFill>
                <a:latin typeface="Tahoma"/>
                <a:ea typeface="Tahoma"/>
                <a:cs typeface="Tahoma"/>
              </a:defRPr>
            </a:pPr>
            <a:r>
              <a:rPr sz="2700" b="1" i="0">
                <a:solidFill>
                  <a:srgbClr val="0B2A4A"/>
                </a:solidFill>
                <a:latin typeface="Tahoma"/>
                <a:ea typeface="Tahoma"/>
                <a:cs typeface="Tahoma"/>
              </a:rPr>
              <a:t>เอกสารอ้างอิงตามรูปแบบรายวิชา</a:t>
            </a:r>
          </a:p>
        </p:txBody>
      </p:sp>
      <p:sp>
        <p:nvSpPr>
          <p:cNvPr id="4" name="">
            <a:extLst xmlns:a="http://schemas.openxmlformats.org/drawingml/2006/main">
              <a:ext uri="{FF2B5EF4-FFF2-40B4-BE49-F238E27FC236}">
                <a16:creationId xmlns:a16="http://schemas.microsoft.com/office/drawing/2014/main" id="{12E78E2C-E698-44E8-8C0E-20DE06A551D3}"/>
              </a:ext>
            </a:extLst>
          </p:cNvPr>
          <p:cNvSpPr>
            <a:spLocks xmlns:a="http://schemas.openxmlformats.org/drawingml/2006/main" noGrp="1"/>
          </p:cNvSpPr>
          <p:nvPr/>
        </p:nvSpPr>
        <p:spPr>
          <a:xfrm xmlns:a="http://schemas.openxmlformats.org/drawingml/2006/main">
            <a:off x="11191875" y="400050"/>
            <a:ext cx="41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1200" b="1" i="0">
                <a:solidFill>
                  <a:srgbClr val="C89B3C"/>
                </a:solidFill>
                <a:latin typeface="Tahoma"/>
                <a:ea typeface="Tahoma"/>
                <a:cs typeface="Tahoma"/>
              </a:defRPr>
            </a:pPr>
            <a:r>
              <a:rPr sz="1200" b="1" i="0">
                <a:solidFill>
                  <a:srgbClr val="C89B3C"/>
                </a:solidFill>
                <a:latin typeface="Tahoma"/>
                <a:ea typeface="Tahoma"/>
                <a:cs typeface="Tahoma"/>
              </a:rPr>
              <a:t>05</a:t>
            </a:r>
          </a:p>
        </p:txBody>
      </p:sp>
      <p:sp>
        <p:nvSpPr>
          <p:cNvPr id="5" name="">
            <a:extLst xmlns:a="http://schemas.openxmlformats.org/drawingml/2006/main">
              <a:ext uri="{FF2B5EF4-FFF2-40B4-BE49-F238E27FC236}">
                <a16:creationId xmlns:a16="http://schemas.microsoft.com/office/drawing/2014/main" id="{61798641-CA8D-405E-90FA-52FF36441BD6}"/>
              </a:ext>
            </a:extLst>
          </p:cNvPr>
          <p:cNvSpPr>
            <a:spLocks xmlns:a="http://schemas.openxmlformats.org/drawingml/2006/main" noGrp="1"/>
          </p:cNvSpPr>
          <p:nvPr/>
        </p:nvSpPr>
        <p:spPr>
          <a:xfrm xmlns:a="http://schemas.openxmlformats.org/drawingml/2006/main">
            <a:off x="609600" y="120015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6" name="">
            <a:extLst xmlns:a="http://schemas.openxmlformats.org/drawingml/2006/main">
              <a:ext uri="{FF2B5EF4-FFF2-40B4-BE49-F238E27FC236}">
                <a16:creationId xmlns:a16="http://schemas.microsoft.com/office/drawing/2014/main" id="{487FB089-F611-4779-A965-6F7717B48AC2}"/>
              </a:ext>
            </a:extLst>
          </p:cNvPr>
          <p:cNvSpPr>
            <a:spLocks xmlns:a="http://schemas.openxmlformats.org/drawingml/2006/main" noGrp="1"/>
          </p:cNvSpPr>
          <p:nvPr/>
        </p:nvSpPr>
        <p:spPr>
          <a:xfrm xmlns:a="http://schemas.openxmlformats.org/drawingml/2006/main">
            <a:off x="666750" y="15621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[1]</a:t>
            </a:r>
          </a:p>
        </p:txBody>
      </p:sp>
      <p:sp>
        <p:nvSpPr>
          <p:cNvPr id="7" name="">
            <a:extLst xmlns:a="http://schemas.openxmlformats.org/drawingml/2006/main">
              <a:ext uri="{FF2B5EF4-FFF2-40B4-BE49-F238E27FC236}">
                <a16:creationId xmlns:a16="http://schemas.microsoft.com/office/drawing/2014/main" id="{A8AF7D80-B0AC-4AD2-AFDC-29EECE175A9D}"/>
              </a:ext>
            </a:extLst>
          </p:cNvPr>
          <p:cNvSpPr>
            <a:spLocks xmlns:a="http://schemas.openxmlformats.org/drawingml/2006/main" noGrp="1"/>
          </p:cNvSpPr>
          <p:nvPr/>
        </p:nvSpPr>
        <p:spPr>
          <a:xfrm xmlns:a="http://schemas.openxmlformats.org/drawingml/2006/main">
            <a:off x="1257300" y="1562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0B2A4A"/>
                </a:solidFill>
                <a:latin typeface="Tahoma"/>
                <a:ea typeface="Tahoma"/>
                <a:cs typeface="Tahoma"/>
              </a:defRPr>
            </a:pPr>
            <a:r>
              <a:rPr sz="1275" b="1" i="0">
                <a:solidFill>
                  <a:srgbClr val="0B2A4A"/>
                </a:solidFill>
                <a:latin typeface="Tahoma"/>
                <a:ea typeface="Tahoma"/>
                <a:cs typeface="Tahoma"/>
              </a:rPr>
              <a:t>เอกสารประกอบการสอน 305341. (ม.ป.ป.).</a:t>
            </a:r>
          </a:p>
        </p:txBody>
      </p:sp>
      <p:sp>
        <p:nvSpPr>
          <p:cNvPr id="8" name="">
            <a:extLst xmlns:a="http://schemas.openxmlformats.org/drawingml/2006/main">
              <a:ext uri="{FF2B5EF4-FFF2-40B4-BE49-F238E27FC236}">
                <a16:creationId xmlns:a16="http://schemas.microsoft.com/office/drawing/2014/main" id="{15DC202B-64CD-46DC-91C3-0DF1265296D1}"/>
              </a:ext>
            </a:extLst>
          </p:cNvPr>
          <p:cNvSpPr>
            <a:spLocks xmlns:a="http://schemas.openxmlformats.org/drawingml/2006/main" noGrp="1"/>
          </p:cNvSpPr>
          <p:nvPr/>
        </p:nvSpPr>
        <p:spPr>
          <a:xfrm xmlns:a="http://schemas.openxmlformats.org/drawingml/2006/main">
            <a:off x="1257300" y="19431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163" b="0" i="0">
                <a:solidFill>
                  <a:srgbClr val="667382"/>
                </a:solidFill>
                <a:latin typeface="Tahoma"/>
                <a:ea typeface="Tahoma"/>
                <a:cs typeface="Tahoma"/>
              </a:defRPr>
            </a:pPr>
            <a:r>
              <a:rPr sz="1163" b="0" i="0">
                <a:solidFill>
                  <a:srgbClr val="667382"/>
                </a:solidFill>
                <a:latin typeface="Tahoma"/>
                <a:ea typeface="Tahoma"/>
                <a:cs typeface="Tahoma"/>
              </a:rPr>
              <a:t>Lecture 1, หน้า 18, 25. มหาวิทยาลัยนเรศวร.</a:t>
            </a:r>
          </a:p>
        </p:txBody>
      </p:sp>
      <p:sp>
        <p:nvSpPr>
          <p:cNvPr id="9" name="">
            <a:extLst xmlns:a="http://schemas.openxmlformats.org/drawingml/2006/main">
              <a:ext uri="{FF2B5EF4-FFF2-40B4-BE49-F238E27FC236}">
                <a16:creationId xmlns:a16="http://schemas.microsoft.com/office/drawing/2014/main" id="{5A8E03C6-8122-4635-8947-469E1E6B7A37}"/>
              </a:ext>
            </a:extLst>
          </p:cNvPr>
          <p:cNvSpPr>
            <a:spLocks xmlns:a="http://schemas.openxmlformats.org/drawingml/2006/main" noGrp="1"/>
          </p:cNvSpPr>
          <p:nvPr/>
        </p:nvSpPr>
        <p:spPr>
          <a:xfrm xmlns:a="http://schemas.openxmlformats.org/drawingml/2006/main">
            <a:off x="1257300" y="25146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10" name="">
            <a:extLst xmlns:a="http://schemas.openxmlformats.org/drawingml/2006/main">
              <a:ext uri="{FF2B5EF4-FFF2-40B4-BE49-F238E27FC236}">
                <a16:creationId xmlns:a16="http://schemas.microsoft.com/office/drawing/2014/main" id="{09F4442A-97A6-465D-9CAF-CB7D618F547B}"/>
              </a:ext>
            </a:extLst>
          </p:cNvPr>
          <p:cNvSpPr>
            <a:spLocks xmlns:a="http://schemas.openxmlformats.org/drawingml/2006/main" noGrp="1"/>
          </p:cNvSpPr>
          <p:nvPr/>
        </p:nvSpPr>
        <p:spPr>
          <a:xfrm xmlns:a="http://schemas.openxmlformats.org/drawingml/2006/main">
            <a:off x="666750" y="26289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[2]</a:t>
            </a:r>
          </a:p>
        </p:txBody>
      </p:sp>
      <p:sp>
        <p:nvSpPr>
          <p:cNvPr id="11" name="">
            <a:extLst xmlns:a="http://schemas.openxmlformats.org/drawingml/2006/main">
              <a:ext uri="{FF2B5EF4-FFF2-40B4-BE49-F238E27FC236}">
                <a16:creationId xmlns:a16="http://schemas.microsoft.com/office/drawing/2014/main" id="{36870750-1FA9-400F-AFAF-6FCB5934915D}"/>
              </a:ext>
            </a:extLst>
          </p:cNvPr>
          <p:cNvSpPr>
            <a:spLocks xmlns:a="http://schemas.openxmlformats.org/drawingml/2006/main" noGrp="1"/>
          </p:cNvSpPr>
          <p:nvPr/>
        </p:nvSpPr>
        <p:spPr>
          <a:xfrm xmlns:a="http://schemas.openxmlformats.org/drawingml/2006/main">
            <a:off x="1257300" y="26289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0B2A4A"/>
                </a:solidFill>
                <a:latin typeface="Tahoma"/>
                <a:ea typeface="Tahoma"/>
                <a:cs typeface="Tahoma"/>
              </a:defRPr>
            </a:pPr>
            <a:r>
              <a:rPr sz="1275" b="1" i="0">
                <a:solidFill>
                  <a:srgbClr val="0B2A4A"/>
                </a:solidFill>
                <a:latin typeface="Tahoma"/>
                <a:ea typeface="Tahoma"/>
                <a:cs typeface="Tahoma"/>
              </a:rPr>
              <a:t>เอกสารประกอบการสอน 305341. (ม.ป.ป.).</a:t>
            </a:r>
          </a:p>
        </p:txBody>
      </p:sp>
      <p:sp>
        <p:nvSpPr>
          <p:cNvPr id="12" name="">
            <a:extLst xmlns:a="http://schemas.openxmlformats.org/drawingml/2006/main">
              <a:ext uri="{FF2B5EF4-FFF2-40B4-BE49-F238E27FC236}">
                <a16:creationId xmlns:a16="http://schemas.microsoft.com/office/drawing/2014/main" id="{DEA45258-BBD3-4DE5-8563-840F9EB2D68E}"/>
              </a:ext>
            </a:extLst>
          </p:cNvPr>
          <p:cNvSpPr>
            <a:spLocks xmlns:a="http://schemas.openxmlformats.org/drawingml/2006/main" noGrp="1"/>
          </p:cNvSpPr>
          <p:nvPr/>
        </p:nvSpPr>
        <p:spPr>
          <a:xfrm xmlns:a="http://schemas.openxmlformats.org/drawingml/2006/main">
            <a:off x="1257300" y="3009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163" b="0" i="0">
                <a:solidFill>
                  <a:srgbClr val="667382"/>
                </a:solidFill>
                <a:latin typeface="Tahoma"/>
                <a:ea typeface="Tahoma"/>
                <a:cs typeface="Tahoma"/>
              </a:defRPr>
            </a:pPr>
            <a:r>
              <a:rPr sz="1163" b="0" i="0">
                <a:solidFill>
                  <a:srgbClr val="667382"/>
                </a:solidFill>
                <a:latin typeface="Tahoma"/>
                <a:ea typeface="Tahoma"/>
                <a:cs typeface="Tahoma"/>
              </a:rPr>
              <a:t>Lecture 2, หน้า 2-3. มหาวิทยาลัยนเรศวร.</a:t>
            </a:r>
          </a:p>
        </p:txBody>
      </p:sp>
      <p:sp>
        <p:nvSpPr>
          <p:cNvPr id="13" name="">
            <a:extLst xmlns:a="http://schemas.openxmlformats.org/drawingml/2006/main">
              <a:ext uri="{FF2B5EF4-FFF2-40B4-BE49-F238E27FC236}">
                <a16:creationId xmlns:a16="http://schemas.microsoft.com/office/drawing/2014/main" id="{CD7D7C6C-0810-4EC6-B0AE-7DE35CD6B772}"/>
              </a:ext>
            </a:extLst>
          </p:cNvPr>
          <p:cNvSpPr>
            <a:spLocks xmlns:a="http://schemas.openxmlformats.org/drawingml/2006/main" noGrp="1"/>
          </p:cNvSpPr>
          <p:nvPr/>
        </p:nvSpPr>
        <p:spPr>
          <a:xfrm xmlns:a="http://schemas.openxmlformats.org/drawingml/2006/main">
            <a:off x="1257300" y="35814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14" name="">
            <a:extLst xmlns:a="http://schemas.openxmlformats.org/drawingml/2006/main">
              <a:ext uri="{FF2B5EF4-FFF2-40B4-BE49-F238E27FC236}">
                <a16:creationId xmlns:a16="http://schemas.microsoft.com/office/drawing/2014/main" id="{F9489622-5342-49F6-BE9F-59AD6ED7B7D3}"/>
              </a:ext>
            </a:extLst>
          </p:cNvPr>
          <p:cNvSpPr>
            <a:spLocks xmlns:a="http://schemas.openxmlformats.org/drawingml/2006/main" noGrp="1"/>
          </p:cNvSpPr>
          <p:nvPr/>
        </p:nvSpPr>
        <p:spPr>
          <a:xfrm xmlns:a="http://schemas.openxmlformats.org/drawingml/2006/main">
            <a:off x="666750" y="36957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[3]</a:t>
            </a:r>
          </a:p>
        </p:txBody>
      </p:sp>
      <p:sp>
        <p:nvSpPr>
          <p:cNvPr id="15" name="">
            <a:extLst xmlns:a="http://schemas.openxmlformats.org/drawingml/2006/main">
              <a:ext uri="{FF2B5EF4-FFF2-40B4-BE49-F238E27FC236}">
                <a16:creationId xmlns:a16="http://schemas.microsoft.com/office/drawing/2014/main" id="{40C4A201-064F-4FEA-8254-69C36A2C3532}"/>
              </a:ext>
            </a:extLst>
          </p:cNvPr>
          <p:cNvSpPr>
            <a:spLocks xmlns:a="http://schemas.openxmlformats.org/drawingml/2006/main" noGrp="1"/>
          </p:cNvSpPr>
          <p:nvPr/>
        </p:nvSpPr>
        <p:spPr>
          <a:xfrm xmlns:a="http://schemas.openxmlformats.org/drawingml/2006/main">
            <a:off x="1257300" y="3695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0B2A4A"/>
                </a:solidFill>
                <a:latin typeface="Tahoma"/>
                <a:ea typeface="Tahoma"/>
                <a:cs typeface="Tahoma"/>
              </a:defRPr>
            </a:pPr>
            <a:r>
              <a:rPr sz="1275" b="1" i="0">
                <a:solidFill>
                  <a:srgbClr val="0B2A4A"/>
                </a:solidFill>
                <a:latin typeface="Tahoma"/>
                <a:ea typeface="Tahoma"/>
                <a:cs typeface="Tahoma"/>
              </a:rPr>
              <a:t>เอกสารประกอบการสอน 305341. (ม.ป.ป.).</a:t>
            </a:r>
          </a:p>
        </p:txBody>
      </p:sp>
      <p:sp>
        <p:nvSpPr>
          <p:cNvPr id="16" name="">
            <a:extLst xmlns:a="http://schemas.openxmlformats.org/drawingml/2006/main">
              <a:ext uri="{FF2B5EF4-FFF2-40B4-BE49-F238E27FC236}">
                <a16:creationId xmlns:a16="http://schemas.microsoft.com/office/drawing/2014/main" id="{8038C396-79C1-435B-A910-8DCE3755F6F4}"/>
              </a:ext>
            </a:extLst>
          </p:cNvPr>
          <p:cNvSpPr>
            <a:spLocks xmlns:a="http://schemas.openxmlformats.org/drawingml/2006/main" noGrp="1"/>
          </p:cNvSpPr>
          <p:nvPr/>
        </p:nvSpPr>
        <p:spPr>
          <a:xfrm xmlns:a="http://schemas.openxmlformats.org/drawingml/2006/main">
            <a:off x="1257300" y="40767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163" b="0" i="0">
                <a:solidFill>
                  <a:srgbClr val="667382"/>
                </a:solidFill>
                <a:latin typeface="Tahoma"/>
                <a:ea typeface="Tahoma"/>
                <a:cs typeface="Tahoma"/>
              </a:defRPr>
            </a:pPr>
            <a:r>
              <a:rPr sz="1163" b="0" i="0">
                <a:solidFill>
                  <a:srgbClr val="667382"/>
                </a:solidFill>
                <a:latin typeface="Tahoma"/>
                <a:ea typeface="Tahoma"/>
                <a:cs typeface="Tahoma"/>
              </a:rPr>
              <a:t>Lecture 3, หน้า 9, 12. มหาวิทยาลัยนเรศวร.</a:t>
            </a:r>
          </a:p>
        </p:txBody>
      </p:sp>
      <p:sp>
        <p:nvSpPr>
          <p:cNvPr id="17" name="">
            <a:extLst xmlns:a="http://schemas.openxmlformats.org/drawingml/2006/main">
              <a:ext uri="{FF2B5EF4-FFF2-40B4-BE49-F238E27FC236}">
                <a16:creationId xmlns:a16="http://schemas.microsoft.com/office/drawing/2014/main" id="{1E78AD56-BDBE-42F1-B76C-E102CB98A487}"/>
              </a:ext>
            </a:extLst>
          </p:cNvPr>
          <p:cNvSpPr>
            <a:spLocks xmlns:a="http://schemas.openxmlformats.org/drawingml/2006/main" noGrp="1"/>
          </p:cNvSpPr>
          <p:nvPr/>
        </p:nvSpPr>
        <p:spPr>
          <a:xfrm xmlns:a="http://schemas.openxmlformats.org/drawingml/2006/main">
            <a:off x="1257300" y="46482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18" name="">
            <a:extLst xmlns:a="http://schemas.openxmlformats.org/drawingml/2006/main">
              <a:ext uri="{FF2B5EF4-FFF2-40B4-BE49-F238E27FC236}">
                <a16:creationId xmlns:a16="http://schemas.microsoft.com/office/drawing/2014/main" id="{6BD5416E-2E49-4CF1-85F9-C3230CD72038}"/>
              </a:ext>
            </a:extLst>
          </p:cNvPr>
          <p:cNvSpPr>
            <a:spLocks xmlns:a="http://schemas.openxmlformats.org/drawingml/2006/main" noGrp="1"/>
          </p:cNvSpPr>
          <p:nvPr/>
        </p:nvSpPr>
        <p:spPr>
          <a:xfrm xmlns:a="http://schemas.openxmlformats.org/drawingml/2006/main">
            <a:off x="666750" y="4762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[4]</a:t>
            </a:r>
          </a:p>
        </p:txBody>
      </p:sp>
      <p:sp>
        <p:nvSpPr>
          <p:cNvPr id="19" name="">
            <a:extLst xmlns:a="http://schemas.openxmlformats.org/drawingml/2006/main">
              <a:ext uri="{FF2B5EF4-FFF2-40B4-BE49-F238E27FC236}">
                <a16:creationId xmlns:a16="http://schemas.microsoft.com/office/drawing/2014/main" id="{56FF6D57-59D1-4F31-9B27-32BC4EE8C6B0}"/>
              </a:ext>
            </a:extLst>
          </p:cNvPr>
          <p:cNvSpPr>
            <a:spLocks xmlns:a="http://schemas.openxmlformats.org/drawingml/2006/main" noGrp="1"/>
          </p:cNvSpPr>
          <p:nvPr/>
        </p:nvSpPr>
        <p:spPr>
          <a:xfrm xmlns:a="http://schemas.openxmlformats.org/drawingml/2006/main">
            <a:off x="1257300" y="47625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0B2A4A"/>
                </a:solidFill>
                <a:latin typeface="Tahoma"/>
                <a:ea typeface="Tahoma"/>
                <a:cs typeface="Tahoma"/>
              </a:defRPr>
            </a:pPr>
            <a:r>
              <a:rPr sz="1275" b="1" i="0">
                <a:solidFill>
                  <a:srgbClr val="0B2A4A"/>
                </a:solidFill>
                <a:latin typeface="Tahoma"/>
                <a:ea typeface="Tahoma"/>
                <a:cs typeface="Tahoma"/>
              </a:rPr>
              <a:t>เอกสารประกอบการสอน 305341. (ม.ป.ป.).</a:t>
            </a:r>
          </a:p>
        </p:txBody>
      </p:sp>
      <p:sp>
        <p:nvSpPr>
          <p:cNvPr id="20" name="">
            <a:extLst xmlns:a="http://schemas.openxmlformats.org/drawingml/2006/main">
              <a:ext uri="{FF2B5EF4-FFF2-40B4-BE49-F238E27FC236}">
                <a16:creationId xmlns:a16="http://schemas.microsoft.com/office/drawing/2014/main" id="{535ABCEB-FF48-4993-BB85-1A0D2A53FB3E}"/>
              </a:ext>
            </a:extLst>
          </p:cNvPr>
          <p:cNvSpPr>
            <a:spLocks xmlns:a="http://schemas.openxmlformats.org/drawingml/2006/main" noGrp="1"/>
          </p:cNvSpPr>
          <p:nvPr/>
        </p:nvSpPr>
        <p:spPr>
          <a:xfrm xmlns:a="http://schemas.openxmlformats.org/drawingml/2006/main">
            <a:off x="1257300" y="51435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163" b="0" i="0">
                <a:solidFill>
                  <a:srgbClr val="667382"/>
                </a:solidFill>
                <a:latin typeface="Tahoma"/>
                <a:ea typeface="Tahoma"/>
                <a:cs typeface="Tahoma"/>
              </a:defRPr>
            </a:pPr>
            <a:r>
              <a:rPr sz="1163" b="0" i="0">
                <a:solidFill>
                  <a:srgbClr val="667382"/>
                </a:solidFill>
                <a:latin typeface="Tahoma"/>
                <a:ea typeface="Tahoma"/>
                <a:cs typeface="Tahoma"/>
              </a:rPr>
              <a:t>Lecture 4, หน้า 28. มหาวิทยาลัยนเรศวร.</a:t>
            </a:r>
          </a:p>
        </p:txBody>
      </p:sp>
      <p:sp>
        <p:nvSpPr>
          <p:cNvPr id="21" name="">
            <a:extLst xmlns:a="http://schemas.openxmlformats.org/drawingml/2006/main">
              <a:ext uri="{FF2B5EF4-FFF2-40B4-BE49-F238E27FC236}">
                <a16:creationId xmlns:a16="http://schemas.microsoft.com/office/drawing/2014/main" id="{0E8B52FA-CC2E-4D4A-91B4-2A116D21826D}"/>
              </a:ext>
            </a:extLst>
          </p:cNvPr>
          <p:cNvSpPr>
            <a:spLocks xmlns:a="http://schemas.openxmlformats.org/drawingml/2006/main" noGrp="1"/>
          </p:cNvSpPr>
          <p:nvPr/>
        </p:nvSpPr>
        <p:spPr>
          <a:xfrm xmlns:a="http://schemas.openxmlformats.org/drawingml/2006/main">
            <a:off x="1257300" y="57150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2" name="">
            <a:extLst xmlns:a="http://schemas.openxmlformats.org/drawingml/2006/main">
              <a:ext uri="{FF2B5EF4-FFF2-40B4-BE49-F238E27FC236}">
                <a16:creationId xmlns:a16="http://schemas.microsoft.com/office/drawing/2014/main" id="{E5D7DBF1-5248-47A7-B224-215FBFC6BA1D}"/>
              </a:ext>
            </a:extLst>
          </p:cNvPr>
          <p:cNvSpPr>
            <a:spLocks xmlns:a="http://schemas.openxmlformats.org/drawingml/2006/main" noGrp="1"/>
          </p:cNvSpPr>
          <p:nvPr/>
        </p:nvSpPr>
        <p:spPr>
          <a:xfrm xmlns:a="http://schemas.openxmlformats.org/drawingml/2006/main">
            <a:off x="6324600" y="15621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[5]</a:t>
            </a:r>
          </a:p>
        </p:txBody>
      </p:sp>
      <p:sp>
        <p:nvSpPr>
          <p:cNvPr id="23" name="">
            <a:extLst xmlns:a="http://schemas.openxmlformats.org/drawingml/2006/main">
              <a:ext uri="{FF2B5EF4-FFF2-40B4-BE49-F238E27FC236}">
                <a16:creationId xmlns:a16="http://schemas.microsoft.com/office/drawing/2014/main" id="{3BC15ABD-63EE-420D-ABE9-5E37EE6F3D79}"/>
              </a:ext>
            </a:extLst>
          </p:cNvPr>
          <p:cNvSpPr>
            <a:spLocks xmlns:a="http://schemas.openxmlformats.org/drawingml/2006/main" noGrp="1"/>
          </p:cNvSpPr>
          <p:nvPr/>
        </p:nvSpPr>
        <p:spPr>
          <a:xfrm xmlns:a="http://schemas.openxmlformats.org/drawingml/2006/main">
            <a:off x="6915150" y="1562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0B2A4A"/>
                </a:solidFill>
                <a:latin typeface="Tahoma"/>
                <a:ea typeface="Tahoma"/>
                <a:cs typeface="Tahoma"/>
              </a:defRPr>
            </a:pPr>
            <a:r>
              <a:rPr sz="1275" b="1" i="0">
                <a:solidFill>
                  <a:srgbClr val="0B2A4A"/>
                </a:solidFill>
                <a:latin typeface="Tahoma"/>
                <a:ea typeface="Tahoma"/>
                <a:cs typeface="Tahoma"/>
              </a:rPr>
              <a:t>Mazidi, M. A., Naimi, S., &amp; Naimi, S. (2011).</a:t>
            </a:r>
          </a:p>
        </p:txBody>
      </p:sp>
      <p:sp>
        <p:nvSpPr>
          <p:cNvPr id="24" name="">
            <a:extLst xmlns:a="http://schemas.openxmlformats.org/drawingml/2006/main">
              <a:ext uri="{FF2B5EF4-FFF2-40B4-BE49-F238E27FC236}">
                <a16:creationId xmlns:a16="http://schemas.microsoft.com/office/drawing/2014/main" id="{99C99182-9E7E-42D4-AE9C-2F1FD5DB26E6}"/>
              </a:ext>
            </a:extLst>
          </p:cNvPr>
          <p:cNvSpPr>
            <a:spLocks xmlns:a="http://schemas.openxmlformats.org/drawingml/2006/main" noGrp="1"/>
          </p:cNvSpPr>
          <p:nvPr/>
        </p:nvSpPr>
        <p:spPr>
          <a:xfrm xmlns:a="http://schemas.openxmlformats.org/drawingml/2006/main">
            <a:off x="6915150" y="19431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163" b="0" i="0">
                <a:solidFill>
                  <a:srgbClr val="667382"/>
                </a:solidFill>
                <a:latin typeface="Tahoma"/>
                <a:ea typeface="Tahoma"/>
                <a:cs typeface="Tahoma"/>
              </a:defRPr>
            </a:pPr>
            <a:r>
              <a:rPr sz="1163" b="0" i="0">
                <a:solidFill>
                  <a:srgbClr val="667382"/>
                </a:solidFill>
                <a:latin typeface="Tahoma"/>
                <a:ea typeface="Tahoma"/>
                <a:cs typeface="Tahoma"/>
              </a:rPr>
              <a:t>The AVR Microcontroller and Embedded Systems. pp. 375-376, Prentice Hall.</a:t>
            </a:r>
          </a:p>
        </p:txBody>
      </p:sp>
      <p:sp>
        <p:nvSpPr>
          <p:cNvPr id="25" name="">
            <a:extLst xmlns:a="http://schemas.openxmlformats.org/drawingml/2006/main">
              <a:ext uri="{FF2B5EF4-FFF2-40B4-BE49-F238E27FC236}">
                <a16:creationId xmlns:a16="http://schemas.microsoft.com/office/drawing/2014/main" id="{807E29A0-08A3-4028-B62E-D0DF88A0308E}"/>
              </a:ext>
            </a:extLst>
          </p:cNvPr>
          <p:cNvSpPr>
            <a:spLocks xmlns:a="http://schemas.openxmlformats.org/drawingml/2006/main" noGrp="1"/>
          </p:cNvSpPr>
          <p:nvPr/>
        </p:nvSpPr>
        <p:spPr>
          <a:xfrm xmlns:a="http://schemas.openxmlformats.org/drawingml/2006/main">
            <a:off x="6915150" y="25146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26" name="">
            <a:extLst xmlns:a="http://schemas.openxmlformats.org/drawingml/2006/main">
              <a:ext uri="{FF2B5EF4-FFF2-40B4-BE49-F238E27FC236}">
                <a16:creationId xmlns:a16="http://schemas.microsoft.com/office/drawing/2014/main" id="{80574572-4F2D-4B51-9A1A-1C8635F7A0BB}"/>
              </a:ext>
            </a:extLst>
          </p:cNvPr>
          <p:cNvSpPr>
            <a:spLocks xmlns:a="http://schemas.openxmlformats.org/drawingml/2006/main" noGrp="1"/>
          </p:cNvSpPr>
          <p:nvPr/>
        </p:nvSpPr>
        <p:spPr>
          <a:xfrm xmlns:a="http://schemas.openxmlformats.org/drawingml/2006/main">
            <a:off x="6324600" y="26289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[6]</a:t>
            </a:r>
          </a:p>
        </p:txBody>
      </p:sp>
      <p:sp>
        <p:nvSpPr>
          <p:cNvPr id="27" name="">
            <a:extLst xmlns:a="http://schemas.openxmlformats.org/drawingml/2006/main">
              <a:ext uri="{FF2B5EF4-FFF2-40B4-BE49-F238E27FC236}">
                <a16:creationId xmlns:a16="http://schemas.microsoft.com/office/drawing/2014/main" id="{298D8B45-3779-4808-B01E-1EA73B45CD84}"/>
              </a:ext>
            </a:extLst>
          </p:cNvPr>
          <p:cNvSpPr>
            <a:spLocks xmlns:a="http://schemas.openxmlformats.org/drawingml/2006/main" noGrp="1"/>
          </p:cNvSpPr>
          <p:nvPr/>
        </p:nvSpPr>
        <p:spPr>
          <a:xfrm xmlns:a="http://schemas.openxmlformats.org/drawingml/2006/main">
            <a:off x="6915150" y="26289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0B2A4A"/>
                </a:solidFill>
                <a:latin typeface="Tahoma"/>
                <a:ea typeface="Tahoma"/>
                <a:cs typeface="Tahoma"/>
              </a:defRPr>
            </a:pPr>
            <a:r>
              <a:rPr sz="1275" b="1" i="0">
                <a:solidFill>
                  <a:srgbClr val="0B2A4A"/>
                </a:solidFill>
                <a:latin typeface="Tahoma"/>
                <a:ea typeface="Tahoma"/>
                <a:cs typeface="Tahoma"/>
              </a:rPr>
              <a:t>Microchip Technology Inc. (2018).</a:t>
            </a:r>
          </a:p>
        </p:txBody>
      </p:sp>
      <p:sp>
        <p:nvSpPr>
          <p:cNvPr id="28" name="">
            <a:extLst xmlns:a="http://schemas.openxmlformats.org/drawingml/2006/main">
              <a:ext uri="{FF2B5EF4-FFF2-40B4-BE49-F238E27FC236}">
                <a16:creationId xmlns:a16="http://schemas.microsoft.com/office/drawing/2014/main" id="{6E7ED0DA-4662-48BC-89C9-7C31BD843D69}"/>
              </a:ext>
            </a:extLst>
          </p:cNvPr>
          <p:cNvSpPr>
            <a:spLocks xmlns:a="http://schemas.openxmlformats.org/drawingml/2006/main" noGrp="1"/>
          </p:cNvSpPr>
          <p:nvPr/>
        </p:nvSpPr>
        <p:spPr>
          <a:xfrm xmlns:a="http://schemas.openxmlformats.org/drawingml/2006/main">
            <a:off x="6915150" y="3009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163" b="0" i="0">
                <a:solidFill>
                  <a:srgbClr val="667382"/>
                </a:solidFill>
                <a:latin typeface="Tahoma"/>
                <a:ea typeface="Tahoma"/>
                <a:cs typeface="Tahoma"/>
              </a:defRPr>
            </a:pPr>
            <a:r>
              <a:rPr sz="1163" b="0" i="0">
                <a:solidFill>
                  <a:srgbClr val="667382"/>
                </a:solidFill>
                <a:latin typeface="Tahoma"/>
                <a:ea typeface="Tahoma"/>
                <a:cs typeface="Tahoma"/>
              </a:rPr>
              <a:t>ATmega328/P Datasheet. pp. 26, 33-35, 89, Microchip Technology Inc.</a:t>
            </a:r>
          </a:p>
        </p:txBody>
      </p:sp>
      <p:sp>
        <p:nvSpPr>
          <p:cNvPr id="29" name="">
            <a:extLst xmlns:a="http://schemas.openxmlformats.org/drawingml/2006/main">
              <a:ext uri="{FF2B5EF4-FFF2-40B4-BE49-F238E27FC236}">
                <a16:creationId xmlns:a16="http://schemas.microsoft.com/office/drawing/2014/main" id="{5006B447-BADD-4706-AE1E-863C84E26538}"/>
              </a:ext>
            </a:extLst>
          </p:cNvPr>
          <p:cNvSpPr>
            <a:spLocks xmlns:a="http://schemas.openxmlformats.org/drawingml/2006/main" noGrp="1"/>
          </p:cNvSpPr>
          <p:nvPr/>
        </p:nvSpPr>
        <p:spPr>
          <a:xfrm xmlns:a="http://schemas.openxmlformats.org/drawingml/2006/main">
            <a:off x="6915150" y="35814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30" name="">
            <a:extLst xmlns:a="http://schemas.openxmlformats.org/drawingml/2006/main">
              <a:ext uri="{FF2B5EF4-FFF2-40B4-BE49-F238E27FC236}">
                <a16:creationId xmlns:a16="http://schemas.microsoft.com/office/drawing/2014/main" id="{E83DBF27-9BA2-4C54-A871-5EBCFB59A872}"/>
              </a:ext>
            </a:extLst>
          </p:cNvPr>
          <p:cNvSpPr>
            <a:spLocks xmlns:a="http://schemas.openxmlformats.org/drawingml/2006/main" noGrp="1"/>
          </p:cNvSpPr>
          <p:nvPr/>
        </p:nvSpPr>
        <p:spPr>
          <a:xfrm xmlns:a="http://schemas.openxmlformats.org/drawingml/2006/main">
            <a:off x="6324600" y="36957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[7]</a:t>
            </a:r>
          </a:p>
        </p:txBody>
      </p:sp>
      <p:sp>
        <p:nvSpPr>
          <p:cNvPr id="31" name="">
            <a:extLst xmlns:a="http://schemas.openxmlformats.org/drawingml/2006/main">
              <a:ext uri="{FF2B5EF4-FFF2-40B4-BE49-F238E27FC236}">
                <a16:creationId xmlns:a16="http://schemas.microsoft.com/office/drawing/2014/main" id="{94918809-7650-47D4-992D-8614669A1B31}"/>
              </a:ext>
            </a:extLst>
          </p:cNvPr>
          <p:cNvSpPr>
            <a:spLocks xmlns:a="http://schemas.openxmlformats.org/drawingml/2006/main" noGrp="1"/>
          </p:cNvSpPr>
          <p:nvPr/>
        </p:nvSpPr>
        <p:spPr>
          <a:xfrm xmlns:a="http://schemas.openxmlformats.org/drawingml/2006/main">
            <a:off x="6915150" y="3695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0B2A4A"/>
                </a:solidFill>
                <a:latin typeface="Tahoma"/>
                <a:ea typeface="Tahoma"/>
                <a:cs typeface="Tahoma"/>
              </a:defRPr>
            </a:pPr>
            <a:r>
              <a:rPr sz="1275" b="1" i="0">
                <a:solidFill>
                  <a:srgbClr val="0B2A4A"/>
                </a:solidFill>
                <a:latin typeface="Tahoma"/>
                <a:ea typeface="Tahoma"/>
                <a:cs typeface="Tahoma"/>
              </a:rPr>
              <a:t>Yiu, J. (2010).</a:t>
            </a:r>
          </a:p>
        </p:txBody>
      </p:sp>
      <p:sp>
        <p:nvSpPr>
          <p:cNvPr id="32" name="">
            <a:extLst xmlns:a="http://schemas.openxmlformats.org/drawingml/2006/main">
              <a:ext uri="{FF2B5EF4-FFF2-40B4-BE49-F238E27FC236}">
                <a16:creationId xmlns:a16="http://schemas.microsoft.com/office/drawing/2014/main" id="{F2EF885F-1F15-4668-9B10-0D0C3911B81E}"/>
              </a:ext>
            </a:extLst>
          </p:cNvPr>
          <p:cNvSpPr>
            <a:spLocks xmlns:a="http://schemas.openxmlformats.org/drawingml/2006/main" noGrp="1"/>
          </p:cNvSpPr>
          <p:nvPr/>
        </p:nvSpPr>
        <p:spPr>
          <a:xfrm xmlns:a="http://schemas.openxmlformats.org/drawingml/2006/main">
            <a:off x="6915150" y="40767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163" b="0" i="0">
                <a:solidFill>
                  <a:srgbClr val="667382"/>
                </a:solidFill>
                <a:latin typeface="Tahoma"/>
                <a:ea typeface="Tahoma"/>
                <a:cs typeface="Tahoma"/>
              </a:defRPr>
            </a:pPr>
            <a:r>
              <a:rPr sz="1163" b="0" i="0">
                <a:solidFill>
                  <a:srgbClr val="667382"/>
                </a:solidFill>
                <a:latin typeface="Tahoma"/>
                <a:ea typeface="Tahoma"/>
                <a:cs typeface="Tahoma"/>
              </a:rPr>
              <a:t>The Definitive Guide to the ARM Cortex-M3. 2nd ed., pp. 172-175, Newnes.</a:t>
            </a:r>
          </a:p>
        </p:txBody>
      </p:sp>
      <p:sp>
        <p:nvSpPr>
          <p:cNvPr id="33" name="">
            <a:extLst xmlns:a="http://schemas.openxmlformats.org/drawingml/2006/main">
              <a:ext uri="{FF2B5EF4-FFF2-40B4-BE49-F238E27FC236}">
                <a16:creationId xmlns:a16="http://schemas.microsoft.com/office/drawing/2014/main" id="{8BF9723A-9D05-4AB7-915F-EDB6B440530E}"/>
              </a:ext>
            </a:extLst>
          </p:cNvPr>
          <p:cNvSpPr>
            <a:spLocks xmlns:a="http://schemas.openxmlformats.org/drawingml/2006/main" noGrp="1"/>
          </p:cNvSpPr>
          <p:nvPr/>
        </p:nvSpPr>
        <p:spPr>
          <a:xfrm xmlns:a="http://schemas.openxmlformats.org/drawingml/2006/main">
            <a:off x="6915150" y="46482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34" name="">
            <a:extLst xmlns:a="http://schemas.openxmlformats.org/drawingml/2006/main">
              <a:ext uri="{FF2B5EF4-FFF2-40B4-BE49-F238E27FC236}">
                <a16:creationId xmlns:a16="http://schemas.microsoft.com/office/drawing/2014/main" id="{CA75F997-8888-40F9-AC04-05F81276C5AC}"/>
              </a:ext>
            </a:extLst>
          </p:cNvPr>
          <p:cNvSpPr>
            <a:spLocks xmlns:a="http://schemas.openxmlformats.org/drawingml/2006/main" noGrp="1"/>
          </p:cNvSpPr>
          <p:nvPr/>
        </p:nvSpPr>
        <p:spPr>
          <a:xfrm xmlns:a="http://schemas.openxmlformats.org/drawingml/2006/main">
            <a:off x="6324600" y="4762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[8]</a:t>
            </a:r>
          </a:p>
        </p:txBody>
      </p:sp>
      <p:sp>
        <p:nvSpPr>
          <p:cNvPr id="35" name="">
            <a:extLst xmlns:a="http://schemas.openxmlformats.org/drawingml/2006/main">
              <a:ext uri="{FF2B5EF4-FFF2-40B4-BE49-F238E27FC236}">
                <a16:creationId xmlns:a16="http://schemas.microsoft.com/office/drawing/2014/main" id="{6ED0510C-B221-4A04-B9DD-6C39DBED7E1F}"/>
              </a:ext>
            </a:extLst>
          </p:cNvPr>
          <p:cNvSpPr>
            <a:spLocks xmlns:a="http://schemas.openxmlformats.org/drawingml/2006/main" noGrp="1"/>
          </p:cNvSpPr>
          <p:nvPr/>
        </p:nvSpPr>
        <p:spPr>
          <a:xfrm xmlns:a="http://schemas.openxmlformats.org/drawingml/2006/main">
            <a:off x="6915150" y="47625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1275" b="1" i="0">
                <a:solidFill>
                  <a:srgbClr val="0B2A4A"/>
                </a:solidFill>
                <a:latin typeface="Tahoma"/>
                <a:ea typeface="Tahoma"/>
                <a:cs typeface="Tahoma"/>
              </a:defRPr>
            </a:pPr>
            <a:r>
              <a:rPr sz="1275" b="1" i="0">
                <a:solidFill>
                  <a:srgbClr val="0B2A4A"/>
                </a:solidFill>
                <a:latin typeface="Tahoma"/>
                <a:ea typeface="Tahoma"/>
                <a:cs typeface="Tahoma"/>
              </a:rPr>
              <a:t>Valvano, J. W. (2017).</a:t>
            </a:r>
          </a:p>
        </p:txBody>
      </p:sp>
      <p:sp>
        <p:nvSpPr>
          <p:cNvPr id="36" name="">
            <a:extLst xmlns:a="http://schemas.openxmlformats.org/drawingml/2006/main">
              <a:ext uri="{FF2B5EF4-FFF2-40B4-BE49-F238E27FC236}">
                <a16:creationId xmlns:a16="http://schemas.microsoft.com/office/drawing/2014/main" id="{D9A62094-786A-4275-ABDB-417A038C09AE}"/>
              </a:ext>
            </a:extLst>
          </p:cNvPr>
          <p:cNvSpPr>
            <a:spLocks xmlns:a="http://schemas.openxmlformats.org/drawingml/2006/main" noGrp="1"/>
          </p:cNvSpPr>
          <p:nvPr/>
        </p:nvSpPr>
        <p:spPr>
          <a:xfrm xmlns:a="http://schemas.openxmlformats.org/drawingml/2006/main">
            <a:off x="6915150" y="51435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5000"/>
              </a:lnSpc>
              <a:buNone/>
              <a:defRPr sz="1163" b="0" i="0">
                <a:solidFill>
                  <a:srgbClr val="667382"/>
                </a:solidFill>
                <a:latin typeface="Tahoma"/>
                <a:ea typeface="Tahoma"/>
                <a:cs typeface="Tahoma"/>
              </a:defRPr>
            </a:pPr>
            <a:r>
              <a:rPr sz="1163" b="0" i="0">
                <a:solidFill>
                  <a:srgbClr val="667382"/>
                </a:solidFill>
                <a:latin typeface="Tahoma"/>
                <a:ea typeface="Tahoma"/>
                <a:cs typeface="Tahoma"/>
              </a:rPr>
              <a:t>Embedded Systems: RTOS for ARM Cortex-M. 4th ed., p. 208, self-published.</a:t>
            </a:r>
          </a:p>
        </p:txBody>
      </p:sp>
      <p:sp>
        <p:nvSpPr>
          <p:cNvPr id="37" name="">
            <a:extLst xmlns:a="http://schemas.openxmlformats.org/drawingml/2006/main">
              <a:ext uri="{FF2B5EF4-FFF2-40B4-BE49-F238E27FC236}">
                <a16:creationId xmlns:a16="http://schemas.microsoft.com/office/drawing/2014/main" id="{A809BB09-95CD-415D-BC88-5C6EFAC660A9}"/>
              </a:ext>
            </a:extLst>
          </p:cNvPr>
          <p:cNvSpPr>
            <a:spLocks xmlns:a="http://schemas.openxmlformats.org/drawingml/2006/main" noGrp="1"/>
          </p:cNvSpPr>
          <p:nvPr/>
        </p:nvSpPr>
        <p:spPr>
          <a:xfrm xmlns:a="http://schemas.openxmlformats.org/drawingml/2006/main">
            <a:off x="6915150" y="5715000"/>
            <a:ext cx="428625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38" name="">
            <a:extLst xmlns:a="http://schemas.openxmlformats.org/drawingml/2006/main">
              <a:ext uri="{FF2B5EF4-FFF2-40B4-BE49-F238E27FC236}">
                <a16:creationId xmlns:a16="http://schemas.microsoft.com/office/drawing/2014/main" id="{8DE3BEC7-4177-4773-ADCE-F908454CD33E}"/>
              </a:ext>
            </a:extLst>
          </p:cNvPr>
          <p:cNvSpPr>
            <a:spLocks xmlns:a="http://schemas.openxmlformats.org/drawingml/2006/main" noGrp="1"/>
          </p:cNvSpPr>
          <p:nvPr/>
        </p:nvSpPr>
        <p:spPr>
          <a:xfrm xmlns:a="http://schemas.openxmlformats.org/drawingml/2006/main">
            <a:off x="1428750" y="5962650"/>
            <a:ext cx="9334500" cy="381000"/>
          </a:xfrm>
          <a:prstGeom xmlns:a="http://schemas.openxmlformats.org/drawingml/2006/main" prst="roundRect">
            <a:avLst>
              <a:gd name="adj" fmla="val 20000"/>
            </a:avLst>
          </a:prstGeom>
          <a:solidFill xmlns:a="http://schemas.openxmlformats.org/drawingml/2006/main">
            <a:srgbClr val="0B2A4A"/>
          </a:solidFill>
          <a:ln xmlns:a="http://schemas.openxmlformats.org/drawingml/2006/main" w="9525">
            <a:solidFill>
              <a:srgbClr val="0B2A4A"/>
            </a:solidFill>
            <a:prstDash val="solid"/>
          </a:ln>
        </p:spPr>
      </p:sp>
      <p:sp>
        <p:nvSpPr>
          <p:cNvPr id="39" name="">
            <a:extLst xmlns:a="http://schemas.openxmlformats.org/drawingml/2006/main">
              <a:ext uri="{FF2B5EF4-FFF2-40B4-BE49-F238E27FC236}">
                <a16:creationId xmlns:a16="http://schemas.microsoft.com/office/drawing/2014/main" id="{9FDA1DE4-A742-4BD5-AD33-4FFD9987DF1A}"/>
              </a:ext>
            </a:extLst>
          </p:cNvPr>
          <p:cNvSpPr>
            <a:spLocks xmlns:a="http://schemas.openxmlformats.org/drawingml/2006/main" noGrp="1"/>
          </p:cNvSpPr>
          <p:nvPr/>
        </p:nvSpPr>
        <p:spPr>
          <a:xfrm xmlns:a="http://schemas.openxmlformats.org/drawingml/2006/main">
            <a:off x="1619250" y="5962650"/>
            <a:ext cx="895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275" b="1" i="0">
                <a:solidFill>
                  <a:srgbClr val="1677A7"/>
                </a:solidFill>
                <a:latin typeface="Tahoma"/>
                <a:ea typeface="Tahoma"/>
                <a:cs typeface="Tahoma"/>
              </a:defRPr>
            </a:pPr>
            <a:r>
              <a:rPr sz="1275" b="1" i="0">
                <a:solidFill>
                  <a:srgbClr val="1677A7"/>
                </a:solidFill>
                <a:latin typeface="Tahoma"/>
                <a:ea typeface="Tahoma"/>
                <a:cs typeface="Tahoma"/>
              </a:rPr>
              <a:t>ภาพทุกภาพวาดใหม่ด้วยรูปทรง PowerPoint • อ้างอิงเนื้อหาด้วย [1]-[8]</a:t>
            </a:r>
          </a:p>
        </p:txBody>
      </p:sp>
      <p:sp>
        <p:nvSpPr>
          <p:cNvPr id="40" name="">
            <a:extLst xmlns:a="http://schemas.openxmlformats.org/drawingml/2006/main">
              <a:ext uri="{FF2B5EF4-FFF2-40B4-BE49-F238E27FC236}">
                <a16:creationId xmlns:a16="http://schemas.microsoft.com/office/drawing/2014/main" id="{06AF3899-9F20-4209-8564-46E55810186D}"/>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DCE3E8"/>
            </a:solidFill>
            <a:prstDash val="solid"/>
          </a:ln>
        </p:spPr>
      </p:sp>
      <p:sp>
        <p:nvSpPr>
          <p:cNvPr id="41" name="">
            <a:extLst xmlns:a="http://schemas.openxmlformats.org/drawingml/2006/main">
              <a:ext uri="{FF2B5EF4-FFF2-40B4-BE49-F238E27FC236}">
                <a16:creationId xmlns:a16="http://schemas.microsoft.com/office/drawing/2014/main" id="{8EA7E45A-C488-4BCA-B220-20CB2D30BB9E}"/>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4000"/>
              </a:lnSpc>
              <a:buNone/>
              <a:defRPr sz="825" b="0" i="0">
                <a:solidFill>
                  <a:srgbClr val="667382"/>
                </a:solidFill>
                <a:latin typeface="Tahoma"/>
                <a:ea typeface="Tahoma"/>
                <a:cs typeface="Tahoma"/>
              </a:defRPr>
            </a:pPr>
            <a:r>
              <a:rPr sz="825" b="0" i="0">
                <a:solidFill>
                  <a:srgbClr val="667382"/>
                </a:solidFill>
                <a:latin typeface="Tahoma"/>
                <a:ea typeface="Tahoma"/>
                <a:cs typeface="Tahoma"/>
              </a:rPr>
              <a:t>แหล่งข้อมูลภายในระบบ • ตรวจทาน 9 ส.ค. 2569</a:t>
            </a:r>
          </a:p>
        </p:txBody>
      </p:sp>
      <p:sp>
        <p:nvSpPr>
          <p:cNvPr id="42" name="">
            <a:extLst xmlns:a="http://schemas.openxmlformats.org/drawingml/2006/main">
              <a:ext uri="{FF2B5EF4-FFF2-40B4-BE49-F238E27FC236}">
                <a16:creationId xmlns:a16="http://schemas.microsoft.com/office/drawing/2014/main" id="{DF15ADFB-E855-4923-B5FE-782CBAA26B96}"/>
              </a:ext>
            </a:extLst>
          </p:cNvPr>
          <p:cNvSpPr>
            <a:spLocks xmlns:a="http://schemas.openxmlformats.org/drawingml/2006/main" noGrp="1"/>
          </p:cNvSpPr>
          <p:nvPr/>
        </p:nvSpPr>
        <p:spPr>
          <a:xfrm xmlns:a="http://schemas.openxmlformats.org/drawingml/2006/main">
            <a:off x="8839200" y="6515100"/>
            <a:ext cx="2743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04000"/>
              </a:lnSpc>
              <a:buNone/>
              <a:defRPr sz="825" b="0" i="0">
                <a:solidFill>
                  <a:srgbClr val="667382"/>
                </a:solidFill>
                <a:latin typeface="Tahoma"/>
                <a:ea typeface="Tahoma"/>
                <a:cs typeface="Tahoma"/>
              </a:defRPr>
            </a:pPr>
            <a:r>
              <a:rPr sz="825" b="0" i="0">
                <a:solidFill>
                  <a:srgbClr val="667382"/>
                </a:solidFill>
                <a:latin typeface="Tahoma"/>
                <a:ea typeface="Tahoma"/>
                <a:cs typeface="Tahoma"/>
              </a:rPr>
              <a:t>305341 Embedded System 1 • ธีรภัทร 66362416 • 05</a:t>
            </a:r>
          </a:p>
        </p:txBody>
      </p:sp>
    </p:spTree>
    <p:extLst>
      <p:ext uri="{BB962C8B-B14F-4D97-AF65-F5344CB8AC3E}">
        <p14:creationId xmlns:p14="http://schemas.microsoft.com/office/powerpoint/2010/main" val="14494747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2026-08-09T04:59:48.3800000Z</dcterms:created>
  <dcterms:modified xsi:type="dcterms:W3CDTF">2026-08-09T04:59:48.3800000Z</dcterms:modified>
</coreProperties>
</file>