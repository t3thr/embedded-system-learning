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46c570f6e741e0" /><Relationship Type="http://schemas.openxmlformats.org/officeDocument/2006/relationships/extended-properties" Target="/docProps/app.xml" Id="R1e5818a3cc634264" /><Relationship Type="http://schemas.openxmlformats.org/officeDocument/2006/relationships/officeDocument" Target="/ppt/presentation.xml" Id="R1bbe912f4e4e4e83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39c5e6c54e004981"/>
  </p:sldMasterIdLst>
  <p:notesMasterIdLst>
    <p:notesMasterId xmlns:r="http://schemas.openxmlformats.org/officeDocument/2006/relationships" r:id="R8a8abaf8ac4d46f7"/>
  </p:notesMasterIdLst>
  <p:sldIdLst>
    <p:sldId xmlns:r="http://schemas.openxmlformats.org/officeDocument/2006/relationships" id="256" r:id="Rae764f52e5de46e8"/>
    <p:sldId xmlns:r="http://schemas.openxmlformats.org/officeDocument/2006/relationships" id="257" r:id="Rf0479cb997764f7f"/>
    <p:sldId xmlns:r="http://schemas.openxmlformats.org/officeDocument/2006/relationships" id="258" r:id="Rb01fa2181e964056"/>
    <p:sldId xmlns:r="http://schemas.openxmlformats.org/officeDocument/2006/relationships" id="259" r:id="R111be30c99974907"/>
    <p:sldId xmlns:r="http://schemas.openxmlformats.org/officeDocument/2006/relationships" id="260" r:id="R0eaf1a0acf364116"/>
  </p:sldIdLst>
  <p:sldSz cx="12192000" cy="6858000"/>
  <p:notesSz cx="6858000" cy="9144000"/>
  <p:embeddedFontLst>
    <p:embeddedFont>
      <p:font typeface="Inter"/>
      <p:regular xmlns:r="http://schemas.openxmlformats.org/officeDocument/2006/relationships" r:id="R424b266f3f7c4ccb"/>
      <p:bold xmlns:r="http://schemas.openxmlformats.org/officeDocument/2006/relationships" r:id="Rf37f03af30c74b1a"/>
    </p:embeddedFont>
    <p:embeddedFont>
      <p:font typeface="Inter Medium"/>
      <p:regular xmlns:r="http://schemas.openxmlformats.org/officeDocument/2006/relationships" r:id="R8767a0faddc24f1f"/>
    </p:embeddedFont>
    <p:embeddedFont>
      <p:font typeface="Inter SemiBold"/>
      <p:regular xmlns:r="http://schemas.openxmlformats.org/officeDocument/2006/relationships" r:id="R7f6452e0cfb94571"/>
      <p:bold xmlns:r="http://schemas.openxmlformats.org/officeDocument/2006/relationships" r:id="R3718d2a9b2614c38"/>
    </p:embeddedFont>
    <p:embeddedFont>
      <p:font typeface="OpenAI Sans"/>
      <p:regular xmlns:r="http://schemas.openxmlformats.org/officeDocument/2006/relationships" r:id="Ra373026f0226471f"/>
      <p:bold xmlns:r="http://schemas.openxmlformats.org/officeDocument/2006/relationships" r:id="R531d61d686e64c76"/>
      <p:italic xmlns:r="http://schemas.openxmlformats.org/officeDocument/2006/relationships" r:id="Rb4f0abe4c66c4c57"/>
      <p:boldItalic xmlns:r="http://schemas.openxmlformats.org/officeDocument/2006/relationships" r:id="R6334c61b706f4a11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9c58028ab641ab" /><Relationship Type="http://schemas.openxmlformats.org/officeDocument/2006/relationships/slideMaster" Target="/ppt/slideMasters/slideMaster1.xml" Id="R39c5e6c54e004981" /><Relationship Type="http://schemas.openxmlformats.org/officeDocument/2006/relationships/notesMaster" Target="/ppt/notesMasters/notesMaster1.xml" Id="R8a8abaf8ac4d46f7" /><Relationship Type="http://schemas.openxmlformats.org/officeDocument/2006/relationships/presProps" Target="/ppt/presProps.xml" Id="Rb909467a76964eaa" /><Relationship Type="http://schemas.openxmlformats.org/officeDocument/2006/relationships/viewProps" Target="/ppt/viewProps.xml" Id="R0e57175bffd040c9" /><Relationship Type="http://schemas.openxmlformats.org/officeDocument/2006/relationships/tableStyles" Target="/ppt/tableStyles.xml" Id="Rcb1c344a28fa4770" /><Relationship Type="http://schemas.openxmlformats.org/officeDocument/2006/relationships/font" Target="/ppt/fonts/font.dat" Id="R424b266f3f7c4ccb" /><Relationship Type="http://schemas.openxmlformats.org/officeDocument/2006/relationships/font" Target="/ppt/fonts/font2.dat" Id="Rf37f03af30c74b1a" /><Relationship Type="http://schemas.openxmlformats.org/officeDocument/2006/relationships/font" Target="/ppt/fonts/font3.dat" Id="R8767a0faddc24f1f" /><Relationship Type="http://schemas.openxmlformats.org/officeDocument/2006/relationships/font" Target="/ppt/fonts/font4.dat" Id="R7f6452e0cfb94571" /><Relationship Type="http://schemas.openxmlformats.org/officeDocument/2006/relationships/font" Target="/ppt/fonts/font5.dat" Id="R3718d2a9b2614c38" /><Relationship Type="http://schemas.openxmlformats.org/officeDocument/2006/relationships/font" Target="/ppt/fonts/font6.dat" Id="Ra373026f0226471f" /><Relationship Type="http://schemas.openxmlformats.org/officeDocument/2006/relationships/font" Target="/ppt/fonts/font7.dat" Id="R531d61d686e64c76" /><Relationship Type="http://schemas.openxmlformats.org/officeDocument/2006/relationships/font" Target="/ppt/fonts/font8.dat" Id="Rb4f0abe4c66c4c57" /><Relationship Type="http://schemas.openxmlformats.org/officeDocument/2006/relationships/font" Target="/ppt/fonts/font9.dat" Id="R6334c61b706f4a11" /><Relationship Type="http://schemas.openxmlformats.org/officeDocument/2006/relationships/slide" Target="/ppt/slides/slide1.xml" Id="Rae764f52e5de46e8" /><Relationship Type="http://schemas.openxmlformats.org/officeDocument/2006/relationships/slide" Target="/ppt/slides/slide2.xml" Id="Rf0479cb997764f7f" /><Relationship Type="http://schemas.openxmlformats.org/officeDocument/2006/relationships/slide" Target="/ppt/slides/slide3.xml" Id="Rb01fa2181e964056" /><Relationship Type="http://schemas.openxmlformats.org/officeDocument/2006/relationships/slide" Target="/ppt/slides/slide4.xml" Id="R111be30c99974907" /><Relationship Type="http://schemas.openxmlformats.org/officeDocument/2006/relationships/slide" Target="/ppt/slides/slide5.xml" Id="R0eaf1a0acf3641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ae68a7c7f04c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844cc7ef084d57" /><Relationship Type="http://schemas.openxmlformats.org/officeDocument/2006/relationships/notesMaster" Target="/ppt/notesMasters/notesMaster1.xml" Id="R4cdbcb0932f34b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31f38258b74d3c" /><Relationship Type="http://schemas.openxmlformats.org/officeDocument/2006/relationships/notesMaster" Target="/ppt/notesMasters/notesMaster1.xml" Id="Ra968c1fc51e148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652e1c8e24479d" /><Relationship Type="http://schemas.openxmlformats.org/officeDocument/2006/relationships/notesMaster" Target="/ppt/notesMasters/notesMaster1.xml" Id="Rbd35298bb5ed47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2f6077b6ca416f" /><Relationship Type="http://schemas.openxmlformats.org/officeDocument/2006/relationships/notesMaster" Target="/ppt/notesMasters/notesMaster1.xml" Id="R4385d884e7ae42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d02381553f45a9" /><Relationship Type="http://schemas.openxmlformats.org/officeDocument/2006/relationships/notesMaster" Target="/ppt/notesMasters/notesMaster1.xml" Id="R11206fea65154c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322c863eaf496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f53d83dc0b48c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5c36096d1f455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904b51f86b4a2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1330501b1748e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a1aaaa0d314fc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ca895bf926432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ea3064f93c487c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0bbb8c252d4ed8" /><Relationship Type="http://schemas.openxmlformats.org/officeDocument/2006/relationships/slideLayout" Target="/ppt/slideLayouts/slideLayout1.xml" Id="R551cb76b55a6496e" /><Relationship Type="http://schemas.openxmlformats.org/officeDocument/2006/relationships/slideLayout" Target="/ppt/slideLayouts/slideLayout2.xml" Id="Rc916521bd3e04b19" /><Relationship Type="http://schemas.openxmlformats.org/officeDocument/2006/relationships/slideLayout" Target="/ppt/slideLayouts/slideLayout3.xml" Id="R4ebeaa77248145e4" /><Relationship Type="http://schemas.openxmlformats.org/officeDocument/2006/relationships/slideLayout" Target="/ppt/slideLayouts/slideLayout4.xml" Id="R3f1689c2d8794408" /><Relationship Type="http://schemas.openxmlformats.org/officeDocument/2006/relationships/slideLayout" Target="/ppt/slideLayouts/slideLayout5.xml" Id="R9946dfbc498343de" /><Relationship Type="http://schemas.openxmlformats.org/officeDocument/2006/relationships/slideLayout" Target="/ppt/slideLayouts/slideLayout6.xml" Id="R4981d01204804239" /><Relationship Type="http://schemas.openxmlformats.org/officeDocument/2006/relationships/slideLayout" Target="/ppt/slideLayouts/slideLayout7.xml" Id="Rc91b9b5d78394e69" /><Relationship Type="http://schemas.openxmlformats.org/officeDocument/2006/relationships/slideLayout" Target="/ppt/slideLayouts/slideLayout8.xml" Id="R558cc339ab04401c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0026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1cb76b55a6496e"/>
    <p:sldLayoutId xmlns:r="http://schemas.openxmlformats.org/officeDocument/2006/relationships" id="2147483650" r:id="Rc916521bd3e04b19"/>
    <p:sldLayoutId xmlns:r="http://schemas.openxmlformats.org/officeDocument/2006/relationships" id="2147483651" r:id="R4ebeaa77248145e4"/>
    <p:sldLayoutId xmlns:r="http://schemas.openxmlformats.org/officeDocument/2006/relationships" id="2147483652" r:id="R3f1689c2d8794408"/>
    <p:sldLayoutId xmlns:r="http://schemas.openxmlformats.org/officeDocument/2006/relationships" id="2147483653" r:id="R9946dfbc498343de"/>
    <p:sldLayoutId xmlns:r="http://schemas.openxmlformats.org/officeDocument/2006/relationships" id="2147483654" r:id="R4981d01204804239"/>
    <p:sldLayoutId xmlns:r="http://schemas.openxmlformats.org/officeDocument/2006/relationships" id="2147483655" r:id="Rc91b9b5d78394e69"/>
    <p:sldLayoutId xmlns:r="http://schemas.openxmlformats.org/officeDocument/2006/relationships" id="2147483656" r:id="R558cc339ab04401c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xmlns:a="http://schemas.openxmlformats.org/drawingml/2006/main" val="F26B43"/>
          </p15:clr>
        </p15:guide>
        <p15:guide id="2" pos="7680">
          <p15:clr>
            <a:srgbClr xmlns:a="http://schemas.openxmlformats.org/drawingml/2006/main" val="F26B43"/>
          </p15:clr>
        </p15:guide>
        <p15:guide id="3" pos="248">
          <p15:clr>
            <a:srgbClr xmlns:a="http://schemas.openxmlformats.org/drawingml/2006/main" val="F26B43"/>
          </p15:clr>
        </p15:guide>
        <p15:guide id="4" pos="1264">
          <p15:clr>
            <a:srgbClr xmlns:a="http://schemas.openxmlformats.org/drawingml/2006/main" val="F26B43"/>
          </p15:clr>
        </p15:guide>
        <p15:guide id="5" pos="1480">
          <p15:clr>
            <a:srgbClr xmlns:a="http://schemas.openxmlformats.org/drawingml/2006/main" val="F26B43"/>
          </p15:clr>
        </p15:guide>
        <p15:guide id="6" pos="2496">
          <p15:clr>
            <a:srgbClr xmlns:a="http://schemas.openxmlformats.org/drawingml/2006/main" val="F26B43"/>
          </p15:clr>
        </p15:guide>
        <p15:guide id="7" pos="2712">
          <p15:clr>
            <a:srgbClr xmlns:a="http://schemas.openxmlformats.org/drawingml/2006/main" val="F26B43"/>
          </p15:clr>
        </p15:guide>
        <p15:guide id="8" pos="3736">
          <p15:clr>
            <a:srgbClr xmlns:a="http://schemas.openxmlformats.org/drawingml/2006/main" val="F26B43"/>
          </p15:clr>
        </p15:guide>
        <p15:guide id="9" pos="3944">
          <p15:clr>
            <a:srgbClr xmlns:a="http://schemas.openxmlformats.org/drawingml/2006/main" val="F26B43"/>
          </p15:clr>
        </p15:guide>
        <p15:guide id="10" pos="4968">
          <p15:clr>
            <a:srgbClr xmlns:a="http://schemas.openxmlformats.org/drawingml/2006/main" val="F26B43"/>
          </p15:clr>
        </p15:guide>
        <p15:guide id="11" pos="5184">
          <p15:clr>
            <a:srgbClr xmlns:a="http://schemas.openxmlformats.org/drawingml/2006/main" val="F26B43"/>
          </p15:clr>
        </p15:guide>
        <p15:guide id="12" pos="6200">
          <p15:clr>
            <a:srgbClr xmlns:a="http://schemas.openxmlformats.org/drawingml/2006/main" val="F26B43"/>
          </p15:clr>
        </p15:guide>
        <p15:guide id="13" pos="6416">
          <p15:clr>
            <a:srgbClr xmlns:a="http://schemas.openxmlformats.org/drawingml/2006/main" val="F26B43"/>
          </p15:clr>
        </p15:guide>
        <p15:guide id="14" pos="7432">
          <p15:clr>
            <a:srgbClr xmlns:a="http://schemas.openxmlformats.org/drawingml/2006/main" val="F26B43"/>
          </p15:clr>
        </p15:guide>
        <p15:guide id="15" orient="horz">
          <p15:clr>
            <a:srgbClr xmlns:a="http://schemas.openxmlformats.org/drawingml/2006/main" val="F26B43"/>
          </p15:clr>
        </p15:guide>
        <p15:guide id="17" orient="horz" pos="248">
          <p15:clr>
            <a:srgbClr xmlns:a="http://schemas.openxmlformats.org/drawingml/2006/main" val="F26B43"/>
          </p15:clr>
        </p15:guide>
        <p15:guide id="18" orient="horz" pos="656">
          <p15:clr>
            <a:srgbClr xmlns:a="http://schemas.openxmlformats.org/drawingml/2006/main" val="F26B43"/>
          </p15:clr>
        </p15:guide>
        <p15:guide id="19" orient="horz" pos="872">
          <p15:clr>
            <a:srgbClr xmlns:a="http://schemas.openxmlformats.org/drawingml/2006/main" val="F26B43"/>
          </p15:clr>
        </p15:guide>
        <p15:guide id="20" orient="horz" pos="1280">
          <p15:clr>
            <a:srgbClr xmlns:a="http://schemas.openxmlformats.org/drawingml/2006/main" val="F26B43"/>
          </p15:clr>
        </p15:guide>
        <p15:guide id="21" orient="horz" pos="1496">
          <p15:clr>
            <a:srgbClr xmlns:a="http://schemas.openxmlformats.org/drawingml/2006/main" val="F26B43"/>
          </p15:clr>
        </p15:guide>
        <p15:guide id="22" orient="horz" pos="1904">
          <p15:clr>
            <a:srgbClr xmlns:a="http://schemas.openxmlformats.org/drawingml/2006/main" val="F26B43"/>
          </p15:clr>
        </p15:guide>
        <p15:guide id="23" orient="horz" pos="2120">
          <p15:clr>
            <a:srgbClr xmlns:a="http://schemas.openxmlformats.org/drawingml/2006/main" val="F26B43"/>
          </p15:clr>
        </p15:guide>
        <p15:guide id="24" orient="horz" pos="2528">
          <p15:clr>
            <a:srgbClr xmlns:a="http://schemas.openxmlformats.org/drawingml/2006/main" val="F26B43"/>
          </p15:clr>
        </p15:guide>
        <p15:guide id="25" orient="horz" pos="2744">
          <p15:clr>
            <a:srgbClr xmlns:a="http://schemas.openxmlformats.org/drawingml/2006/main" val="F26B43"/>
          </p15:clr>
        </p15:guide>
        <p15:guide id="26" orient="horz" pos="3152">
          <p15:clr>
            <a:srgbClr xmlns:a="http://schemas.openxmlformats.org/drawingml/2006/main" val="F26B43"/>
          </p15:clr>
        </p15:guide>
        <p15:guide id="27" orient="horz" pos="3368">
          <p15:clr>
            <a:srgbClr xmlns:a="http://schemas.openxmlformats.org/drawingml/2006/main" val="F26B43"/>
          </p15:clr>
        </p15:guide>
        <p15:guide id="28" orient="horz" pos="3776">
          <p15:clr>
            <a:srgbClr xmlns:a="http://schemas.openxmlformats.org/drawingml/2006/main" val="F26B43"/>
          </p15:clr>
        </p15:guide>
        <p15:guide id="29" orient="horz" pos="4088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01a28ffd64bf3" /><Relationship Type="http://schemas.openxmlformats.org/officeDocument/2006/relationships/notesSlide" Target="/ppt/notesSlides/notesSlide1.xml" Id="Rb43b7a3965d240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a0d002e6c24dbf" /><Relationship Type="http://schemas.openxmlformats.org/officeDocument/2006/relationships/notesSlide" Target="/ppt/notesSlides/notesSlide2.xml" Id="R419c4c608fa041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da6e89c5154439" /><Relationship Type="http://schemas.openxmlformats.org/officeDocument/2006/relationships/notesSlide" Target="/ppt/notesSlides/notesSlide3.xml" Id="R8d60c69d808d4b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6b23457f2941da" /><Relationship Type="http://schemas.openxmlformats.org/officeDocument/2006/relationships/notesSlide" Target="/ppt/notesSlides/notesSlide4.xml" Id="R95661ccaba7f4c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26de4cc780480b" /><Relationship Type="http://schemas.openxmlformats.org/officeDocument/2006/relationships/notesSlide" Target="/ppt/notesSlides/notesSlide5.xml" Id="Rbeb50ca272ef492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71600" y="2066174"/>
            <a:ext cx="9448800" cy="220368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BCEF59"/>
                </a:solidFill>
              </a:rPr>
              <a:t>Team Project </a:t>
            </a:r>
            <a:br/>
            <a:r>
              <a:rPr sz="7200">
                <a:solidFill>
                  <a:srgbClr val="BCEF59"/>
                </a:solidFill>
              </a:rPr>
              <a:t>Kickoff Session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1605" y="4874716"/>
            <a:ext cx="7267329" cy="6911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200">
                <a:latin typeface="Inter Medium"/>
                <a:ea typeface="Inter Medium"/>
                <a:cs typeface="Inter Medium"/>
              </a:rPr>
              <a:t>Aligning on the vision, plan, and path to success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A4393902-CF74-AC35-55A9-910ABBD4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264" y="1096027"/>
            <a:ext cx="2604013" cy="48881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tx1"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chemeClr val="tx1"/>
                </a:solidFill>
                <a:latin typeface="Inter SemiBold"/>
                <a:ea typeface="Inter SemiBold"/>
                <a:cs typeface="Inter SemiBold"/>
              </a:rPr>
              <a:t>2026 H2 Planning</a:t>
            </a:r>
          </a:p>
        </p:txBody>
      </p:sp>
    </p:spTree>
    <p:extLst>
      <p:ext uri="{BB962C8B-B14F-4D97-AF65-F5344CB8AC3E}">
        <p14:creationId xmlns:p14="http://schemas.microsoft.com/office/powerpoint/2010/main" val="35077371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Intro with four topics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25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/>
              <a:t>Lorem ipsum dolor sit </a:t>
            </a:r>
            <a:r>
              <a:rPr sz="1600"/>
              <a:t>amet</a:t>
            </a:r>
            <a:r>
              <a:rPr sz="1600"/>
              <a:t>, </a:t>
            </a:r>
            <a:r>
              <a:rPr sz="1600"/>
              <a:t>consectetur</a:t>
            </a:r>
            <a:r>
              <a:rPr sz="1600"/>
              <a:t> </a:t>
            </a:r>
            <a:r>
              <a:rPr sz="1600"/>
              <a:t>adipiscing</a:t>
            </a:r>
            <a:r>
              <a:rPr sz="1600"/>
              <a:t> </a:t>
            </a:r>
            <a:r>
              <a:rPr sz="1600"/>
              <a:t>elit</a:t>
            </a:r>
            <a:r>
              <a:rPr sz="1600"/>
              <a:t>. </a:t>
            </a:r>
            <a:r>
              <a:rPr sz="1600"/>
              <a:t>Pellentesque</a:t>
            </a:r>
            <a:r>
              <a:rPr sz="1600"/>
              <a:t> </a:t>
            </a:r>
            <a:r>
              <a:rPr sz="1600"/>
              <a:t>ultricies</a:t>
            </a:r>
            <a:r>
              <a:rPr sz="1600"/>
              <a:t> </a:t>
            </a:r>
            <a:r>
              <a:rPr sz="1600"/>
              <a:t>quam</a:t>
            </a:r>
            <a:r>
              <a:rPr sz="1600"/>
              <a:t> </a:t>
            </a:r>
            <a:r>
              <a:rPr sz="1600"/>
              <a:t>ut</a:t>
            </a:r>
            <a:r>
              <a:rPr sz="1600"/>
              <a:t> </a:t>
            </a:r>
            <a:r>
              <a:rPr sz="1600"/>
              <a:t>massa</a:t>
            </a:r>
            <a:r>
              <a:rPr sz="1600"/>
              <a:t> </a:t>
            </a:r>
            <a:r>
              <a:rPr sz="1600"/>
              <a:t>luctus</a:t>
            </a:r>
            <a:r>
              <a:rPr sz="1600"/>
              <a:t>. 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Item or topic </a:t>
            </a:r>
            <a:br/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title goes here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25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/>
              <a:t>Lorem ipsum dolor sit </a:t>
            </a:r>
            <a:r>
              <a:rPr sz="1600"/>
              <a:t>amet</a:t>
            </a:r>
            <a:r>
              <a:rPr sz="1600"/>
              <a:t>, </a:t>
            </a:r>
            <a:r>
              <a:rPr sz="1600"/>
              <a:t>consectetur</a:t>
            </a:r>
            <a:r>
              <a:rPr sz="1600"/>
              <a:t> </a:t>
            </a:r>
            <a:r>
              <a:rPr sz="1600"/>
              <a:t>adipiscing</a:t>
            </a:r>
            <a:r>
              <a:rPr sz="1600"/>
              <a:t> </a:t>
            </a:r>
            <a:r>
              <a:rPr sz="1600"/>
              <a:t>elit</a:t>
            </a:r>
            <a:r>
              <a:rPr sz="1600"/>
              <a:t>. </a:t>
            </a:r>
            <a:r>
              <a:rPr sz="1600"/>
              <a:t>Pellentesque</a:t>
            </a:r>
            <a:r>
              <a:rPr sz="1600"/>
              <a:t> </a:t>
            </a:r>
            <a:r>
              <a:rPr sz="1600"/>
              <a:t>ultricies</a:t>
            </a:r>
            <a:r>
              <a:rPr sz="1600"/>
              <a:t> </a:t>
            </a:r>
            <a:r>
              <a:rPr sz="1600"/>
              <a:t>quam</a:t>
            </a:r>
            <a:r>
              <a:rPr sz="1600"/>
              <a:t> </a:t>
            </a:r>
            <a:r>
              <a:rPr sz="1600"/>
              <a:t>ut</a:t>
            </a:r>
            <a:r>
              <a:rPr sz="1600"/>
              <a:t> </a:t>
            </a:r>
            <a:r>
              <a:rPr sz="1600"/>
              <a:t>massa</a:t>
            </a:r>
            <a:r>
              <a:rPr sz="1600"/>
              <a:t> </a:t>
            </a:r>
            <a:r>
              <a:rPr sz="1600"/>
              <a:t>luctus</a:t>
            </a:r>
            <a:r>
              <a:rPr sz="1600"/>
              <a:t>. 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Item or topic </a:t>
            </a:r>
            <a:br/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title goes here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25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/>
              <a:t>Lorem ipsum dolor sit </a:t>
            </a:r>
            <a:r>
              <a:rPr sz="1600"/>
              <a:t>amet</a:t>
            </a:r>
            <a:r>
              <a:rPr sz="1600"/>
              <a:t>, </a:t>
            </a:r>
            <a:r>
              <a:rPr sz="1600"/>
              <a:t>consectetur</a:t>
            </a:r>
            <a:r>
              <a:rPr sz="1600"/>
              <a:t> </a:t>
            </a:r>
            <a:r>
              <a:rPr sz="1600"/>
              <a:t>adipiscing</a:t>
            </a:r>
            <a:r>
              <a:rPr sz="1600"/>
              <a:t> </a:t>
            </a:r>
            <a:r>
              <a:rPr sz="1600"/>
              <a:t>elit</a:t>
            </a:r>
            <a:r>
              <a:rPr sz="1600"/>
              <a:t>. </a:t>
            </a:r>
            <a:r>
              <a:rPr sz="1600"/>
              <a:t>Pellentesque</a:t>
            </a:r>
            <a:r>
              <a:rPr sz="1600"/>
              <a:t> </a:t>
            </a:r>
            <a:r>
              <a:rPr sz="1600"/>
              <a:t>ultricies</a:t>
            </a:r>
            <a:r>
              <a:rPr sz="1600"/>
              <a:t> </a:t>
            </a:r>
            <a:r>
              <a:rPr sz="1600"/>
              <a:t>quam</a:t>
            </a:r>
            <a:r>
              <a:rPr sz="1600"/>
              <a:t> </a:t>
            </a:r>
            <a:r>
              <a:rPr sz="1600"/>
              <a:t>ut</a:t>
            </a:r>
            <a:r>
              <a:rPr sz="1600"/>
              <a:t> </a:t>
            </a:r>
            <a:r>
              <a:rPr sz="1600"/>
              <a:t>massa</a:t>
            </a:r>
            <a:r>
              <a:rPr sz="1600"/>
              <a:t> </a:t>
            </a:r>
            <a:r>
              <a:rPr sz="1600"/>
              <a:t>luctus</a:t>
            </a:r>
            <a:r>
              <a:rPr sz="1600"/>
              <a:t>. 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Item or topic </a:t>
            </a:r>
            <a:br/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title goes here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25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/>
              <a:t>Lorem ipsum dolor sit </a:t>
            </a:r>
            <a:r>
              <a:rPr sz="1600"/>
              <a:t>amet</a:t>
            </a:r>
            <a:r>
              <a:rPr sz="1600"/>
              <a:t>, </a:t>
            </a:r>
            <a:r>
              <a:rPr sz="1600"/>
              <a:t>consectetur</a:t>
            </a:r>
            <a:r>
              <a:rPr sz="1600"/>
              <a:t> </a:t>
            </a:r>
            <a:r>
              <a:rPr sz="1600"/>
              <a:t>adipiscing</a:t>
            </a:r>
            <a:r>
              <a:rPr sz="1600"/>
              <a:t> </a:t>
            </a:r>
            <a:r>
              <a:rPr sz="1600"/>
              <a:t>elit</a:t>
            </a:r>
            <a:r>
              <a:rPr sz="1600"/>
              <a:t>. </a:t>
            </a:r>
            <a:r>
              <a:rPr sz="1600"/>
              <a:t>Pellentesque</a:t>
            </a:r>
            <a:r>
              <a:rPr sz="1600"/>
              <a:t> </a:t>
            </a:r>
            <a:r>
              <a:rPr sz="1600"/>
              <a:t>ultricies</a:t>
            </a:r>
            <a:r>
              <a:rPr sz="1600"/>
              <a:t> </a:t>
            </a:r>
            <a:r>
              <a:rPr sz="1600"/>
              <a:t>quam</a:t>
            </a:r>
            <a:r>
              <a:rPr sz="1600"/>
              <a:t> </a:t>
            </a:r>
            <a:r>
              <a:rPr sz="1600"/>
              <a:t>ut</a:t>
            </a:r>
            <a:r>
              <a:rPr sz="1600"/>
              <a:t> </a:t>
            </a:r>
            <a:r>
              <a:rPr sz="1600"/>
              <a:t>massa</a:t>
            </a:r>
            <a:r>
              <a:rPr sz="1600"/>
              <a:t> </a:t>
            </a:r>
            <a:r>
              <a:rPr sz="1600"/>
              <a:t>luctus</a:t>
            </a:r>
            <a:r>
              <a:rPr sz="1600"/>
              <a:t>. 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Item or topic </a:t>
            </a:r>
            <a:br/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title goes here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Inter Medium"/>
                <a:ea typeface="Inter Medium"/>
                <a:cs typeface="Inter Medium"/>
              </a:rPr>
              <a:t>Lorem ipsum dolor sit </a:t>
            </a:r>
            <a:r>
              <a:rPr sz="2000">
                <a:latin typeface="Inter Medium"/>
                <a:ea typeface="Inter Medium"/>
                <a:cs typeface="Inter Medium"/>
              </a:rPr>
              <a:t>amet</a:t>
            </a:r>
            <a:r>
              <a:rPr sz="2000">
                <a:latin typeface="Inter Medium"/>
                <a:ea typeface="Inter Medium"/>
                <a:cs typeface="Inter Medium"/>
              </a:rPr>
              <a:t>, </a:t>
            </a:r>
            <a:r>
              <a:rPr sz="2000">
                <a:latin typeface="Inter Medium"/>
                <a:ea typeface="Inter Medium"/>
                <a:cs typeface="Inter Medium"/>
              </a:rPr>
              <a:t>consectetur</a:t>
            </a:r>
            <a:r>
              <a:rPr sz="2000">
                <a:latin typeface="Inter Medium"/>
                <a:ea typeface="Inter Medium"/>
                <a:cs typeface="Inter Medium"/>
              </a:rPr>
              <a:t> </a:t>
            </a:r>
            <a:r>
              <a:rPr sz="2000">
                <a:latin typeface="Inter Medium"/>
                <a:ea typeface="Inter Medium"/>
                <a:cs typeface="Inter Medium"/>
              </a:rPr>
              <a:t>adipiscing</a:t>
            </a:r>
            <a:r>
              <a:rPr sz="2000">
                <a:latin typeface="Inter Medium"/>
                <a:ea typeface="Inter Medium"/>
                <a:cs typeface="Inter Medium"/>
              </a:rPr>
              <a:t> </a:t>
            </a:r>
            <a:r>
              <a:rPr sz="2000">
                <a:latin typeface="Inter Medium"/>
                <a:ea typeface="Inter Medium"/>
                <a:cs typeface="Inter Medium"/>
              </a:rPr>
              <a:t>elit</a:t>
            </a:r>
            <a:r>
              <a:rPr sz="2000">
                <a:latin typeface="Inter Medium"/>
                <a:ea typeface="Inter Medium"/>
                <a:cs typeface="Inter Medium"/>
              </a:rPr>
              <a:t>. </a:t>
            </a:r>
            <a:r>
              <a:rPr sz="2000">
                <a:latin typeface="Inter Medium"/>
                <a:ea typeface="Inter Medium"/>
                <a:cs typeface="Inter Medium"/>
              </a:rPr>
              <a:t>Pellentesque</a:t>
            </a:r>
            <a:r>
              <a:rPr sz="2000">
                <a:latin typeface="Inter Medium"/>
                <a:ea typeface="Inter Medium"/>
                <a:cs typeface="Inter Medium"/>
              </a:rPr>
              <a:t> </a:t>
            </a:r>
            <a:r>
              <a:rPr sz="2000">
                <a:latin typeface="Inter Medium"/>
                <a:ea typeface="Inter Medium"/>
                <a:cs typeface="Inter Medium"/>
              </a:rPr>
              <a:t>ultricies</a:t>
            </a:r>
            <a:r>
              <a:rPr sz="2000">
                <a:latin typeface="Inter Medium"/>
                <a:ea typeface="Inter Medium"/>
                <a:cs typeface="Inter Medium"/>
              </a:rPr>
              <a:t> </a:t>
            </a:r>
            <a:r>
              <a:rPr sz="2000">
                <a:latin typeface="Inter Medium"/>
                <a:ea typeface="Inter Medium"/>
                <a:cs typeface="Inter Medium"/>
              </a:rPr>
              <a:t>quam</a:t>
            </a:r>
            <a:r>
              <a:rPr sz="2000">
                <a:latin typeface="Inter Medium"/>
                <a:ea typeface="Inter Medium"/>
                <a:cs typeface="Inter Medium"/>
              </a:rPr>
              <a:t> </a:t>
            </a:r>
            <a:r>
              <a:rPr sz="2000">
                <a:latin typeface="Inter Medium"/>
                <a:ea typeface="Inter Medium"/>
                <a:cs typeface="Inter Medium"/>
              </a:rPr>
              <a:t>ut</a:t>
            </a:r>
            <a:r>
              <a:rPr sz="2000">
                <a:latin typeface="Inter Medium"/>
                <a:ea typeface="Inter Medium"/>
                <a:cs typeface="Inter Medium"/>
              </a:rPr>
              <a:t> </a:t>
            </a:r>
            <a:r>
              <a:rPr sz="2000">
                <a:latin typeface="Inter Medium"/>
                <a:ea typeface="Inter Medium"/>
                <a:cs typeface="Inter Medium"/>
              </a:rPr>
              <a:t>massa</a:t>
            </a:r>
            <a:r>
              <a:rPr sz="2000">
                <a:latin typeface="Inter Medium"/>
                <a:ea typeface="Inter Medium"/>
                <a:cs typeface="Inter Medium"/>
              </a:rPr>
              <a:t> </a:t>
            </a:r>
            <a:r>
              <a:rPr sz="2000">
                <a:latin typeface="Inter Medium"/>
                <a:ea typeface="Inter Medium"/>
                <a:cs typeface="Inter Medium"/>
              </a:rPr>
              <a:t>luctus</a:t>
            </a:r>
            <a:r>
              <a:rPr sz="2000">
                <a:latin typeface="Inter Medium"/>
                <a:ea typeface="Inter Medium"/>
                <a:cs typeface="Inter Medium"/>
              </a:rPr>
              <a:t> cursus.</a:t>
            </a:r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6FC0B29-995A-397B-C2F3-07F01F97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152" y="2134181"/>
            <a:ext cx="3568700" cy="3709944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8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Timeline with three text only milestones</a:t>
            </a:r>
          </a:p>
        </p:txBody>
      </p:sp>
      <p:cxnSp>
        <p:nvCxnSpPr>
          <p:cNvPr id="24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BCEF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F59"/>
          </a:solidFill>
          <a:ln xmlns:a="http://schemas.openxmlformats.org/drawingml/2006/main">
            <a:solidFill>
              <a:srgbClr val="BCEF59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F59"/>
          </a:solidFill>
          <a:ln xmlns:a="http://schemas.openxmlformats.org/drawingml/2006/main">
            <a:solidFill>
              <a:srgbClr val="BCEF59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F59"/>
          </a:solidFill>
          <a:ln xmlns:a="http://schemas.openxmlformats.org/drawingml/2006/main">
            <a:solidFill>
              <a:srgbClr val="BCEF59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Date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Date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Date</a:t>
            </a:r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0EE3B6B-F07C-271E-2F97-41D7686F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8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Title here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Lorem ipsum dolor sit </a:t>
            </a:r>
            <a:r>
              <a:rPr sz="1600"/>
              <a:t>amet</a:t>
            </a:r>
            <a:r>
              <a:rPr sz="1600"/>
              <a:t>, </a:t>
            </a:r>
            <a:r>
              <a:rPr sz="1600"/>
              <a:t>consectetur</a:t>
            </a:r>
            <a:r>
              <a:rPr sz="1600"/>
              <a:t> </a:t>
            </a:r>
            <a:r>
              <a:rPr sz="1600"/>
              <a:t>adipiscing</a:t>
            </a:r>
            <a:r>
              <a:rPr sz="1600"/>
              <a:t> </a:t>
            </a:r>
            <a:r>
              <a:rPr sz="1600"/>
              <a:t>elit</a:t>
            </a:r>
            <a:r>
              <a:rPr sz="1600"/>
              <a:t>. </a:t>
            </a:r>
            <a:r>
              <a:rPr sz="1600"/>
              <a:t>Pellentesque</a:t>
            </a:r>
            <a:r>
              <a:rPr sz="1600"/>
              <a:t> </a:t>
            </a:r>
            <a:r>
              <a:rPr sz="1600"/>
              <a:t>ultricies</a:t>
            </a:r>
            <a:r>
              <a:rPr sz="1600"/>
              <a:t> </a:t>
            </a:r>
            <a:r>
              <a:rPr sz="1600"/>
              <a:t>quam</a:t>
            </a:r>
            <a:r>
              <a:rPr sz="1600"/>
              <a:t>.</a:t>
            </a:r>
          </a:p>
        </p:txBody>
      </p:sp>
      <p:sp>
        <p:nvSpPr>
          <p:cNvPr id="15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3EA0E10-C778-6971-AFB5-9B9B52B0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73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Title here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Lorem ipsum dolor sit </a:t>
            </a:r>
            <a:r>
              <a:rPr sz="1600"/>
              <a:t>amet</a:t>
            </a:r>
            <a:r>
              <a:rPr sz="1600"/>
              <a:t>, </a:t>
            </a:r>
            <a:r>
              <a:rPr sz="1600"/>
              <a:t>consectetur</a:t>
            </a:r>
            <a:r>
              <a:rPr sz="1600"/>
              <a:t> </a:t>
            </a:r>
            <a:r>
              <a:rPr sz="1600"/>
              <a:t>adipiscing</a:t>
            </a:r>
            <a:r>
              <a:rPr sz="1600"/>
              <a:t> </a:t>
            </a:r>
            <a:r>
              <a:rPr sz="1600"/>
              <a:t>elit</a:t>
            </a:r>
            <a:r>
              <a:rPr sz="1600"/>
              <a:t>. </a:t>
            </a:r>
            <a:r>
              <a:rPr sz="1600"/>
              <a:t>Pellentesque</a:t>
            </a:r>
            <a:r>
              <a:rPr sz="1600"/>
              <a:t> </a:t>
            </a:r>
            <a:r>
              <a:rPr sz="1600"/>
              <a:t>ultricies</a:t>
            </a:r>
            <a:r>
              <a:rPr sz="1600"/>
              <a:t> </a:t>
            </a:r>
            <a:r>
              <a:rPr sz="1600"/>
              <a:t>quam</a:t>
            </a:r>
            <a:r>
              <a:rPr sz="1600"/>
              <a:t>.</a:t>
            </a:r>
          </a:p>
        </p:txBody>
      </p:sp>
      <p:sp>
        <p:nvSpPr>
          <p:cNvPr id="19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5A9F39A9-7A23-0F85-F761-1AB9FA6B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917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Title here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Lorem ipsum dolor sit </a:t>
            </a:r>
            <a:r>
              <a:rPr sz="1600"/>
              <a:t>amet</a:t>
            </a:r>
            <a:r>
              <a:rPr sz="1600"/>
              <a:t>, </a:t>
            </a:r>
            <a:r>
              <a:rPr sz="1600"/>
              <a:t>consectetur</a:t>
            </a:r>
            <a:r>
              <a:rPr sz="1600"/>
              <a:t> </a:t>
            </a:r>
            <a:r>
              <a:rPr sz="1600"/>
              <a:t>adipiscing</a:t>
            </a:r>
            <a:r>
              <a:rPr sz="1600"/>
              <a:t> </a:t>
            </a:r>
            <a:r>
              <a:rPr sz="1600"/>
              <a:t>elit</a:t>
            </a:r>
            <a:r>
              <a:rPr sz="1600"/>
              <a:t>. </a:t>
            </a:r>
            <a:r>
              <a:rPr sz="1600"/>
              <a:t>Pellentesque</a:t>
            </a:r>
            <a:r>
              <a:rPr sz="1600"/>
              <a:t> </a:t>
            </a:r>
            <a:r>
              <a:rPr sz="1600"/>
              <a:t>ultricies</a:t>
            </a:r>
            <a:r>
              <a:rPr sz="1600"/>
              <a:t> </a:t>
            </a:r>
            <a:r>
              <a:rPr sz="1600"/>
              <a:t>quam</a:t>
            </a:r>
            <a:r>
              <a:rPr sz="16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Large message slides with three callouts. Lorem ipsum dolor sit </a:t>
            </a:r>
            <a:r>
              <a:t>amet</a:t>
            </a:r>
            <a:r>
              <a:t>, </a:t>
            </a:r>
            <a:r>
              <a:t>consectetur</a:t>
            </a:r>
            <a:r>
              <a:t> </a:t>
            </a:r>
            <a:r>
              <a:t>adipiscing</a:t>
            </a:r>
            <a:r>
              <a:t> </a:t>
            </a:r>
            <a:r>
              <a:t>elit</a:t>
            </a:r>
            <a:r>
              <a:t>. 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1">
                <a:latin typeface="Inter SemiBold"/>
                <a:ea typeface="Inter SemiBold"/>
                <a:cs typeface="Inter SemiBold"/>
              </a:rPr>
              <a:t>Title here</a:t>
            </a:r>
            <a:endParaRPr sz="1800" b="1">
              <a:latin typeface="Inter SemiBold"/>
              <a:ea typeface="Inter SemiBold"/>
              <a:cs typeface="Inter SemiBold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Inter"/>
                <a:ea typeface="Inter"/>
                <a:cs typeface="Inter"/>
              </a:rPr>
              <a:t>Lorem ipsum dolor sit </a:t>
            </a:r>
            <a:r>
              <a:rPr sz="1800">
                <a:latin typeface="Inter"/>
                <a:ea typeface="Inter"/>
                <a:cs typeface="Inter"/>
              </a:rPr>
              <a:t>amet</a:t>
            </a:r>
            <a:r>
              <a:rPr sz="1800">
                <a:latin typeface="Inter"/>
                <a:ea typeface="Inter"/>
                <a:cs typeface="Inter"/>
              </a:rPr>
              <a:t>, </a:t>
            </a:r>
            <a:r>
              <a:rPr sz="1800">
                <a:latin typeface="Inter"/>
                <a:ea typeface="Inter"/>
                <a:cs typeface="Inter"/>
              </a:rPr>
              <a:t>consectetur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adipiscing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elit</a:t>
            </a:r>
            <a:r>
              <a:rPr sz="1800">
                <a:latin typeface="Inter"/>
                <a:ea typeface="Inter"/>
                <a:cs typeface="Inter"/>
              </a:rPr>
              <a:t>. </a:t>
            </a:r>
            <a:r>
              <a:rPr sz="1800">
                <a:latin typeface="Inter"/>
                <a:ea typeface="Inter"/>
                <a:cs typeface="Inter"/>
              </a:rPr>
              <a:t>Pellentesque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ultricies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quam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ut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massa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luctus</a:t>
            </a:r>
            <a:r>
              <a:rPr sz="1800">
                <a:latin typeface="Inter"/>
                <a:ea typeface="Inter"/>
                <a:cs typeface="Inter"/>
              </a:rPr>
              <a:t> cursus. </a:t>
            </a:r>
            <a:r>
              <a:rPr sz="1800">
                <a:latin typeface="Inter"/>
                <a:ea typeface="Inter"/>
                <a:cs typeface="Inter"/>
              </a:rPr>
              <a:t>Nullam</a:t>
            </a:r>
            <a:r>
              <a:rPr sz="1800">
                <a:latin typeface="Inter"/>
                <a:ea typeface="Inter"/>
                <a:cs typeface="Inter"/>
              </a:rPr>
              <a:t> pharetra </a:t>
            </a:r>
            <a:r>
              <a:rPr sz="1800">
                <a:latin typeface="Inter"/>
                <a:ea typeface="Inter"/>
                <a:cs typeface="Inter"/>
              </a:rPr>
              <a:t>mauris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tortor</a:t>
            </a:r>
            <a:r>
              <a:rPr sz="1800">
                <a:latin typeface="Inter"/>
                <a:ea typeface="Inter"/>
                <a:cs typeface="Inter"/>
              </a:rPr>
              <a:t>. In hac </a:t>
            </a:r>
            <a:r>
              <a:rPr sz="1800">
                <a:latin typeface="Inter"/>
                <a:ea typeface="Inter"/>
                <a:cs typeface="Inter"/>
              </a:rPr>
              <a:t>habitasse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platea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dictumst</a:t>
            </a:r>
            <a:r>
              <a:rPr sz="1800">
                <a:latin typeface="Inter"/>
                <a:ea typeface="Inter"/>
                <a:cs typeface="Inter"/>
              </a:rPr>
              <a:t>. </a:t>
            </a:r>
            <a:endParaRPr sz="1800">
              <a:latin typeface="Inter"/>
              <a:ea typeface="Inter"/>
              <a:cs typeface="Inter"/>
            </a:endParaRP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 b="1">
                <a:latin typeface="Inter SemiBold"/>
                <a:ea typeface="Inter SemiBold"/>
                <a:cs typeface="Inter SemiBold"/>
              </a:rPr>
              <a:t>Title here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Lorem ipsum dolor sit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amet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,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consectetur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adipiscing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elit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.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Pellentesque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ultricies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quam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ut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massa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luctus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cursus.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Nullam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pharetra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mauris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tortor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. In hac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habitasse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platea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dictumst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. 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 b="1">
                <a:latin typeface="Inter SemiBold"/>
                <a:ea typeface="Inter SemiBold"/>
                <a:cs typeface="Inter SemiBold"/>
              </a:rPr>
              <a:t>Title here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Lorem ipsum dolor sit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amet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,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consectetur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adipiscing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elit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.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Pellentesque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ultricies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quam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ut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massa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luctus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cursus.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Nullam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pharetra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mauris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tortor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. In hac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habitasse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platea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dictumst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. </a:t>
            </a:r>
          </a:p>
          <a:p xmlns:a="http://schemas.openxmlformats.org/drawingml/2006/main">
            <a:pPr marL="0" indent="0">
              <a:buNone/>
            </a:pPr>
            <a:endParaRPr>
              <a:latin typeface="Inter"/>
              <a:ea typeface="Inter"/>
              <a:cs typeface="Inter"/>
            </a:endParaRPr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D72B81A-AC75-C1B0-4313-7B84D705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763754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Supertitle</a:t>
            </a: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200B2E2-6D19-9AFE-1E8D-518E55CC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763754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Supertitle</a:t>
            </a: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611C1F-A471-6B24-C785-2D7A5B5D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763754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Supertitle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5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Four points grid layout 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rgbClr val="BCEF59"/>
                </a:solidFill>
              </a:rPr>
              <a:t>Title goes here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</a:rPr>
              <a:t>Lorem ipsum dolor sit </a:t>
            </a:r>
            <a:r>
              <a:rPr sz="1800" b="0" i="0" u="none" cap="none">
                <a:ln>
                  <a:noFill/>
                </a:ln>
              </a:rPr>
              <a:t>amet</a:t>
            </a:r>
            <a:r>
              <a:rPr sz="1800" b="0" i="0" u="none" cap="none">
                <a:ln>
                  <a:noFill/>
                </a:ln>
              </a:rPr>
              <a:t>, </a:t>
            </a:r>
            <a:r>
              <a:rPr sz="1800" b="0" i="0" u="none" cap="none">
                <a:ln>
                  <a:noFill/>
                </a:ln>
              </a:rPr>
              <a:t>consectetur</a:t>
            </a:r>
            <a:r>
              <a:rPr sz="1800" b="0" i="0" u="none" cap="none">
                <a:ln>
                  <a:noFill/>
                </a:ln>
              </a:rPr>
              <a:t> </a:t>
            </a:r>
            <a:r>
              <a:rPr sz="1800" b="0" i="0" u="none" cap="none">
                <a:ln>
                  <a:noFill/>
                </a:ln>
              </a:rPr>
              <a:t>adipiscing</a:t>
            </a:r>
            <a:r>
              <a:rPr sz="1800" b="0" i="0" u="none" cap="none">
                <a:ln>
                  <a:noFill/>
                </a:ln>
              </a:rPr>
              <a:t> </a:t>
            </a:r>
            <a:r>
              <a:rPr sz="1800" b="0" i="0" u="none" cap="none">
                <a:ln>
                  <a:noFill/>
                </a:ln>
              </a:rPr>
              <a:t>elit</a:t>
            </a:r>
            <a:r>
              <a:rPr sz="1800" b="0" i="0" u="none" cap="none">
                <a:ln>
                  <a:noFill/>
                </a:ln>
              </a:rPr>
              <a:t>. </a:t>
            </a:r>
            <a:r>
              <a:rPr sz="1800" b="0" i="0" u="none" cap="none">
                <a:ln>
                  <a:noFill/>
                </a:ln>
              </a:rPr>
              <a:t>Pellentesque</a:t>
            </a:r>
            <a:r>
              <a:rPr sz="1800" b="0" i="0" u="none" cap="none">
                <a:ln>
                  <a:noFill/>
                </a:ln>
              </a:rPr>
              <a:t> </a:t>
            </a:r>
            <a:r>
              <a:rPr sz="1800" b="0" i="0" u="none" cap="none">
                <a:ln>
                  <a:noFill/>
                </a:ln>
              </a:rPr>
              <a:t>ultricies</a:t>
            </a:r>
            <a:r>
              <a:rPr sz="1800" b="0" i="0" u="none" cap="none">
                <a:ln>
                  <a:noFill/>
                </a:ln>
              </a:rPr>
              <a:t> </a:t>
            </a:r>
            <a:r>
              <a:rPr sz="1800" b="0" i="0" u="none" cap="none">
                <a:ln>
                  <a:noFill/>
                </a:ln>
              </a:rPr>
              <a:t>quam</a:t>
            </a:r>
            <a:r>
              <a:rPr sz="1800" b="0" i="0" u="none" cap="none">
                <a:ln>
                  <a:noFill/>
                </a:ln>
              </a:rPr>
              <a:t> </a:t>
            </a:r>
            <a:r>
              <a:rPr sz="1800" b="0" i="0" u="none" cap="none">
                <a:ln>
                  <a:noFill/>
                </a:ln>
              </a:rPr>
              <a:t>ut</a:t>
            </a:r>
            <a:r>
              <a:rPr sz="1800" b="0" i="0" u="none" cap="none">
                <a:ln>
                  <a:noFill/>
                </a:ln>
              </a:rPr>
              <a:t> </a:t>
            </a:r>
            <a:r>
              <a:rPr sz="1800" b="0" i="0" u="none" cap="none">
                <a:ln>
                  <a:noFill/>
                </a:ln>
              </a:rPr>
              <a:t>massa</a:t>
            </a:r>
            <a:r>
              <a:rPr sz="1800" b="0" i="0" u="none" cap="none">
                <a:ln>
                  <a:noFill/>
                </a:ln>
              </a:rPr>
              <a:t> </a:t>
            </a:r>
            <a:r>
              <a:rPr sz="1800" b="0" i="0" u="none" cap="none">
                <a:ln>
                  <a:noFill/>
                </a:ln>
              </a:rPr>
              <a:t>luctus</a:t>
            </a:r>
            <a:r>
              <a:rPr sz="1800" b="0" i="0" u="none" cap="none">
                <a:ln>
                  <a:noFill/>
                </a:ln>
              </a:rPr>
              <a:t> cursus. 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rgbClr val="BCEF59"/>
                </a:solidFill>
              </a:rPr>
              <a:t>Title goes here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</a:rPr>
              <a:t>Lorem ipsum dolor sit </a:t>
            </a:r>
            <a:r>
              <a:rPr sz="1800" b="0" i="0" u="none" cap="none">
                <a:ln>
                  <a:noFill/>
                </a:ln>
              </a:rPr>
              <a:t>amet</a:t>
            </a:r>
            <a:r>
              <a:rPr sz="1800" b="0" i="0" u="none" cap="none">
                <a:ln>
                  <a:noFill/>
                </a:ln>
              </a:rPr>
              <a:t>, </a:t>
            </a:r>
            <a:r>
              <a:rPr sz="1800" b="0" i="0" u="none" cap="none">
                <a:ln>
                  <a:noFill/>
                </a:ln>
              </a:rPr>
              <a:t>consectetur</a:t>
            </a:r>
            <a:r>
              <a:rPr sz="1800" b="0" i="0" u="none" cap="none">
                <a:ln>
                  <a:noFill/>
                </a:ln>
              </a:rPr>
              <a:t> </a:t>
            </a:r>
            <a:r>
              <a:rPr sz="1800" b="0" i="0" u="none" cap="none">
                <a:ln>
                  <a:noFill/>
                </a:ln>
              </a:rPr>
              <a:t>adipiscing</a:t>
            </a:r>
            <a:r>
              <a:rPr sz="1800" b="0" i="0" u="none" cap="none">
                <a:ln>
                  <a:noFill/>
                </a:ln>
              </a:rPr>
              <a:t> </a:t>
            </a:r>
            <a:r>
              <a:rPr sz="1800" b="0" i="0" u="none" cap="none">
                <a:ln>
                  <a:noFill/>
                </a:ln>
              </a:rPr>
              <a:t>elit</a:t>
            </a:r>
            <a:r>
              <a:rPr sz="1800" b="0" i="0" u="none" cap="none">
                <a:ln>
                  <a:noFill/>
                </a:ln>
              </a:rPr>
              <a:t>. </a:t>
            </a:r>
            <a:r>
              <a:rPr sz="1800" b="0" i="0" u="none" cap="none">
                <a:ln>
                  <a:noFill/>
                </a:ln>
              </a:rPr>
              <a:t>Pellentesque</a:t>
            </a:r>
            <a:r>
              <a:rPr sz="1800" b="0" i="0" u="none" cap="none">
                <a:ln>
                  <a:noFill/>
                </a:ln>
              </a:rPr>
              <a:t> </a:t>
            </a:r>
            <a:r>
              <a:rPr sz="1800" b="0" i="0" u="none" cap="none">
                <a:ln>
                  <a:noFill/>
                </a:ln>
              </a:rPr>
              <a:t>ultricies</a:t>
            </a:r>
            <a:r>
              <a:rPr sz="1800" b="0" i="0" u="none" cap="none">
                <a:ln>
                  <a:noFill/>
                </a:ln>
              </a:rPr>
              <a:t> </a:t>
            </a:r>
            <a:r>
              <a:rPr sz="1800" b="0" i="0" u="none" cap="none">
                <a:ln>
                  <a:noFill/>
                </a:ln>
              </a:rPr>
              <a:t>quam</a:t>
            </a:r>
            <a:r>
              <a:rPr sz="1800" b="0" i="0" u="none" cap="none">
                <a:ln>
                  <a:noFill/>
                </a:ln>
              </a:rPr>
              <a:t> </a:t>
            </a:r>
            <a:r>
              <a:rPr sz="1800" b="0" i="0" u="none" cap="none">
                <a:ln>
                  <a:noFill/>
                </a:ln>
              </a:rPr>
              <a:t>ut</a:t>
            </a:r>
            <a:r>
              <a:rPr sz="1800" b="0" i="0" u="none" cap="none">
                <a:ln>
                  <a:noFill/>
                </a:ln>
              </a:rPr>
              <a:t> </a:t>
            </a:r>
            <a:r>
              <a:rPr sz="1800" b="0" i="0" u="none" cap="none">
                <a:ln>
                  <a:noFill/>
                </a:ln>
              </a:rPr>
              <a:t>massa</a:t>
            </a:r>
            <a:r>
              <a:rPr sz="1800" b="0" i="0" u="none" cap="none">
                <a:ln>
                  <a:noFill/>
                </a:ln>
              </a:rPr>
              <a:t> </a:t>
            </a:r>
            <a:r>
              <a:rPr sz="1800" b="0" i="0" u="none" cap="none">
                <a:ln>
                  <a:noFill/>
                </a:ln>
              </a:rPr>
              <a:t>luctus</a:t>
            </a:r>
            <a:r>
              <a:rPr sz="1800" b="0" i="0" u="none" cap="none">
                <a:ln>
                  <a:noFill/>
                </a:ln>
              </a:rPr>
              <a:t> cursus. 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BCEF59"/>
                </a:solidFill>
              </a:rPr>
              <a:t>Title goes here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/>
              <a:t>Lorem ipsum dolor sit </a:t>
            </a:r>
            <a:r>
              <a:rPr sz="1800"/>
              <a:t>amet</a:t>
            </a:r>
            <a:r>
              <a:rPr sz="1800"/>
              <a:t>, </a:t>
            </a:r>
            <a:r>
              <a:rPr sz="1800"/>
              <a:t>consectetur</a:t>
            </a:r>
            <a:r>
              <a:rPr sz="1800"/>
              <a:t> </a:t>
            </a:r>
            <a:r>
              <a:rPr sz="1800"/>
              <a:t>adipiscing</a:t>
            </a:r>
            <a:r>
              <a:rPr sz="1800"/>
              <a:t> </a:t>
            </a:r>
            <a:r>
              <a:rPr sz="1800"/>
              <a:t>elit</a:t>
            </a:r>
            <a:r>
              <a:rPr sz="1800"/>
              <a:t>. </a:t>
            </a:r>
            <a:r>
              <a:rPr sz="1800"/>
              <a:t>Pellentesque</a:t>
            </a:r>
            <a:r>
              <a:rPr sz="1800"/>
              <a:t> </a:t>
            </a:r>
            <a:r>
              <a:rPr sz="1800"/>
              <a:t>ultricies</a:t>
            </a:r>
            <a:r>
              <a:rPr sz="1800"/>
              <a:t> </a:t>
            </a:r>
            <a:r>
              <a:rPr sz="1800"/>
              <a:t>quam</a:t>
            </a:r>
            <a:r>
              <a:rPr sz="1800"/>
              <a:t> </a:t>
            </a:r>
            <a:r>
              <a:rPr sz="1800"/>
              <a:t>ut</a:t>
            </a:r>
            <a:r>
              <a:rPr sz="1800"/>
              <a:t> </a:t>
            </a:r>
            <a:r>
              <a:rPr sz="1800"/>
              <a:t>massa</a:t>
            </a:r>
            <a:r>
              <a:rPr sz="1800"/>
              <a:t> </a:t>
            </a:r>
            <a:r>
              <a:rPr sz="1800"/>
              <a:t>luctus</a:t>
            </a:r>
            <a:r>
              <a:rPr sz="1800"/>
              <a:t> cursus. 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BCEF59"/>
                </a:solidFill>
              </a:rPr>
              <a:t>Title goes here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/>
              <a:t>Lorem ipsum dolor sit </a:t>
            </a:r>
            <a:r>
              <a:rPr sz="1800"/>
              <a:t>amet</a:t>
            </a:r>
            <a:r>
              <a:rPr sz="1800"/>
              <a:t>, </a:t>
            </a:r>
            <a:r>
              <a:rPr sz="1800"/>
              <a:t>consectetur</a:t>
            </a:r>
            <a:r>
              <a:rPr sz="1800"/>
              <a:t> </a:t>
            </a:r>
            <a:r>
              <a:rPr sz="1800"/>
              <a:t>adipiscing</a:t>
            </a:r>
            <a:r>
              <a:rPr sz="1800"/>
              <a:t> </a:t>
            </a:r>
            <a:r>
              <a:rPr sz="1800"/>
              <a:t>elit</a:t>
            </a:r>
            <a:r>
              <a:rPr sz="1800"/>
              <a:t>. </a:t>
            </a:r>
            <a:r>
              <a:rPr sz="1800"/>
              <a:t>Pellentesque</a:t>
            </a:r>
            <a:r>
              <a:rPr sz="1800"/>
              <a:t> </a:t>
            </a:r>
            <a:r>
              <a:rPr sz="1800"/>
              <a:t>ultricies</a:t>
            </a:r>
            <a:r>
              <a:rPr sz="1800"/>
              <a:t> </a:t>
            </a:r>
            <a:r>
              <a:rPr sz="1800"/>
              <a:t>quam</a:t>
            </a:r>
            <a:r>
              <a:rPr sz="1800"/>
              <a:t> </a:t>
            </a:r>
            <a:r>
              <a:rPr sz="1800"/>
              <a:t>ut</a:t>
            </a:r>
            <a:r>
              <a:rPr sz="1800"/>
              <a:t> </a:t>
            </a:r>
            <a:r>
              <a:rPr sz="1800"/>
              <a:t>massa</a:t>
            </a:r>
            <a:r>
              <a:rPr sz="1800"/>
              <a:t> </a:t>
            </a:r>
            <a:r>
              <a:rPr sz="1800"/>
              <a:t>luctus</a:t>
            </a:r>
            <a:r>
              <a:rPr sz="1800"/>
              <a:t> cursus. </a:t>
            </a: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2026-08-09T22:07:11.2820000Z</dcterms:created>
  <dcterms:modified xsi:type="dcterms:W3CDTF">2026-08-09T22:07:11.2820000Z</dcterms:modified>
</coreProperties>
</file>